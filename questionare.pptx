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notesSlides/notesSlide2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>
  <p:sldMasterIdLst>
    <p:sldMasterId id="2147483648" r:id="rId4"/>
  </p:sldMasterIdLst>
  <p:notesMasterIdLst>
    <p:notesMasterId r:id="rId9"/>
  </p:notesMasterIdLst>
  <p:handoutMasterIdLst>
    <p:handoutMasterId r:id="rId10"/>
  </p:handoutMasterIdLst>
  <p:sldIdLst>
    <p:sldId id="289" r:id="rId5"/>
    <p:sldId id="463" r:id="rId6"/>
    <p:sldId id="464" r:id="rId7"/>
    <p:sldId id="276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848182"/>
    <a:srgbClr val="FFFFFF"/>
    <a:srgbClr val="E23F13"/>
    <a:srgbClr val="F0F0F5"/>
    <a:srgbClr val="FAFAFA"/>
    <a:srgbClr val="25252E"/>
  </p:clrMru>
  <p:extLst>
    <p:ext uri="{E76CE94A-603C-4142-B9EB-6D1370010A27}">
      <p14:discardImageEditData xmlns:p14="http://schemas.microsoft.com/office/powerpoint/2010/main" val="1"/>
    </p:ext>
    <p:ext uri="{D31A062A-798A-4329-ABDD-BBA856620510}">
      <p14:defaultImageDpi xmlns:p14="http://schemas.microsoft.com/office/powerpoint/2010/main" val="15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7D38526-E835-402C-8478-D3585D2EC139}" v="7" dt="2024-09-23T14:17:30.63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A488322-F2BA-4B5B-9748-0D474271808F}" styleName="Medium Style 3 – Accent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0505E3EF-67EA-436B-97B2-0124C06EBD24}" styleName="Medium Style 4 – Acc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3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3">
              <a:tint val="20000"/>
            </a:schemeClr>
          </a:solidFill>
        </a:fill>
      </a:tcStyle>
    </a:firstRow>
  </a:tblStyle>
  <a:tblStyle styleId="{8A107856-5554-42FB-B03E-39F5DBC370BA}" styleName="Medium Style 4 –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2"/>
              </a:solidFill>
            </a:ln>
          </a:top>
        </a:tcBdr>
        <a:fill>
          <a:solidFill>
            <a:schemeClr val="accent2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2">
              <a:tint val="20000"/>
            </a:schemeClr>
          </a:solidFill>
        </a:fill>
      </a:tcStyle>
    </a:firstRow>
  </a:tblStyle>
  <a:tblStyle styleId="{69CF1AB2-1976-4502-BF36-3FF5EA218861}" styleName="Medium Style 4 –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C2FFA5D-87B4-456A-9821-1D502468CF0F}" styleName="Themed Style 1 –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284E427A-3D55-4303-BF80-6455036E1DE7}" styleName="Themed Style 1 – Accent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69C7853C-536D-4A76-A0AE-DD22124D55A5}" styleName="Themed Style 1 – Accent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775DCB02-9BB8-47FD-8907-85C794F793BA}" styleName="Themed Style 1 – Accent 4">
    <a:tblBg>
      <a:fillRef idx="2">
        <a:schemeClr val="accent4"/>
      </a:fillRef>
      <a:effectRef idx="1">
        <a:schemeClr val="accent4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Ref idx="1">
              <a:schemeClr val="accent4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  <a:fill>
          <a:solidFill>
            <a:schemeClr val="accent4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4"/>
            </a:lnRef>
          </a:left>
          <a:right>
            <a:lnRef idx="2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2">
              <a:schemeClr val="accent4"/>
            </a:lnRef>
          </a:top>
          <a:bottom>
            <a:lnRef idx="2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firstRow>
  </a:tblStyle>
  <a:tblStyle styleId="{35758FB7-9AC5-4552-8A53-C91805E547FA}" styleName="Themed Style 1 – Accent 5">
    <a:tblBg>
      <a:fillRef idx="2">
        <a:schemeClr val="accent5"/>
      </a:fillRef>
      <a:effectRef idx="1">
        <a:schemeClr val="accent5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Ref idx="1">
              <a:schemeClr val="accent5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  <a:fill>
          <a:solidFill>
            <a:schemeClr val="accent5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5"/>
            </a:lnRef>
          </a:left>
          <a:right>
            <a:lnRef idx="2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2">
              <a:schemeClr val="accent5"/>
            </a:lnRef>
          </a:top>
          <a:bottom>
            <a:lnRef idx="2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firstRow>
  </a:tblStyle>
  <a:tblStyle styleId="{08FB837D-C827-4EFA-A057-4D05807E0F7C}" styleName="Themed Style 1 – Accent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D113A9D2-9D6B-4929-AA2D-F23B5EE8CBE7}" styleName="Themed Style 2 – Accent 1">
    <a:tblBg>
      <a:fillRef idx="3">
        <a:schemeClr val="accent1"/>
      </a:fillRef>
      <a:effectRef idx="3">
        <a:schemeClr val="accent1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1">
                <a:tint val="50000"/>
              </a:schemeClr>
            </a:lnRef>
          </a:left>
          <a:right>
            <a:lnRef idx="1">
              <a:schemeClr val="accent1">
                <a:tint val="50000"/>
              </a:schemeClr>
            </a:lnRef>
          </a:right>
          <a:top>
            <a:lnRef idx="1">
              <a:schemeClr val="accent1">
                <a:tint val="50000"/>
              </a:schemeClr>
            </a:lnRef>
          </a:top>
          <a:bottom>
            <a:lnRef idx="1">
              <a:schemeClr val="accent1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18603FDC-E32A-4AB5-989C-0864C3EAD2B8}" styleName="Themed Style 2 – Accent 2">
    <a:tblBg>
      <a:fillRef idx="3">
        <a:schemeClr val="accent2"/>
      </a:fillRef>
      <a:effectRef idx="3">
        <a:schemeClr val="accent2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2">
                <a:tint val="50000"/>
              </a:schemeClr>
            </a:lnRef>
          </a:left>
          <a:right>
            <a:lnRef idx="1">
              <a:schemeClr val="accent2">
                <a:tint val="50000"/>
              </a:schemeClr>
            </a:lnRef>
          </a:right>
          <a:top>
            <a:lnRef idx="1">
              <a:schemeClr val="accent2">
                <a:tint val="50000"/>
              </a:schemeClr>
            </a:lnRef>
          </a:top>
          <a:bottom>
            <a:lnRef idx="1">
              <a:schemeClr val="accent2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E269D01E-BC32-4049-B463-5C60D7B0CCD2}" styleName="Themed Style 2 – Accent 4">
    <a:tblBg>
      <a:fillRef idx="3">
        <a:schemeClr val="accent4"/>
      </a:fillRef>
      <a:effectRef idx="3">
        <a:schemeClr val="accent4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4">
                <a:tint val="50000"/>
              </a:schemeClr>
            </a:lnRef>
          </a:left>
          <a:right>
            <a:lnRef idx="1">
              <a:schemeClr val="accent4">
                <a:tint val="50000"/>
              </a:schemeClr>
            </a:lnRef>
          </a:right>
          <a:top>
            <a:lnRef idx="1">
              <a:schemeClr val="accent4">
                <a:tint val="50000"/>
              </a:schemeClr>
            </a:lnRef>
          </a:top>
          <a:bottom>
            <a:lnRef idx="1">
              <a:schemeClr val="accent4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3B4B98B0-60AC-42C2-AFA5-B58CD77FA1E5}" styleName="Light Style 1 –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5DA37D80-6434-44D0-A028-1B22A696006F}" styleName="Light Style 3 - Accent 2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125" d="100"/>
          <a:sy n="125" d="100"/>
        </p:scale>
        <p:origin x="-2021" y="-109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theme" Target="theme/theme1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viewProps" Target="viewProps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presProps" Target="presProps.xml"/><Relationship Id="rId5" Type="http://schemas.openxmlformats.org/officeDocument/2006/relationships/slide" Target="slides/slide1.xml"/><Relationship Id="rId15" Type="http://schemas.microsoft.com/office/2015/10/relationships/revisionInfo" Target="revisionInfo.xml"/><Relationship Id="rId10" Type="http://schemas.openxmlformats.org/officeDocument/2006/relationships/handoutMaster" Target="handoutMasters/handoutMaster1.xml"/><Relationship Id="rId4" Type="http://schemas.openxmlformats.org/officeDocument/2006/relationships/slideMaster" Target="slideMasters/slideMaster1.xml"/><Relationship Id="rId9" Type="http://schemas.openxmlformats.org/officeDocument/2006/relationships/notesMaster" Target="notesMasters/notesMaster1.xml"/><Relationship Id="rId14" Type="http://schemas.openxmlformats.org/officeDocument/2006/relationships/tableStyles" Target="tableStyles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oleObject" Target="https://advcomp.sharepoint.com/sites/Value-Creation/Shared%20Documents/Financials/Value%20Calculator_Financials%20LIVE%20v9.xlsm" TargetMode="External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tr-T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1.1688912223288134E-3"/>
          <c:y val="6.7849679876351099E-2"/>
          <c:w val="0.97918232058845212"/>
          <c:h val="0.96671180011294944"/>
        </c:manualLayout>
      </c:layout>
      <c:doughnutChart>
        <c:varyColors val="1"/>
        <c:ser>
          <c:idx val="0"/>
          <c:order val="0"/>
          <c:dPt>
            <c:idx val="0"/>
            <c:bubble3D val="0"/>
            <c:spPr>
              <a:solidFill>
                <a:schemeClr val="accent1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9EAE-4580-A045-0FDD7AB7F4E3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9EAE-4580-A045-0FDD7AB7F4E3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9EAE-4580-A045-0FDD7AB7F4E3}"/>
              </c:ext>
            </c:extLst>
          </c:dPt>
          <c:dPt>
            <c:idx val="3"/>
            <c:bubble3D val="0"/>
            <c:spPr>
              <a:solidFill>
                <a:schemeClr val="accent4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7-9EAE-4580-A045-0FDD7AB7F4E3}"/>
              </c:ext>
            </c:extLst>
          </c:dPt>
          <c:dPt>
            <c:idx val="4"/>
            <c:bubble3D val="0"/>
            <c:spPr>
              <a:solidFill>
                <a:schemeClr val="accent5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9-9EAE-4580-A045-0FDD7AB7F4E3}"/>
              </c:ext>
            </c:extLst>
          </c:dPt>
          <c:dPt>
            <c:idx val="5"/>
            <c:bubble3D val="0"/>
            <c:spPr>
              <a:solidFill>
                <a:schemeClr val="accent6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B-9EAE-4580-A045-0FDD7AB7F4E3}"/>
              </c:ext>
            </c:extLst>
          </c:dPt>
          <c:dPt>
            <c:idx val="6"/>
            <c:bubble3D val="0"/>
            <c:spPr>
              <a:solidFill>
                <a:schemeClr val="tx2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D-9EAE-4580-A045-0FDD7AB7F4E3}"/>
              </c:ext>
            </c:extLst>
          </c:dPt>
          <c:dPt>
            <c:idx val="7"/>
            <c:bubble3D val="0"/>
            <c:spPr>
              <a:solidFill>
                <a:schemeClr val="accent6">
                  <a:lumMod val="25000"/>
                  <a:lumOff val="75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F-9EAE-4580-A045-0FDD7AB7F4E3}"/>
              </c:ext>
            </c:extLst>
          </c:dPt>
          <c:dPt>
            <c:idx val="8"/>
            <c:bubble3D val="0"/>
            <c:spPr>
              <a:solidFill>
                <a:schemeClr val="accent3">
                  <a:lumMod val="60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11-9EAE-4580-A045-0FDD7AB7F4E3}"/>
              </c:ext>
            </c:extLst>
          </c:dPt>
          <c:dPt>
            <c:idx val="9"/>
            <c:bubble3D val="0"/>
            <c:spPr>
              <a:solidFill>
                <a:schemeClr val="accent4">
                  <a:lumMod val="60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13-9EAE-4580-A045-0FDD7AB7F4E3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bg2"/>
                    </a:solidFill>
                    <a:latin typeface="+mn-lt"/>
                    <a:ea typeface="+mn-ea"/>
                    <a:cs typeface="+mn-cs"/>
                  </a:defRPr>
                </a:pPr>
                <a:endParaRPr lang="tr-TR"/>
              </a:p>
            </c:txPr>
            <c:showLegendKey val="0"/>
            <c:showVal val="0"/>
            <c:showCatName val="0"/>
            <c:showSerName val="0"/>
            <c:showPercent val="1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'[Value Calculator_Financials LIVE v9.xlsm]Value Analysis'!$C$46:$C$54</c:f>
              <c:strCache>
                <c:ptCount val="9"/>
                <c:pt idx="0">
                  <c:v>Raising Purchase Orders</c:v>
                </c:pt>
                <c:pt idx="1">
                  <c:v>Purchase Order approvals</c:v>
                </c:pt>
                <c:pt idx="2">
                  <c:v>Coding invoice processes</c:v>
                </c:pt>
                <c:pt idx="3">
                  <c:v>Management of supplier and purchase invoices</c:v>
                </c:pt>
                <c:pt idx="4">
                  <c:v>Managing Spend leakage </c:v>
                </c:pt>
                <c:pt idx="5">
                  <c:v>Finance query management &amp; reporting</c:v>
                </c:pt>
                <c:pt idx="6">
                  <c:v>Debt collection administration processes</c:v>
                </c:pt>
                <c:pt idx="7">
                  <c:v>Customer Invoicing &amp; Finance Workflow</c:v>
                </c:pt>
                <c:pt idx="8">
                  <c:v>Online expense management</c:v>
                </c:pt>
              </c:strCache>
            </c:strRef>
          </c:cat>
          <c:val>
            <c:numRef>
              <c:f>'[Value Calculator_Financials LIVE v9.xlsm]Value Analysis'!$L$45:$L$54</c:f>
              <c:numCache>
                <c:formatCode>"£"#,##0</c:formatCode>
                <c:ptCount val="10"/>
                <c:pt idx="0">
                  <c:v>58750</c:v>
                </c:pt>
                <c:pt idx="1">
                  <c:v>1023555.5555555555</c:v>
                </c:pt>
                <c:pt idx="2">
                  <c:v>767666.66666666663</c:v>
                </c:pt>
                <c:pt idx="3">
                  <c:v>266550.92592592596</c:v>
                </c:pt>
                <c:pt idx="4">
                  <c:v>246293.05555555553</c:v>
                </c:pt>
                <c:pt idx="5">
                  <c:v>16156.25</c:v>
                </c:pt>
                <c:pt idx="6">
                  <c:v>226205.77777777778</c:v>
                </c:pt>
                <c:pt idx="7">
                  <c:v>189153.06666666668</c:v>
                </c:pt>
                <c:pt idx="8">
                  <c:v>13306.222222222221</c:v>
                </c:pt>
                <c:pt idx="9">
                  <c:v>388219.99999999988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4-9EAE-4580-A045-0FDD7AB7F4E3}"/>
            </c:ext>
          </c:extLst>
        </c:ser>
        <c:dLbls>
          <c:showLegendKey val="0"/>
          <c:showVal val="0"/>
          <c:showCatName val="0"/>
          <c:showSerName val="0"/>
          <c:showPercent val="1"/>
          <c:showBubbleSize val="0"/>
          <c:showLeaderLines val="1"/>
        </c:dLbls>
        <c:firstSliceAng val="0"/>
        <c:holeSize val="75"/>
      </c:doughnutChart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tr-TR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7753995B-D5C5-E9F3-74E1-867BB85FAC2E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8775A38-0062-6C38-0B8A-6561F09F2DFE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2EE6207-6821-4DAB-B818-E4F4F6AB12F5}" type="datetimeFigureOut">
              <a:rPr lang="en-GB" smtClean="0"/>
              <a:t>02/10/2024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276C68E-BDFC-0BFF-7F14-6B953611F6E6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3CFAFE3-268E-270F-8A32-C160C9648350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74E5AB6-E7A7-49F2-B3EF-8EA64FA4A41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65752091"/>
      </p:ext>
    </p:extLst>
  </p:cSld>
  <p:clrMap bg1="lt1" tx1="dk1" bg2="lt2" tx2="dk2" accent1="accent1" accent2="accent2" accent3="accent3" accent4="accent4" accent5="accent5" accent6="accent6" hlink="hlink" folHlink="folHlink"/>
  <p:extLst>
    <p:ext uri="{56416CCD-93CA-4268-BC5B-53C4BB910035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B936EE0-4F6D-274D-8902-95CDFEF84C8C}" type="datetimeFigureOut">
              <a:rPr lang="en-US" smtClean="0"/>
              <a:t>10/2/2024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E6F5981-AC5E-AE4D-852B-DAB06874D7E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649916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E6F5981-AC5E-AE4D-852B-DAB06874D7E5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516562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E6F5981-AC5E-AE4D-852B-DAB06874D7E5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288511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8.xml.rels><?xml version="1.0" encoding="UTF-8" standalone="yes"?>
<Relationships xmlns="http://schemas.openxmlformats.org/package/2006/relationships"><Relationship Id="rId8" Type="http://schemas.openxmlformats.org/officeDocument/2006/relationships/hyperlink" Target="mailto:hello@oneadvanced.com" TargetMode="External"/><Relationship Id="rId3" Type="http://schemas.openxmlformats.org/officeDocument/2006/relationships/image" Target="../media/image8.svg"/><Relationship Id="rId7" Type="http://schemas.openxmlformats.org/officeDocument/2006/relationships/image" Target="../media/image12.sv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11.png"/><Relationship Id="rId5" Type="http://schemas.openxmlformats.org/officeDocument/2006/relationships/image" Target="../media/image10.svg"/><Relationship Id="rId10" Type="http://schemas.openxmlformats.org/officeDocument/2006/relationships/image" Target="../media/image4.svg"/><Relationship Id="rId4" Type="http://schemas.openxmlformats.org/officeDocument/2006/relationships/image" Target="../media/image9.png"/><Relationship Id="rId9" Type="http://schemas.openxmlformats.org/officeDocument/2006/relationships/image" Target="../media/image3.png"/></Relationships>
</file>

<file path=ppt/slideLayouts/_rels/slideLayout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4B14551C-8DA6-7975-4AC8-8A180A4C60C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95325" y="3794264"/>
            <a:ext cx="5292725" cy="623624"/>
          </a:xfrm>
        </p:spPr>
        <p:txBody>
          <a:bodyPr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spcAft>
                <a:spcPts val="500"/>
              </a:spcAft>
              <a:buFont typeface="Arial" panose="020B0604020202020204" pitchFamily="34" charset="0"/>
              <a:buNone/>
              <a:defRPr lang="en-US" sz="2000" kern="1200" dirty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A774C2F-C574-4EA9-44E0-B379B00831F7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ctrTitle"/>
          </p:nvPr>
        </p:nvSpPr>
        <p:spPr>
          <a:xfrm>
            <a:off x="695325" y="1287508"/>
            <a:ext cx="5292724" cy="2251163"/>
          </a:xfrm>
        </p:spPr>
        <p:txBody>
          <a:bodyPr anchor="b">
            <a:noAutofit/>
          </a:bodyPr>
          <a:lstStyle>
            <a:lvl1pPr marL="0"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lang="en-US" sz="44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26334E7-498F-66AF-F2DA-D2DEE88A04B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04377" y="6356350"/>
            <a:ext cx="1124423" cy="365125"/>
          </a:xfrm>
        </p:spPr>
        <p:txBody>
          <a:bodyPr/>
          <a:lstStyle>
            <a:lvl1pPr>
              <a:defRPr lang="en-GB" sz="1200" b="1" i="0" kern="1200" smtClean="0">
                <a:solidFill>
                  <a:schemeClr val="tx1">
                    <a:lumMod val="25000"/>
                    <a:lumOff val="75000"/>
                  </a:schemeClr>
                </a:solidFill>
                <a:latin typeface="Montserrat SemiBold" pitchFamily="2" charset="77"/>
                <a:ea typeface="+mn-ea"/>
                <a:cs typeface="+mn-cs"/>
              </a:defRPr>
            </a:lvl1pPr>
          </a:lstStyle>
          <a:p>
            <a:fld id="{98FAEBFC-AF3F-6E47-9766-48C2D7B36252}" type="datetime1">
              <a:rPr lang="en-GB" smtClean="0"/>
              <a:t>02/10/2024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F412EE1-3EC5-BFE6-C357-F5252CFAA9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981200" y="6356350"/>
            <a:ext cx="4114800" cy="365125"/>
          </a:xfrm>
        </p:spPr>
        <p:txBody>
          <a:bodyPr/>
          <a:lstStyle>
            <a:lvl1pPr>
              <a:defRPr lang="en-US" sz="1200" b="1" i="0" kern="1200" dirty="0">
                <a:solidFill>
                  <a:schemeClr val="tx1">
                    <a:lumMod val="25000"/>
                    <a:lumOff val="75000"/>
                  </a:schemeClr>
                </a:solidFill>
                <a:latin typeface="Montserrat SemiBold" pitchFamily="2" charset="77"/>
                <a:ea typeface="+mn-ea"/>
                <a:cs typeface="+mn-cs"/>
              </a:defRPr>
            </a:lvl1pPr>
          </a:lstStyle>
          <a:p>
            <a:r>
              <a:rPr lang="en-GB"/>
              <a:t>Powering the world of work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15F6F8-891C-1521-D183-6AB83FEDE8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200" b="1" i="0">
                <a:solidFill>
                  <a:schemeClr val="tx1">
                    <a:lumMod val="25000"/>
                    <a:lumOff val="75000"/>
                  </a:schemeClr>
                </a:solidFill>
                <a:latin typeface="Montserrat SemiBold" pitchFamily="2" charset="77"/>
              </a:defRPr>
            </a:lvl1pPr>
          </a:lstStyle>
          <a:p>
            <a:fld id="{3531A8E9-B4CF-5643-AF96-CB4C768DAD63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2BA657EF-F445-0102-2BA7-44A9F51D832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698051" y="730390"/>
            <a:ext cx="2197544" cy="274693"/>
          </a:xfrm>
          <a:prstGeom prst="rect">
            <a:avLst/>
          </a:prstGeom>
        </p:spPr>
      </p:pic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0DB90FE5-9B10-DE0E-C798-6B53CC1B51B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95326" y="4912911"/>
            <a:ext cx="5292723" cy="365126"/>
          </a:xfrm>
        </p:spPr>
        <p:txBody>
          <a:bodyPr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spcAft>
                <a:spcPts val="500"/>
              </a:spcAft>
              <a:buFont typeface="Arial" panose="020B0604020202020204" pitchFamily="34" charset="0"/>
              <a:buNone/>
              <a:defRPr lang="en-US" sz="1100" b="1" kern="1200" dirty="0">
                <a:solidFill>
                  <a:schemeClr val="tx2"/>
                </a:solidFill>
                <a:latin typeface="Montserrat SemiBold" pitchFamily="2" charset="77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4516B070-9C5D-0E7C-E2ED-3FE385C3774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167438" y="730389"/>
            <a:ext cx="5668391" cy="5398949"/>
          </a:xfrm>
        </p:spPr>
        <p:txBody>
          <a:bodyPr anchor="ctr"/>
          <a:lstStyle>
            <a:lvl1pPr marL="90000" indent="0" algn="ctr">
              <a:buNone/>
              <a:defRPr/>
            </a:lvl1pPr>
          </a:lstStyle>
          <a:p>
            <a:r>
              <a:rPr lang="en-US"/>
              <a:t>Click icon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124975490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itle 1">
            <a:extLst>
              <a:ext uri="{FF2B5EF4-FFF2-40B4-BE49-F238E27FC236}">
                <a16:creationId xmlns:a16="http://schemas.microsoft.com/office/drawing/2014/main" id="{DCACB3E2-F3D6-FBFE-9D4D-122785B60F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95325" y="1528700"/>
            <a:ext cx="5292724" cy="2251163"/>
          </a:xfrm>
        </p:spPr>
        <p:txBody>
          <a:bodyPr anchor="b">
            <a:noAutofit/>
          </a:bodyPr>
          <a:lstStyle>
            <a:lvl1pPr marL="0"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lang="en-US" sz="48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9EADAE5C-AB56-334E-55D5-580A0F311684}"/>
              </a:ext>
            </a:extLst>
          </p:cNvPr>
          <p:cNvGrpSpPr/>
          <p:nvPr userDrawn="1"/>
        </p:nvGrpSpPr>
        <p:grpSpPr>
          <a:xfrm>
            <a:off x="6478742" y="11724"/>
            <a:ext cx="5092742" cy="3234091"/>
            <a:chOff x="6478742" y="11724"/>
            <a:chExt cx="5092742" cy="3234091"/>
          </a:xfrm>
        </p:grpSpPr>
        <p:sp>
          <p:nvSpPr>
            <p:cNvPr id="15" name="Freeform 14">
              <a:extLst>
                <a:ext uri="{FF2B5EF4-FFF2-40B4-BE49-F238E27FC236}">
                  <a16:creationId xmlns:a16="http://schemas.microsoft.com/office/drawing/2014/main" id="{33419A74-C617-E2EF-D709-898E5041469E}"/>
                </a:ext>
              </a:extLst>
            </p:cNvPr>
            <p:cNvSpPr/>
            <p:nvPr/>
          </p:nvSpPr>
          <p:spPr>
            <a:xfrm rot="21242962">
              <a:off x="6478742" y="11724"/>
              <a:ext cx="3084269" cy="2201375"/>
            </a:xfrm>
            <a:custGeom>
              <a:avLst/>
              <a:gdLst>
                <a:gd name="connsiteX0" fmla="*/ 1712414 w 3084269"/>
                <a:gd name="connsiteY0" fmla="*/ 0 h 2201375"/>
                <a:gd name="connsiteX1" fmla="*/ 3084269 w 3084269"/>
                <a:gd name="connsiteY1" fmla="*/ 142993 h 2201375"/>
                <a:gd name="connsiteX2" fmla="*/ 3068835 w 3084269"/>
                <a:gd name="connsiteY2" fmla="*/ 150278 h 2201375"/>
                <a:gd name="connsiteX3" fmla="*/ 1339326 w 3084269"/>
                <a:gd name="connsiteY3" fmla="*/ 1231203 h 2201375"/>
                <a:gd name="connsiteX4" fmla="*/ 410602 w 3084269"/>
                <a:gd name="connsiteY4" fmla="*/ 2201375 h 2201375"/>
                <a:gd name="connsiteX5" fmla="*/ 89947 w 3084269"/>
                <a:gd name="connsiteY5" fmla="*/ 2011654 h 2201375"/>
                <a:gd name="connsiteX6" fmla="*/ 29617 w 3084269"/>
                <a:gd name="connsiteY6" fmla="*/ 1917289 h 2201375"/>
                <a:gd name="connsiteX7" fmla="*/ 692504 w 3084269"/>
                <a:gd name="connsiteY7" fmla="*/ 797542 h 2201375"/>
                <a:gd name="connsiteX8" fmla="*/ 1697317 w 3084269"/>
                <a:gd name="connsiteY8" fmla="*/ 9339 h 22013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084269" h="2201375">
                  <a:moveTo>
                    <a:pt x="1712414" y="0"/>
                  </a:moveTo>
                  <a:lnTo>
                    <a:pt x="3084269" y="142993"/>
                  </a:lnTo>
                  <a:lnTo>
                    <a:pt x="3068835" y="150278"/>
                  </a:lnTo>
                  <a:cubicBezTo>
                    <a:pt x="2458563" y="450626"/>
                    <a:pt x="1870771" y="804095"/>
                    <a:pt x="1339326" y="1231203"/>
                  </a:cubicBezTo>
                  <a:cubicBezTo>
                    <a:pt x="1088128" y="1432698"/>
                    <a:pt x="609506" y="1805227"/>
                    <a:pt x="410602" y="2201375"/>
                  </a:cubicBezTo>
                  <a:cubicBezTo>
                    <a:pt x="281485" y="2163160"/>
                    <a:pt x="169456" y="2103371"/>
                    <a:pt x="89947" y="2011654"/>
                  </a:cubicBezTo>
                  <a:cubicBezTo>
                    <a:pt x="63833" y="1981432"/>
                    <a:pt x="43876" y="1949857"/>
                    <a:pt x="29617" y="1917289"/>
                  </a:cubicBezTo>
                  <a:cubicBezTo>
                    <a:pt x="-140683" y="1531380"/>
                    <a:pt x="469312" y="999237"/>
                    <a:pt x="692504" y="797542"/>
                  </a:cubicBezTo>
                  <a:cubicBezTo>
                    <a:pt x="1058981" y="467100"/>
                    <a:pt x="1376979" y="217868"/>
                    <a:pt x="1697317" y="9339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9500000" scaled="0"/>
            </a:gradFill>
            <a:ln w="7606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endParaRPr lang="en-US"/>
            </a:p>
          </p:txBody>
        </p:sp>
        <p:sp>
          <p:nvSpPr>
            <p:cNvPr id="16" name="Freeform 15">
              <a:extLst>
                <a:ext uri="{FF2B5EF4-FFF2-40B4-BE49-F238E27FC236}">
                  <a16:creationId xmlns:a16="http://schemas.microsoft.com/office/drawing/2014/main" id="{01C47ADB-F7DB-9310-CF82-78A759ED12C3}"/>
                </a:ext>
              </a:extLst>
            </p:cNvPr>
            <p:cNvSpPr/>
            <p:nvPr/>
          </p:nvSpPr>
          <p:spPr>
            <a:xfrm rot="21242962">
              <a:off x="6648918" y="1802814"/>
              <a:ext cx="4922566" cy="1443001"/>
            </a:xfrm>
            <a:custGeom>
              <a:avLst/>
              <a:gdLst>
                <a:gd name="connsiteX0" fmla="*/ 3058208 w 3070412"/>
                <a:gd name="connsiteY0" fmla="*/ 567433 h 875159"/>
                <a:gd name="connsiteX1" fmla="*/ 3039346 w 3070412"/>
                <a:gd name="connsiteY1" fmla="*/ 875160 h 875159"/>
                <a:gd name="connsiteX2" fmla="*/ 2868298 w 3070412"/>
                <a:gd name="connsiteY2" fmla="*/ 798816 h 875159"/>
                <a:gd name="connsiteX3" fmla="*/ 979683 w 3070412"/>
                <a:gd name="connsiteY3" fmla="*/ 704601 h 875159"/>
                <a:gd name="connsiteX4" fmla="*/ 195266 w 3070412"/>
                <a:gd name="connsiteY4" fmla="*/ 473758 h 875159"/>
                <a:gd name="connsiteX5" fmla="*/ 195113 w 3070412"/>
                <a:gd name="connsiteY5" fmla="*/ 473872 h 875159"/>
                <a:gd name="connsiteX6" fmla="*/ 0 w 3070412"/>
                <a:gd name="connsiteY6" fmla="*/ 343 h 875159"/>
                <a:gd name="connsiteX7" fmla="*/ 441 w 3070412"/>
                <a:gd name="connsiteY7" fmla="*/ 0 h 875159"/>
                <a:gd name="connsiteX8" fmla="*/ 37503 w 3070412"/>
                <a:gd name="connsiteY8" fmla="*/ 56462 h 875159"/>
                <a:gd name="connsiteX9" fmla="*/ 235363 w 3070412"/>
                <a:gd name="connsiteY9" fmla="*/ 168656 h 875159"/>
                <a:gd name="connsiteX10" fmla="*/ 947887 w 3070412"/>
                <a:gd name="connsiteY10" fmla="*/ 184009 h 875159"/>
                <a:gd name="connsiteX11" fmla="*/ 1825472 w 3070412"/>
                <a:gd name="connsiteY11" fmla="*/ 155892 h 875159"/>
                <a:gd name="connsiteX12" fmla="*/ 3058208 w 3070412"/>
                <a:gd name="connsiteY12" fmla="*/ 567433 h 8751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070412" h="875159">
                  <a:moveTo>
                    <a:pt x="3058208" y="567433"/>
                  </a:moveTo>
                  <a:cubicBezTo>
                    <a:pt x="3079961" y="659647"/>
                    <a:pt x="3072009" y="763354"/>
                    <a:pt x="3039346" y="875160"/>
                  </a:cubicBezTo>
                  <a:cubicBezTo>
                    <a:pt x="2990644" y="846168"/>
                    <a:pt x="2933800" y="820425"/>
                    <a:pt x="2868298" y="798816"/>
                  </a:cubicBezTo>
                  <a:cubicBezTo>
                    <a:pt x="2285073" y="605788"/>
                    <a:pt x="1587119" y="714206"/>
                    <a:pt x="979683" y="704601"/>
                  </a:cubicBezTo>
                  <a:cubicBezTo>
                    <a:pt x="779495" y="701427"/>
                    <a:pt x="293484" y="720044"/>
                    <a:pt x="195266" y="473758"/>
                  </a:cubicBezTo>
                  <a:lnTo>
                    <a:pt x="195113" y="473872"/>
                  </a:lnTo>
                  <a:lnTo>
                    <a:pt x="0" y="343"/>
                  </a:lnTo>
                  <a:lnTo>
                    <a:pt x="441" y="0"/>
                  </a:lnTo>
                  <a:cubicBezTo>
                    <a:pt x="9237" y="19615"/>
                    <a:pt x="21456" y="38461"/>
                    <a:pt x="37503" y="56462"/>
                  </a:cubicBezTo>
                  <a:cubicBezTo>
                    <a:pt x="86349" y="111090"/>
                    <a:pt x="155511" y="146393"/>
                    <a:pt x="235363" y="168656"/>
                  </a:cubicBezTo>
                  <a:cubicBezTo>
                    <a:pt x="458597" y="230919"/>
                    <a:pt x="765701" y="190464"/>
                    <a:pt x="947887" y="184009"/>
                  </a:cubicBezTo>
                  <a:cubicBezTo>
                    <a:pt x="1240337" y="173597"/>
                    <a:pt x="1533015" y="163481"/>
                    <a:pt x="1825472" y="155892"/>
                  </a:cubicBezTo>
                  <a:cubicBezTo>
                    <a:pt x="2631802" y="103799"/>
                    <a:pt x="2990575" y="278491"/>
                    <a:pt x="3058208" y="567433"/>
                  </a:cubicBezTo>
                  <a:close/>
                </a:path>
              </a:pathLst>
            </a:custGeom>
            <a:gradFill>
              <a:gsLst>
                <a:gs pos="11000">
                  <a:schemeClr val="accent1"/>
                </a:gs>
                <a:gs pos="100000">
                  <a:schemeClr val="accent3"/>
                </a:gs>
              </a:gsLst>
              <a:lin ang="0" scaled="0"/>
            </a:gradFill>
            <a:ln w="760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26334E7-498F-66AF-F2DA-D2DEE88A04B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04377" y="6356350"/>
            <a:ext cx="1124423" cy="365125"/>
          </a:xfrm>
        </p:spPr>
        <p:txBody>
          <a:bodyPr/>
          <a:lstStyle>
            <a:lvl1pPr>
              <a:defRPr lang="en-GB" sz="1200" b="1" i="0" kern="1200" smtClean="0">
                <a:solidFill>
                  <a:schemeClr val="tx1">
                    <a:lumMod val="25000"/>
                    <a:lumOff val="75000"/>
                  </a:schemeClr>
                </a:solidFill>
                <a:latin typeface="Montserrat SemiBold" pitchFamily="2" charset="77"/>
                <a:ea typeface="+mn-ea"/>
                <a:cs typeface="+mn-cs"/>
              </a:defRPr>
            </a:lvl1pPr>
          </a:lstStyle>
          <a:p>
            <a:fld id="{98FAEBFC-AF3F-6E47-9766-48C2D7B36252}" type="datetime1">
              <a:rPr lang="en-GB" smtClean="0"/>
              <a:t>02/10/2024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F412EE1-3EC5-BFE6-C357-F5252CFAA9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981200" y="6356350"/>
            <a:ext cx="4114800" cy="365125"/>
          </a:xfrm>
        </p:spPr>
        <p:txBody>
          <a:bodyPr/>
          <a:lstStyle>
            <a:lvl1pPr>
              <a:defRPr lang="en-US" sz="1200" b="1" i="0" kern="1200" dirty="0">
                <a:solidFill>
                  <a:schemeClr val="tx1">
                    <a:lumMod val="25000"/>
                    <a:lumOff val="75000"/>
                  </a:schemeClr>
                </a:solidFill>
                <a:latin typeface="Montserrat SemiBold" pitchFamily="2" charset="77"/>
                <a:ea typeface="+mn-ea"/>
                <a:cs typeface="+mn-cs"/>
              </a:defRPr>
            </a:lvl1pPr>
          </a:lstStyle>
          <a:p>
            <a:r>
              <a:rPr lang="en-GB"/>
              <a:t>Powering the world of work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15F6F8-891C-1521-D183-6AB83FEDE8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200" b="1" i="0">
                <a:solidFill>
                  <a:schemeClr val="tx1">
                    <a:lumMod val="25000"/>
                    <a:lumOff val="75000"/>
                  </a:schemeClr>
                </a:solidFill>
                <a:latin typeface="Montserrat SemiBold" pitchFamily="2" charset="77"/>
              </a:defRPr>
            </a:lvl1pPr>
          </a:lstStyle>
          <a:p>
            <a:fld id="{3531A8E9-B4CF-5643-AF96-CB4C768DAD6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1" name="Subtitle 2">
            <a:extLst>
              <a:ext uri="{FF2B5EF4-FFF2-40B4-BE49-F238E27FC236}">
                <a16:creationId xmlns:a16="http://schemas.microsoft.com/office/drawing/2014/main" id="{FE279612-A00D-9DA6-F257-9A62F420A74A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95325" y="3989150"/>
            <a:ext cx="5292725" cy="623624"/>
          </a:xfrm>
        </p:spPr>
        <p:txBody>
          <a:bodyPr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spcAft>
                <a:spcPts val="500"/>
              </a:spcAft>
              <a:buFont typeface="Arial" panose="020B0604020202020204" pitchFamily="34" charset="0"/>
              <a:buNone/>
              <a:defRPr lang="en-US" sz="2000" kern="1200" dirty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 </a:t>
            </a:r>
            <a:endParaRPr lang="en-US"/>
          </a:p>
        </p:txBody>
      </p:sp>
      <p:sp>
        <p:nvSpPr>
          <p:cNvPr id="23" name="Text Placeholder 11">
            <a:extLst>
              <a:ext uri="{FF2B5EF4-FFF2-40B4-BE49-F238E27FC236}">
                <a16:creationId xmlns:a16="http://schemas.microsoft.com/office/drawing/2014/main" id="{157F8B76-BD18-D930-D55C-B6A1B10E82B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95326" y="4912911"/>
            <a:ext cx="5292723" cy="365126"/>
          </a:xfrm>
        </p:spPr>
        <p:txBody>
          <a:bodyPr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spcAft>
                <a:spcPts val="500"/>
              </a:spcAft>
              <a:buFont typeface="Arial" panose="020B0604020202020204" pitchFamily="34" charset="0"/>
              <a:buNone/>
              <a:defRPr lang="en-US" sz="1100" b="1" kern="1200" dirty="0">
                <a:solidFill>
                  <a:schemeClr val="tx2"/>
                </a:solidFill>
                <a:latin typeface="Montserrat SemiBold" pitchFamily="2" charset="77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Freeform 17">
            <a:extLst>
              <a:ext uri="{FF2B5EF4-FFF2-40B4-BE49-F238E27FC236}">
                <a16:creationId xmlns:a16="http://schemas.microsoft.com/office/drawing/2014/main" id="{75412991-0C78-34EB-A601-7A8E3F7EE776}"/>
              </a:ext>
            </a:extLst>
          </p:cNvPr>
          <p:cNvSpPr/>
          <p:nvPr userDrawn="1"/>
        </p:nvSpPr>
        <p:spPr>
          <a:xfrm rot="21242962">
            <a:off x="7869369" y="2520796"/>
            <a:ext cx="4256009" cy="4337952"/>
          </a:xfrm>
          <a:custGeom>
            <a:avLst/>
            <a:gdLst>
              <a:gd name="connsiteX0" fmla="*/ 3868539 w 4256009"/>
              <a:gd name="connsiteY0" fmla="*/ 0 h 4337952"/>
              <a:gd name="connsiteX1" fmla="*/ 4201006 w 4256009"/>
              <a:gd name="connsiteY1" fmla="*/ 923585 h 4337952"/>
              <a:gd name="connsiteX2" fmla="*/ 4197837 w 4256009"/>
              <a:gd name="connsiteY2" fmla="*/ 924928 h 4337952"/>
              <a:gd name="connsiteX3" fmla="*/ 3252373 w 4256009"/>
              <a:gd name="connsiteY3" fmla="*/ 3222792 h 4337952"/>
              <a:gd name="connsiteX4" fmla="*/ 2112265 w 4256009"/>
              <a:gd name="connsiteY4" fmla="*/ 4270280 h 4337952"/>
              <a:gd name="connsiteX5" fmla="*/ 2022491 w 4256009"/>
              <a:gd name="connsiteY5" fmla="*/ 4337952 h 4337952"/>
              <a:gd name="connsiteX6" fmla="*/ 0 w 4256009"/>
              <a:gd name="connsiteY6" fmla="*/ 4127141 h 4337952"/>
              <a:gd name="connsiteX7" fmla="*/ 238118 w 4256009"/>
              <a:gd name="connsiteY7" fmla="*/ 3995550 h 4337952"/>
              <a:gd name="connsiteX8" fmla="*/ 2502315 w 4256009"/>
              <a:gd name="connsiteY8" fmla="*/ 2401453 h 4337952"/>
              <a:gd name="connsiteX9" fmla="*/ 3842007 w 4256009"/>
              <a:gd name="connsiteY9" fmla="*/ 512614 h 4337952"/>
              <a:gd name="connsiteX10" fmla="*/ 3868539 w 4256009"/>
              <a:gd name="connsiteY10" fmla="*/ 0 h 43379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4256009" h="4337952">
                <a:moveTo>
                  <a:pt x="3868539" y="0"/>
                </a:moveTo>
                <a:lnTo>
                  <a:pt x="4201006" y="923585"/>
                </a:lnTo>
                <a:lnTo>
                  <a:pt x="4197837" y="924928"/>
                </a:lnTo>
                <a:cubicBezTo>
                  <a:pt x="4469769" y="1628233"/>
                  <a:pt x="3726170" y="2693196"/>
                  <a:pt x="3252373" y="3222792"/>
                </a:cubicBezTo>
                <a:cubicBezTo>
                  <a:pt x="2922101" y="3589121"/>
                  <a:pt x="2535116" y="3939896"/>
                  <a:pt x="2112265" y="4270280"/>
                </a:cubicBezTo>
                <a:lnTo>
                  <a:pt x="2022491" y="4337952"/>
                </a:lnTo>
                <a:lnTo>
                  <a:pt x="0" y="4127141"/>
                </a:lnTo>
                <a:lnTo>
                  <a:pt x="238118" y="3995550"/>
                </a:lnTo>
                <a:cubicBezTo>
                  <a:pt x="1034127" y="3545690"/>
                  <a:pt x="1877646" y="3003452"/>
                  <a:pt x="2502315" y="2401453"/>
                </a:cubicBezTo>
                <a:cubicBezTo>
                  <a:pt x="3161978" y="1765733"/>
                  <a:pt x="3685865" y="1079007"/>
                  <a:pt x="3842007" y="512614"/>
                </a:cubicBezTo>
                <a:cubicBezTo>
                  <a:pt x="3893406" y="326720"/>
                  <a:pt x="3904917" y="153979"/>
                  <a:pt x="3868539" y="0"/>
                </a:cubicBezTo>
                <a:close/>
              </a:path>
            </a:pathLst>
          </a:custGeom>
          <a:gradFill flip="none" rotWithShape="1">
            <a:gsLst>
              <a:gs pos="0">
                <a:schemeClr val="tx2"/>
              </a:gs>
              <a:gs pos="99000">
                <a:schemeClr val="accent1"/>
              </a:gs>
            </a:gsLst>
            <a:lin ang="18900000" scaled="1"/>
            <a:tileRect/>
          </a:gradFill>
          <a:ln w="7606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US"/>
          </a:p>
        </p:txBody>
      </p:sp>
      <p:sp>
        <p:nvSpPr>
          <p:cNvPr id="28" name="Freeform 27">
            <a:extLst>
              <a:ext uri="{FF2B5EF4-FFF2-40B4-BE49-F238E27FC236}">
                <a16:creationId xmlns:a16="http://schemas.microsoft.com/office/drawing/2014/main" id="{36E4DEAF-BC4A-5DD9-036E-624FD7C4D0B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959600" y="1287463"/>
            <a:ext cx="4264025" cy="4273550"/>
          </a:xfrm>
          <a:custGeom>
            <a:avLst/>
            <a:gdLst>
              <a:gd name="connsiteX0" fmla="*/ 328842 w 4264025"/>
              <a:gd name="connsiteY0" fmla="*/ 0 h 4273550"/>
              <a:gd name="connsiteX1" fmla="*/ 3935183 w 4264025"/>
              <a:gd name="connsiteY1" fmla="*/ 0 h 4273550"/>
              <a:gd name="connsiteX2" fmla="*/ 4264025 w 4264025"/>
              <a:gd name="connsiteY2" fmla="*/ 328842 h 4273550"/>
              <a:gd name="connsiteX3" fmla="*/ 4264025 w 4264025"/>
              <a:gd name="connsiteY3" fmla="*/ 2397987 h 4273550"/>
              <a:gd name="connsiteX4" fmla="*/ 4187602 w 4264025"/>
              <a:gd name="connsiteY4" fmla="*/ 2540521 h 4273550"/>
              <a:gd name="connsiteX5" fmla="*/ 3434167 w 4264025"/>
              <a:gd name="connsiteY5" fmla="*/ 3594728 h 4273550"/>
              <a:gd name="connsiteX6" fmla="*/ 2977109 w 4264025"/>
              <a:gd name="connsiteY6" fmla="*/ 4084536 h 4273550"/>
              <a:gd name="connsiteX7" fmla="*/ 2776680 w 4264025"/>
              <a:gd name="connsiteY7" fmla="*/ 4273550 h 4273550"/>
              <a:gd name="connsiteX8" fmla="*/ 328842 w 4264025"/>
              <a:gd name="connsiteY8" fmla="*/ 4273550 h 4273550"/>
              <a:gd name="connsiteX9" fmla="*/ 0 w 4264025"/>
              <a:gd name="connsiteY9" fmla="*/ 3944708 h 4273550"/>
              <a:gd name="connsiteX10" fmla="*/ 0 w 4264025"/>
              <a:gd name="connsiteY10" fmla="*/ 328842 h 4273550"/>
              <a:gd name="connsiteX11" fmla="*/ 328842 w 4264025"/>
              <a:gd name="connsiteY11" fmla="*/ 0 h 42735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4264025" h="4273550">
                <a:moveTo>
                  <a:pt x="328842" y="0"/>
                </a:moveTo>
                <a:lnTo>
                  <a:pt x="3935183" y="0"/>
                </a:lnTo>
                <a:cubicBezTo>
                  <a:pt x="4116797" y="0"/>
                  <a:pt x="4264025" y="147228"/>
                  <a:pt x="4264025" y="328842"/>
                </a:cubicBezTo>
                <a:lnTo>
                  <a:pt x="4264025" y="2397987"/>
                </a:lnTo>
                <a:lnTo>
                  <a:pt x="4187602" y="2540521"/>
                </a:lnTo>
                <a:cubicBezTo>
                  <a:pt x="3989287" y="2884882"/>
                  <a:pt x="3729269" y="3244387"/>
                  <a:pt x="3434167" y="3594728"/>
                </a:cubicBezTo>
                <a:cubicBezTo>
                  <a:pt x="3294444" y="3760607"/>
                  <a:pt x="3140729" y="3924189"/>
                  <a:pt x="2977109" y="4084536"/>
                </a:cubicBezTo>
                <a:lnTo>
                  <a:pt x="2776680" y="4273550"/>
                </a:lnTo>
                <a:lnTo>
                  <a:pt x="328842" y="4273550"/>
                </a:lnTo>
                <a:cubicBezTo>
                  <a:pt x="147228" y="4273550"/>
                  <a:pt x="0" y="4126322"/>
                  <a:pt x="0" y="3944708"/>
                </a:cubicBezTo>
                <a:lnTo>
                  <a:pt x="0" y="328842"/>
                </a:lnTo>
                <a:cubicBezTo>
                  <a:pt x="0" y="147228"/>
                  <a:pt x="147228" y="0"/>
                  <a:pt x="328842" y="0"/>
                </a:cubicBez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wrap="square" anchor="ctr">
            <a:noAutofit/>
          </a:bodyPr>
          <a:lstStyle>
            <a:lvl1pPr marL="90000" indent="0" algn="ctr">
              <a:buNone/>
              <a:defRPr/>
            </a:lvl1pPr>
          </a:lstStyle>
          <a:p>
            <a:r>
              <a:rPr lang="en-US"/>
              <a:t>Click icon to add picture</a:t>
            </a:r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EF632325-B368-E7E6-040E-5422C4DE6C1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698051" y="730390"/>
            <a:ext cx="2197544" cy="2746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1870233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oup 12">
            <a:extLst>
              <a:ext uri="{FF2B5EF4-FFF2-40B4-BE49-F238E27FC236}">
                <a16:creationId xmlns:a16="http://schemas.microsoft.com/office/drawing/2014/main" id="{9EADAE5C-AB56-334E-55D5-580A0F311684}"/>
              </a:ext>
            </a:extLst>
          </p:cNvPr>
          <p:cNvGrpSpPr/>
          <p:nvPr userDrawn="1"/>
        </p:nvGrpSpPr>
        <p:grpSpPr>
          <a:xfrm>
            <a:off x="6478742" y="11724"/>
            <a:ext cx="5092742" cy="3234091"/>
            <a:chOff x="6478742" y="11724"/>
            <a:chExt cx="5092742" cy="3234091"/>
          </a:xfrm>
        </p:grpSpPr>
        <p:sp>
          <p:nvSpPr>
            <p:cNvPr id="15" name="Freeform 14">
              <a:extLst>
                <a:ext uri="{FF2B5EF4-FFF2-40B4-BE49-F238E27FC236}">
                  <a16:creationId xmlns:a16="http://schemas.microsoft.com/office/drawing/2014/main" id="{33419A74-C617-E2EF-D709-898E5041469E}"/>
                </a:ext>
              </a:extLst>
            </p:cNvPr>
            <p:cNvSpPr/>
            <p:nvPr/>
          </p:nvSpPr>
          <p:spPr>
            <a:xfrm rot="21242962">
              <a:off x="6478742" y="11724"/>
              <a:ext cx="3084269" cy="2201375"/>
            </a:xfrm>
            <a:custGeom>
              <a:avLst/>
              <a:gdLst>
                <a:gd name="connsiteX0" fmla="*/ 1712414 w 3084269"/>
                <a:gd name="connsiteY0" fmla="*/ 0 h 2201375"/>
                <a:gd name="connsiteX1" fmla="*/ 3084269 w 3084269"/>
                <a:gd name="connsiteY1" fmla="*/ 142993 h 2201375"/>
                <a:gd name="connsiteX2" fmla="*/ 3068835 w 3084269"/>
                <a:gd name="connsiteY2" fmla="*/ 150278 h 2201375"/>
                <a:gd name="connsiteX3" fmla="*/ 1339326 w 3084269"/>
                <a:gd name="connsiteY3" fmla="*/ 1231203 h 2201375"/>
                <a:gd name="connsiteX4" fmla="*/ 410602 w 3084269"/>
                <a:gd name="connsiteY4" fmla="*/ 2201375 h 2201375"/>
                <a:gd name="connsiteX5" fmla="*/ 89947 w 3084269"/>
                <a:gd name="connsiteY5" fmla="*/ 2011654 h 2201375"/>
                <a:gd name="connsiteX6" fmla="*/ 29617 w 3084269"/>
                <a:gd name="connsiteY6" fmla="*/ 1917289 h 2201375"/>
                <a:gd name="connsiteX7" fmla="*/ 692504 w 3084269"/>
                <a:gd name="connsiteY7" fmla="*/ 797542 h 2201375"/>
                <a:gd name="connsiteX8" fmla="*/ 1697317 w 3084269"/>
                <a:gd name="connsiteY8" fmla="*/ 9339 h 22013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084269" h="2201375">
                  <a:moveTo>
                    <a:pt x="1712414" y="0"/>
                  </a:moveTo>
                  <a:lnTo>
                    <a:pt x="3084269" y="142993"/>
                  </a:lnTo>
                  <a:lnTo>
                    <a:pt x="3068835" y="150278"/>
                  </a:lnTo>
                  <a:cubicBezTo>
                    <a:pt x="2458563" y="450626"/>
                    <a:pt x="1870771" y="804095"/>
                    <a:pt x="1339326" y="1231203"/>
                  </a:cubicBezTo>
                  <a:cubicBezTo>
                    <a:pt x="1088128" y="1432698"/>
                    <a:pt x="609506" y="1805227"/>
                    <a:pt x="410602" y="2201375"/>
                  </a:cubicBezTo>
                  <a:cubicBezTo>
                    <a:pt x="281485" y="2163160"/>
                    <a:pt x="169456" y="2103371"/>
                    <a:pt x="89947" y="2011654"/>
                  </a:cubicBezTo>
                  <a:cubicBezTo>
                    <a:pt x="63833" y="1981432"/>
                    <a:pt x="43876" y="1949857"/>
                    <a:pt x="29617" y="1917289"/>
                  </a:cubicBezTo>
                  <a:cubicBezTo>
                    <a:pt x="-140683" y="1531380"/>
                    <a:pt x="469312" y="999237"/>
                    <a:pt x="692504" y="797542"/>
                  </a:cubicBezTo>
                  <a:cubicBezTo>
                    <a:pt x="1058981" y="467100"/>
                    <a:pt x="1376979" y="217868"/>
                    <a:pt x="1697317" y="9339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9500000" scaled="0"/>
            </a:gradFill>
            <a:ln w="7606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endParaRPr lang="en-US"/>
            </a:p>
          </p:txBody>
        </p:sp>
        <p:sp>
          <p:nvSpPr>
            <p:cNvPr id="16" name="Freeform 15">
              <a:extLst>
                <a:ext uri="{FF2B5EF4-FFF2-40B4-BE49-F238E27FC236}">
                  <a16:creationId xmlns:a16="http://schemas.microsoft.com/office/drawing/2014/main" id="{01C47ADB-F7DB-9310-CF82-78A759ED12C3}"/>
                </a:ext>
              </a:extLst>
            </p:cNvPr>
            <p:cNvSpPr/>
            <p:nvPr/>
          </p:nvSpPr>
          <p:spPr>
            <a:xfrm rot="21242962">
              <a:off x="6648918" y="1802814"/>
              <a:ext cx="4922566" cy="1443001"/>
            </a:xfrm>
            <a:custGeom>
              <a:avLst/>
              <a:gdLst>
                <a:gd name="connsiteX0" fmla="*/ 3058208 w 3070412"/>
                <a:gd name="connsiteY0" fmla="*/ 567433 h 875159"/>
                <a:gd name="connsiteX1" fmla="*/ 3039346 w 3070412"/>
                <a:gd name="connsiteY1" fmla="*/ 875160 h 875159"/>
                <a:gd name="connsiteX2" fmla="*/ 2868298 w 3070412"/>
                <a:gd name="connsiteY2" fmla="*/ 798816 h 875159"/>
                <a:gd name="connsiteX3" fmla="*/ 979683 w 3070412"/>
                <a:gd name="connsiteY3" fmla="*/ 704601 h 875159"/>
                <a:gd name="connsiteX4" fmla="*/ 195266 w 3070412"/>
                <a:gd name="connsiteY4" fmla="*/ 473758 h 875159"/>
                <a:gd name="connsiteX5" fmla="*/ 195113 w 3070412"/>
                <a:gd name="connsiteY5" fmla="*/ 473872 h 875159"/>
                <a:gd name="connsiteX6" fmla="*/ 0 w 3070412"/>
                <a:gd name="connsiteY6" fmla="*/ 343 h 875159"/>
                <a:gd name="connsiteX7" fmla="*/ 441 w 3070412"/>
                <a:gd name="connsiteY7" fmla="*/ 0 h 875159"/>
                <a:gd name="connsiteX8" fmla="*/ 37503 w 3070412"/>
                <a:gd name="connsiteY8" fmla="*/ 56462 h 875159"/>
                <a:gd name="connsiteX9" fmla="*/ 235363 w 3070412"/>
                <a:gd name="connsiteY9" fmla="*/ 168656 h 875159"/>
                <a:gd name="connsiteX10" fmla="*/ 947887 w 3070412"/>
                <a:gd name="connsiteY10" fmla="*/ 184009 h 875159"/>
                <a:gd name="connsiteX11" fmla="*/ 1825472 w 3070412"/>
                <a:gd name="connsiteY11" fmla="*/ 155892 h 875159"/>
                <a:gd name="connsiteX12" fmla="*/ 3058208 w 3070412"/>
                <a:gd name="connsiteY12" fmla="*/ 567433 h 8751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070412" h="875159">
                  <a:moveTo>
                    <a:pt x="3058208" y="567433"/>
                  </a:moveTo>
                  <a:cubicBezTo>
                    <a:pt x="3079961" y="659647"/>
                    <a:pt x="3072009" y="763354"/>
                    <a:pt x="3039346" y="875160"/>
                  </a:cubicBezTo>
                  <a:cubicBezTo>
                    <a:pt x="2990644" y="846168"/>
                    <a:pt x="2933800" y="820425"/>
                    <a:pt x="2868298" y="798816"/>
                  </a:cubicBezTo>
                  <a:cubicBezTo>
                    <a:pt x="2285073" y="605788"/>
                    <a:pt x="1587119" y="714206"/>
                    <a:pt x="979683" y="704601"/>
                  </a:cubicBezTo>
                  <a:cubicBezTo>
                    <a:pt x="779495" y="701427"/>
                    <a:pt x="293484" y="720044"/>
                    <a:pt x="195266" y="473758"/>
                  </a:cubicBezTo>
                  <a:lnTo>
                    <a:pt x="195113" y="473872"/>
                  </a:lnTo>
                  <a:lnTo>
                    <a:pt x="0" y="343"/>
                  </a:lnTo>
                  <a:lnTo>
                    <a:pt x="441" y="0"/>
                  </a:lnTo>
                  <a:cubicBezTo>
                    <a:pt x="9237" y="19615"/>
                    <a:pt x="21456" y="38461"/>
                    <a:pt x="37503" y="56462"/>
                  </a:cubicBezTo>
                  <a:cubicBezTo>
                    <a:pt x="86349" y="111090"/>
                    <a:pt x="155511" y="146393"/>
                    <a:pt x="235363" y="168656"/>
                  </a:cubicBezTo>
                  <a:cubicBezTo>
                    <a:pt x="458597" y="230919"/>
                    <a:pt x="765701" y="190464"/>
                    <a:pt x="947887" y="184009"/>
                  </a:cubicBezTo>
                  <a:cubicBezTo>
                    <a:pt x="1240337" y="173597"/>
                    <a:pt x="1533015" y="163481"/>
                    <a:pt x="1825472" y="155892"/>
                  </a:cubicBezTo>
                  <a:cubicBezTo>
                    <a:pt x="2631802" y="103799"/>
                    <a:pt x="2990575" y="278491"/>
                    <a:pt x="3058208" y="567433"/>
                  </a:cubicBezTo>
                  <a:close/>
                </a:path>
              </a:pathLst>
            </a:custGeom>
            <a:gradFill>
              <a:gsLst>
                <a:gs pos="11000">
                  <a:schemeClr val="accent1"/>
                </a:gs>
                <a:gs pos="100000">
                  <a:schemeClr val="accent3"/>
                </a:gs>
              </a:gsLst>
              <a:lin ang="0" scaled="0"/>
            </a:gradFill>
            <a:ln w="760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26334E7-498F-66AF-F2DA-D2DEE88A04B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04377" y="6356350"/>
            <a:ext cx="1124423" cy="365125"/>
          </a:xfrm>
        </p:spPr>
        <p:txBody>
          <a:bodyPr/>
          <a:lstStyle>
            <a:lvl1pPr>
              <a:defRPr lang="en-GB" sz="1200" b="1" i="0" kern="1200" smtClean="0">
                <a:solidFill>
                  <a:schemeClr val="tx1">
                    <a:lumMod val="25000"/>
                    <a:lumOff val="75000"/>
                  </a:schemeClr>
                </a:solidFill>
                <a:latin typeface="Montserrat SemiBold" pitchFamily="2" charset="77"/>
                <a:ea typeface="+mn-ea"/>
                <a:cs typeface="+mn-cs"/>
              </a:defRPr>
            </a:lvl1pPr>
          </a:lstStyle>
          <a:p>
            <a:fld id="{98FAEBFC-AF3F-6E47-9766-48C2D7B36252}" type="datetime1">
              <a:rPr lang="en-GB" smtClean="0"/>
              <a:t>02/10/2024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F412EE1-3EC5-BFE6-C357-F5252CFAA9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981200" y="6356350"/>
            <a:ext cx="4114800" cy="365125"/>
          </a:xfrm>
        </p:spPr>
        <p:txBody>
          <a:bodyPr/>
          <a:lstStyle>
            <a:lvl1pPr>
              <a:defRPr lang="en-US" sz="1200" b="1" i="0" kern="1200" dirty="0">
                <a:solidFill>
                  <a:schemeClr val="tx1">
                    <a:lumMod val="25000"/>
                    <a:lumOff val="75000"/>
                  </a:schemeClr>
                </a:solidFill>
                <a:latin typeface="Montserrat SemiBold" pitchFamily="2" charset="77"/>
                <a:ea typeface="+mn-ea"/>
                <a:cs typeface="+mn-cs"/>
              </a:defRPr>
            </a:lvl1pPr>
          </a:lstStyle>
          <a:p>
            <a:r>
              <a:rPr lang="en-GB"/>
              <a:t>Powering the world of work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15F6F8-891C-1521-D183-6AB83FEDE8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200" b="1" i="0">
                <a:solidFill>
                  <a:schemeClr val="tx1">
                    <a:lumMod val="25000"/>
                    <a:lumOff val="75000"/>
                  </a:schemeClr>
                </a:solidFill>
                <a:latin typeface="Montserrat SemiBold" pitchFamily="2" charset="77"/>
              </a:defRPr>
            </a:lvl1pPr>
          </a:lstStyle>
          <a:p>
            <a:fld id="{3531A8E9-B4CF-5643-AF96-CB4C768DAD6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8" name="Freeform 17">
            <a:extLst>
              <a:ext uri="{FF2B5EF4-FFF2-40B4-BE49-F238E27FC236}">
                <a16:creationId xmlns:a16="http://schemas.microsoft.com/office/drawing/2014/main" id="{75412991-0C78-34EB-A601-7A8E3F7EE776}"/>
              </a:ext>
            </a:extLst>
          </p:cNvPr>
          <p:cNvSpPr/>
          <p:nvPr userDrawn="1"/>
        </p:nvSpPr>
        <p:spPr>
          <a:xfrm rot="21242962">
            <a:off x="7869369" y="2520796"/>
            <a:ext cx="4256009" cy="4337952"/>
          </a:xfrm>
          <a:custGeom>
            <a:avLst/>
            <a:gdLst>
              <a:gd name="connsiteX0" fmla="*/ 3868539 w 4256009"/>
              <a:gd name="connsiteY0" fmla="*/ 0 h 4337952"/>
              <a:gd name="connsiteX1" fmla="*/ 4201006 w 4256009"/>
              <a:gd name="connsiteY1" fmla="*/ 923585 h 4337952"/>
              <a:gd name="connsiteX2" fmla="*/ 4197837 w 4256009"/>
              <a:gd name="connsiteY2" fmla="*/ 924928 h 4337952"/>
              <a:gd name="connsiteX3" fmla="*/ 3252373 w 4256009"/>
              <a:gd name="connsiteY3" fmla="*/ 3222792 h 4337952"/>
              <a:gd name="connsiteX4" fmla="*/ 2112265 w 4256009"/>
              <a:gd name="connsiteY4" fmla="*/ 4270280 h 4337952"/>
              <a:gd name="connsiteX5" fmla="*/ 2022491 w 4256009"/>
              <a:gd name="connsiteY5" fmla="*/ 4337952 h 4337952"/>
              <a:gd name="connsiteX6" fmla="*/ 0 w 4256009"/>
              <a:gd name="connsiteY6" fmla="*/ 4127141 h 4337952"/>
              <a:gd name="connsiteX7" fmla="*/ 238118 w 4256009"/>
              <a:gd name="connsiteY7" fmla="*/ 3995550 h 4337952"/>
              <a:gd name="connsiteX8" fmla="*/ 2502315 w 4256009"/>
              <a:gd name="connsiteY8" fmla="*/ 2401453 h 4337952"/>
              <a:gd name="connsiteX9" fmla="*/ 3842007 w 4256009"/>
              <a:gd name="connsiteY9" fmla="*/ 512614 h 4337952"/>
              <a:gd name="connsiteX10" fmla="*/ 3868539 w 4256009"/>
              <a:gd name="connsiteY10" fmla="*/ 0 h 43379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4256009" h="4337952">
                <a:moveTo>
                  <a:pt x="3868539" y="0"/>
                </a:moveTo>
                <a:lnTo>
                  <a:pt x="4201006" y="923585"/>
                </a:lnTo>
                <a:lnTo>
                  <a:pt x="4197837" y="924928"/>
                </a:lnTo>
                <a:cubicBezTo>
                  <a:pt x="4469769" y="1628233"/>
                  <a:pt x="3726170" y="2693196"/>
                  <a:pt x="3252373" y="3222792"/>
                </a:cubicBezTo>
                <a:cubicBezTo>
                  <a:pt x="2922101" y="3589121"/>
                  <a:pt x="2535116" y="3939896"/>
                  <a:pt x="2112265" y="4270280"/>
                </a:cubicBezTo>
                <a:lnTo>
                  <a:pt x="2022491" y="4337952"/>
                </a:lnTo>
                <a:lnTo>
                  <a:pt x="0" y="4127141"/>
                </a:lnTo>
                <a:lnTo>
                  <a:pt x="238118" y="3995550"/>
                </a:lnTo>
                <a:cubicBezTo>
                  <a:pt x="1034127" y="3545690"/>
                  <a:pt x="1877646" y="3003452"/>
                  <a:pt x="2502315" y="2401453"/>
                </a:cubicBezTo>
                <a:cubicBezTo>
                  <a:pt x="3161978" y="1765733"/>
                  <a:pt x="3685865" y="1079007"/>
                  <a:pt x="3842007" y="512614"/>
                </a:cubicBezTo>
                <a:cubicBezTo>
                  <a:pt x="3893406" y="326720"/>
                  <a:pt x="3904917" y="153979"/>
                  <a:pt x="3868539" y="0"/>
                </a:cubicBezTo>
                <a:close/>
              </a:path>
            </a:pathLst>
          </a:custGeom>
          <a:gradFill flip="none" rotWithShape="1">
            <a:gsLst>
              <a:gs pos="0">
                <a:schemeClr val="tx2"/>
              </a:gs>
              <a:gs pos="99000">
                <a:schemeClr val="accent1"/>
              </a:gs>
            </a:gsLst>
            <a:lin ang="18900000" scaled="1"/>
            <a:tileRect/>
          </a:gradFill>
          <a:ln w="7606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49C5667-D53D-4431-E3F2-914E5141B48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95325" y="1528700"/>
            <a:ext cx="5292724" cy="2251163"/>
          </a:xfrm>
        </p:spPr>
        <p:txBody>
          <a:bodyPr anchor="b">
            <a:noAutofit/>
          </a:bodyPr>
          <a:lstStyle>
            <a:lvl1pPr marL="0"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lang="en-US" sz="48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064D20E-0688-A8CD-F668-241C3808DAA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95325" y="3989150"/>
            <a:ext cx="5292725" cy="623624"/>
          </a:xfrm>
        </p:spPr>
        <p:txBody>
          <a:bodyPr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spcAft>
                <a:spcPts val="500"/>
              </a:spcAft>
              <a:buFont typeface="Arial" panose="020B0604020202020204" pitchFamily="34" charset="0"/>
              <a:buNone/>
              <a:defRPr lang="en-US" sz="2000" kern="1200" dirty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7" name="Text Placeholder 11">
            <a:extLst>
              <a:ext uri="{FF2B5EF4-FFF2-40B4-BE49-F238E27FC236}">
                <a16:creationId xmlns:a16="http://schemas.microsoft.com/office/drawing/2014/main" id="{06A6473A-A022-609A-AF07-7030038A976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95326" y="4912911"/>
            <a:ext cx="5292723" cy="365126"/>
          </a:xfrm>
        </p:spPr>
        <p:txBody>
          <a:bodyPr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spcAft>
                <a:spcPts val="500"/>
              </a:spcAft>
              <a:buFont typeface="Arial" panose="020B0604020202020204" pitchFamily="34" charset="0"/>
              <a:buNone/>
              <a:defRPr lang="en-US" sz="1100" b="1" kern="1200" dirty="0">
                <a:solidFill>
                  <a:schemeClr val="tx2"/>
                </a:solidFill>
                <a:latin typeface="Montserrat SemiBold" pitchFamily="2" charset="77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6E5D0EF1-6B49-B967-1CC4-90ECFB619B4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698051" y="730390"/>
            <a:ext cx="2197544" cy="2746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53026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F9439D-6DBE-7731-AB29-BF54E4BDB9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325" y="3358244"/>
            <a:ext cx="7131222" cy="1045099"/>
          </a:xfrm>
        </p:spPr>
        <p:txBody>
          <a:bodyPr anchor="t" anchorCtr="0">
            <a:noAutofit/>
          </a:bodyPr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40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55BEBE5-DDBF-58D3-89AB-318CC043AAA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94800" y="4684168"/>
            <a:ext cx="7131221" cy="795188"/>
          </a:xfrm>
        </p:spPr>
        <p:txBody>
          <a:bodyPr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spcAft>
                <a:spcPts val="500"/>
              </a:spcAft>
              <a:buFont typeface="Arial" panose="020B0604020202020204" pitchFamily="34" charset="0"/>
              <a:buNone/>
              <a:defRPr lang="en-GB" sz="2000" kern="1200" dirty="0">
                <a:solidFill>
                  <a:schemeClr val="tx1">
                    <a:lumMod val="50000"/>
                    <a:lumOff val="50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63E91FE-9EA3-9AF3-554F-B778A5CAB8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D3ECCBB8-735C-914B-8E67-7852CBBDF7EA}" type="datetime1">
              <a:rPr lang="en-GB" smtClean="0"/>
              <a:t>02/10/2024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BBB85C-1D3F-A7F7-8075-A5905BD708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r>
              <a:rPr lang="en-GB"/>
              <a:t>Powering the world of work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D2EBE39-3C0D-A940-F3B5-94FF26D70B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25000"/>
                    <a:lumOff val="75000"/>
                  </a:schemeClr>
                </a:solidFill>
              </a:defRPr>
            </a:lvl1pPr>
          </a:lstStyle>
          <a:p>
            <a:fld id="{3531A8E9-B4CF-5643-AF96-CB4C768DAD63}" type="slidenum">
              <a:rPr lang="en-GB" smtClean="0"/>
              <a:pPr/>
              <a:t>‹#›</a:t>
            </a:fld>
            <a:endParaRPr lang="en-GB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F8C1690-013A-0E49-6BE7-0865F1503BB3}"/>
              </a:ext>
            </a:extLst>
          </p:cNvPr>
          <p:cNvCxnSpPr>
            <a:cxnSpLocks/>
          </p:cNvCxnSpPr>
          <p:nvPr userDrawn="1"/>
        </p:nvCxnSpPr>
        <p:spPr>
          <a:xfrm>
            <a:off x="11498433" y="719138"/>
            <a:ext cx="0" cy="5418137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7" name="Group 16">
            <a:extLst>
              <a:ext uri="{FF2B5EF4-FFF2-40B4-BE49-F238E27FC236}">
                <a16:creationId xmlns:a16="http://schemas.microsoft.com/office/drawing/2014/main" id="{1A8E727C-2E3A-EF8A-389E-BCD93347C1CC}"/>
              </a:ext>
            </a:extLst>
          </p:cNvPr>
          <p:cNvGrpSpPr/>
          <p:nvPr userDrawn="1"/>
        </p:nvGrpSpPr>
        <p:grpSpPr>
          <a:xfrm>
            <a:off x="6197995" y="31933"/>
            <a:ext cx="5103652" cy="6812511"/>
            <a:chOff x="5923354" y="31933"/>
            <a:chExt cx="5103652" cy="6812511"/>
          </a:xfrm>
        </p:grpSpPr>
        <p:sp>
          <p:nvSpPr>
            <p:cNvPr id="18" name="Freeform 17">
              <a:extLst>
                <a:ext uri="{FF2B5EF4-FFF2-40B4-BE49-F238E27FC236}">
                  <a16:creationId xmlns:a16="http://schemas.microsoft.com/office/drawing/2014/main" id="{D046A045-9C8A-1E14-E62B-F95441C012EF}"/>
                </a:ext>
              </a:extLst>
            </p:cNvPr>
            <p:cNvSpPr/>
            <p:nvPr/>
          </p:nvSpPr>
          <p:spPr>
            <a:xfrm rot="21242962">
              <a:off x="5923354" y="31933"/>
              <a:ext cx="3424477" cy="2285083"/>
            </a:xfrm>
            <a:custGeom>
              <a:avLst/>
              <a:gdLst>
                <a:gd name="connsiteX0" fmla="*/ 2079638 w 3424477"/>
                <a:gd name="connsiteY0" fmla="*/ 0 h 2285083"/>
                <a:gd name="connsiteX1" fmla="*/ 3424477 w 3424477"/>
                <a:gd name="connsiteY1" fmla="*/ 140177 h 2285083"/>
                <a:gd name="connsiteX2" fmla="*/ 3420085 w 3424477"/>
                <a:gd name="connsiteY2" fmla="*/ 141953 h 2285083"/>
                <a:gd name="connsiteX3" fmla="*/ 1202327 w 3424477"/>
                <a:gd name="connsiteY3" fmla="*/ 1414150 h 2285083"/>
                <a:gd name="connsiteX4" fmla="*/ 368602 w 3424477"/>
                <a:gd name="connsiteY4" fmla="*/ 2285083 h 2285083"/>
                <a:gd name="connsiteX5" fmla="*/ 80747 w 3424477"/>
                <a:gd name="connsiteY5" fmla="*/ 2114768 h 2285083"/>
                <a:gd name="connsiteX6" fmla="*/ 26587 w 3424477"/>
                <a:gd name="connsiteY6" fmla="*/ 2030056 h 2285083"/>
                <a:gd name="connsiteX7" fmla="*/ 621668 w 3424477"/>
                <a:gd name="connsiteY7" fmla="*/ 1024848 h 2285083"/>
                <a:gd name="connsiteX8" fmla="*/ 1962335 w 3424477"/>
                <a:gd name="connsiteY8" fmla="*/ 59332 h 22850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424477" h="2285083">
                  <a:moveTo>
                    <a:pt x="2079638" y="0"/>
                  </a:moveTo>
                  <a:lnTo>
                    <a:pt x="3424477" y="140177"/>
                  </a:lnTo>
                  <a:lnTo>
                    <a:pt x="3420085" y="141953"/>
                  </a:lnTo>
                  <a:cubicBezTo>
                    <a:pt x="2637305" y="470144"/>
                    <a:pt x="1870245" y="877362"/>
                    <a:pt x="1202327" y="1414150"/>
                  </a:cubicBezTo>
                  <a:cubicBezTo>
                    <a:pt x="976823" y="1595034"/>
                    <a:pt x="547161" y="1929457"/>
                    <a:pt x="368602" y="2285083"/>
                  </a:cubicBezTo>
                  <a:cubicBezTo>
                    <a:pt x="252692" y="2250777"/>
                    <a:pt x="152123" y="2197104"/>
                    <a:pt x="80747" y="2114768"/>
                  </a:cubicBezTo>
                  <a:cubicBezTo>
                    <a:pt x="57303" y="2087638"/>
                    <a:pt x="39388" y="2059293"/>
                    <a:pt x="26587" y="2030056"/>
                  </a:cubicBezTo>
                  <a:cubicBezTo>
                    <a:pt x="-126293" y="1683622"/>
                    <a:pt x="421307" y="1205911"/>
                    <a:pt x="621668" y="1024848"/>
                  </a:cubicBezTo>
                  <a:cubicBezTo>
                    <a:pt x="1115153" y="579886"/>
                    <a:pt x="1510718" y="298955"/>
                    <a:pt x="1962335" y="59332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9500000" scaled="0"/>
            </a:gradFill>
            <a:ln w="760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" name="Freeform 18">
              <a:extLst>
                <a:ext uri="{FF2B5EF4-FFF2-40B4-BE49-F238E27FC236}">
                  <a16:creationId xmlns:a16="http://schemas.microsoft.com/office/drawing/2014/main" id="{1284D1BD-465C-41ED-146A-7EFABDF3A56A}"/>
                </a:ext>
              </a:extLst>
            </p:cNvPr>
            <p:cNvSpPr/>
            <p:nvPr/>
          </p:nvSpPr>
          <p:spPr>
            <a:xfrm rot="21242962">
              <a:off x="6093900" y="1981856"/>
              <a:ext cx="4419039" cy="1295397"/>
            </a:xfrm>
            <a:custGeom>
              <a:avLst/>
              <a:gdLst>
                <a:gd name="connsiteX0" fmla="*/ 3058208 w 3070412"/>
                <a:gd name="connsiteY0" fmla="*/ 567433 h 875159"/>
                <a:gd name="connsiteX1" fmla="*/ 3039346 w 3070412"/>
                <a:gd name="connsiteY1" fmla="*/ 875160 h 875159"/>
                <a:gd name="connsiteX2" fmla="*/ 2868298 w 3070412"/>
                <a:gd name="connsiteY2" fmla="*/ 798816 h 875159"/>
                <a:gd name="connsiteX3" fmla="*/ 979683 w 3070412"/>
                <a:gd name="connsiteY3" fmla="*/ 704601 h 875159"/>
                <a:gd name="connsiteX4" fmla="*/ 195266 w 3070412"/>
                <a:gd name="connsiteY4" fmla="*/ 473758 h 875159"/>
                <a:gd name="connsiteX5" fmla="*/ 195113 w 3070412"/>
                <a:gd name="connsiteY5" fmla="*/ 473872 h 875159"/>
                <a:gd name="connsiteX6" fmla="*/ 0 w 3070412"/>
                <a:gd name="connsiteY6" fmla="*/ 343 h 875159"/>
                <a:gd name="connsiteX7" fmla="*/ 441 w 3070412"/>
                <a:gd name="connsiteY7" fmla="*/ 0 h 875159"/>
                <a:gd name="connsiteX8" fmla="*/ 37503 w 3070412"/>
                <a:gd name="connsiteY8" fmla="*/ 56462 h 875159"/>
                <a:gd name="connsiteX9" fmla="*/ 235363 w 3070412"/>
                <a:gd name="connsiteY9" fmla="*/ 168656 h 875159"/>
                <a:gd name="connsiteX10" fmla="*/ 947887 w 3070412"/>
                <a:gd name="connsiteY10" fmla="*/ 184009 h 875159"/>
                <a:gd name="connsiteX11" fmla="*/ 1825472 w 3070412"/>
                <a:gd name="connsiteY11" fmla="*/ 155892 h 875159"/>
                <a:gd name="connsiteX12" fmla="*/ 3058208 w 3070412"/>
                <a:gd name="connsiteY12" fmla="*/ 567433 h 8751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070412" h="875159">
                  <a:moveTo>
                    <a:pt x="3058208" y="567433"/>
                  </a:moveTo>
                  <a:cubicBezTo>
                    <a:pt x="3079961" y="659647"/>
                    <a:pt x="3072009" y="763354"/>
                    <a:pt x="3039346" y="875160"/>
                  </a:cubicBezTo>
                  <a:cubicBezTo>
                    <a:pt x="2990644" y="846168"/>
                    <a:pt x="2933800" y="820425"/>
                    <a:pt x="2868298" y="798816"/>
                  </a:cubicBezTo>
                  <a:cubicBezTo>
                    <a:pt x="2285073" y="605788"/>
                    <a:pt x="1587119" y="714206"/>
                    <a:pt x="979683" y="704601"/>
                  </a:cubicBezTo>
                  <a:cubicBezTo>
                    <a:pt x="779495" y="701427"/>
                    <a:pt x="293484" y="720044"/>
                    <a:pt x="195266" y="473758"/>
                  </a:cubicBezTo>
                  <a:lnTo>
                    <a:pt x="195113" y="473872"/>
                  </a:lnTo>
                  <a:lnTo>
                    <a:pt x="0" y="343"/>
                  </a:lnTo>
                  <a:lnTo>
                    <a:pt x="441" y="0"/>
                  </a:lnTo>
                  <a:cubicBezTo>
                    <a:pt x="9237" y="19615"/>
                    <a:pt x="21456" y="38461"/>
                    <a:pt x="37503" y="56462"/>
                  </a:cubicBezTo>
                  <a:cubicBezTo>
                    <a:pt x="86349" y="111090"/>
                    <a:pt x="155511" y="146393"/>
                    <a:pt x="235363" y="168656"/>
                  </a:cubicBezTo>
                  <a:cubicBezTo>
                    <a:pt x="458597" y="230919"/>
                    <a:pt x="765701" y="190464"/>
                    <a:pt x="947887" y="184009"/>
                  </a:cubicBezTo>
                  <a:cubicBezTo>
                    <a:pt x="1240337" y="173597"/>
                    <a:pt x="1533015" y="163481"/>
                    <a:pt x="1825472" y="155892"/>
                  </a:cubicBezTo>
                  <a:cubicBezTo>
                    <a:pt x="2631802" y="103799"/>
                    <a:pt x="2990575" y="278491"/>
                    <a:pt x="3058208" y="567433"/>
                  </a:cubicBezTo>
                  <a:close/>
                </a:path>
              </a:pathLst>
            </a:custGeom>
            <a:gradFill>
              <a:gsLst>
                <a:gs pos="11000">
                  <a:schemeClr val="accent1"/>
                </a:gs>
                <a:gs pos="100000">
                  <a:schemeClr val="accent3"/>
                </a:gs>
              </a:gsLst>
              <a:lin ang="0" scaled="0"/>
            </a:gradFill>
            <a:ln w="760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0" name="Freeform 19">
              <a:extLst>
                <a:ext uri="{FF2B5EF4-FFF2-40B4-BE49-F238E27FC236}">
                  <a16:creationId xmlns:a16="http://schemas.microsoft.com/office/drawing/2014/main" id="{E0760371-539E-F017-FFBC-DEC634061E26}"/>
                </a:ext>
              </a:extLst>
            </p:cNvPr>
            <p:cNvSpPr/>
            <p:nvPr/>
          </p:nvSpPr>
          <p:spPr>
            <a:xfrm rot="21242962">
              <a:off x="6681011" y="2652827"/>
              <a:ext cx="4345995" cy="4191617"/>
            </a:xfrm>
            <a:custGeom>
              <a:avLst/>
              <a:gdLst>
                <a:gd name="connsiteX0" fmla="*/ 3998160 w 4345995"/>
                <a:gd name="connsiteY0" fmla="*/ 0 h 4191617"/>
                <a:gd name="connsiteX1" fmla="*/ 4296619 w 4345995"/>
                <a:gd name="connsiteY1" fmla="*/ 829112 h 4191617"/>
                <a:gd name="connsiteX2" fmla="*/ 4293774 w 4345995"/>
                <a:gd name="connsiteY2" fmla="*/ 830317 h 4191617"/>
                <a:gd name="connsiteX3" fmla="*/ 3445022 w 4345995"/>
                <a:gd name="connsiteY3" fmla="*/ 2893135 h 4191617"/>
                <a:gd name="connsiteX4" fmla="*/ 2131090 w 4345995"/>
                <a:gd name="connsiteY4" fmla="*/ 4052416 h 4191617"/>
                <a:gd name="connsiteX5" fmla="*/ 1933296 w 4345995"/>
                <a:gd name="connsiteY5" fmla="*/ 4191617 h 4191617"/>
                <a:gd name="connsiteX6" fmla="*/ 0 w 4345995"/>
                <a:gd name="connsiteY6" fmla="*/ 3990103 h 4191617"/>
                <a:gd name="connsiteX7" fmla="*/ 47580 w 4345995"/>
                <a:gd name="connsiteY7" fmla="*/ 3961963 h 4191617"/>
                <a:gd name="connsiteX8" fmla="*/ 2771687 w 4345995"/>
                <a:gd name="connsiteY8" fmla="*/ 2155810 h 4191617"/>
                <a:gd name="connsiteX9" fmla="*/ 3974342 w 4345995"/>
                <a:gd name="connsiteY9" fmla="*/ 460179 h 4191617"/>
                <a:gd name="connsiteX10" fmla="*/ 3998160 w 4345995"/>
                <a:gd name="connsiteY10" fmla="*/ 0 h 41916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4345995" h="4191617">
                  <a:moveTo>
                    <a:pt x="3998160" y="0"/>
                  </a:moveTo>
                  <a:lnTo>
                    <a:pt x="4296619" y="829112"/>
                  </a:lnTo>
                  <a:lnTo>
                    <a:pt x="4293774" y="830317"/>
                  </a:lnTo>
                  <a:cubicBezTo>
                    <a:pt x="4537890" y="1461681"/>
                    <a:pt x="3870353" y="2417711"/>
                    <a:pt x="3445022" y="2893135"/>
                  </a:cubicBezTo>
                  <a:cubicBezTo>
                    <a:pt x="3074411" y="3304206"/>
                    <a:pt x="2624252" y="3693462"/>
                    <a:pt x="2131090" y="4052416"/>
                  </a:cubicBezTo>
                  <a:lnTo>
                    <a:pt x="1933296" y="4191617"/>
                  </a:lnTo>
                  <a:lnTo>
                    <a:pt x="0" y="3990103"/>
                  </a:lnTo>
                  <a:lnTo>
                    <a:pt x="47580" y="3961963"/>
                  </a:lnTo>
                  <a:cubicBezTo>
                    <a:pt x="927026" y="3501559"/>
                    <a:pt x="2023991" y="2876370"/>
                    <a:pt x="2771687" y="2155810"/>
                  </a:cubicBezTo>
                  <a:cubicBezTo>
                    <a:pt x="3363872" y="1585117"/>
                    <a:pt x="3834171" y="968636"/>
                    <a:pt x="3974342" y="460179"/>
                  </a:cubicBezTo>
                  <a:cubicBezTo>
                    <a:pt x="4020483" y="293300"/>
                    <a:pt x="4030817" y="138229"/>
                    <a:pt x="3998160" y="0"/>
                  </a:cubicBezTo>
                  <a:close/>
                </a:path>
              </a:pathLst>
            </a:custGeom>
            <a:gradFill flip="none" rotWithShape="1">
              <a:gsLst>
                <a:gs pos="0">
                  <a:schemeClr val="tx2"/>
                </a:gs>
                <a:gs pos="99000">
                  <a:schemeClr val="accent1"/>
                </a:gs>
              </a:gsLst>
              <a:lin ang="18900000" scaled="1"/>
              <a:tileRect/>
            </a:gradFill>
            <a:ln w="760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41122295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2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F9439D-6DBE-7731-AB29-BF54E4BDB9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3566" y="3358800"/>
            <a:ext cx="7131222" cy="1045099"/>
          </a:xfrm>
        </p:spPr>
        <p:txBody>
          <a:bodyPr anchor="t" anchorCtr="0">
            <a:noAutofit/>
          </a:bodyPr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4000" b="1" i="0" kern="1200" dirty="0">
                <a:solidFill>
                  <a:schemeClr val="bg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55BEBE5-DDBF-58D3-89AB-318CC043AAA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94800" y="4684168"/>
            <a:ext cx="7131221" cy="795188"/>
          </a:xfrm>
        </p:spPr>
        <p:txBody>
          <a:bodyPr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spcAft>
                <a:spcPts val="500"/>
              </a:spcAft>
              <a:buFont typeface="Arial" panose="020B0604020202020204" pitchFamily="34" charset="0"/>
              <a:buNone/>
              <a:defRPr lang="en-GB" sz="2000" kern="1200" dirty="0">
                <a:solidFill>
                  <a:schemeClr val="tx1">
                    <a:lumMod val="25000"/>
                    <a:lumOff val="7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63E91FE-9EA3-9AF3-554F-B778A5CAB8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D3ECCBB8-735C-914B-8E67-7852CBBDF7EA}" type="datetime1">
              <a:rPr lang="en-GB" smtClean="0"/>
              <a:t>02/10/2024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BBB85C-1D3F-A7F7-8075-A5905BD708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r>
              <a:rPr lang="en-GB"/>
              <a:t>Powering the world of work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D2EBE39-3C0D-A940-F3B5-94FF26D70B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25000"/>
                    <a:lumOff val="75000"/>
                  </a:schemeClr>
                </a:solidFill>
              </a:defRPr>
            </a:lvl1pPr>
          </a:lstStyle>
          <a:p>
            <a:fld id="{3531A8E9-B4CF-5643-AF96-CB4C768DAD63}" type="slidenum">
              <a:rPr lang="en-GB" smtClean="0"/>
              <a:pPr/>
              <a:t>‹#›</a:t>
            </a:fld>
            <a:endParaRPr lang="en-GB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F8C1690-013A-0E49-6BE7-0865F1503BB3}"/>
              </a:ext>
            </a:extLst>
          </p:cNvPr>
          <p:cNvCxnSpPr>
            <a:cxnSpLocks/>
          </p:cNvCxnSpPr>
          <p:nvPr userDrawn="1"/>
        </p:nvCxnSpPr>
        <p:spPr>
          <a:xfrm>
            <a:off x="11498433" y="719138"/>
            <a:ext cx="0" cy="5418137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7" name="Group 16">
            <a:extLst>
              <a:ext uri="{FF2B5EF4-FFF2-40B4-BE49-F238E27FC236}">
                <a16:creationId xmlns:a16="http://schemas.microsoft.com/office/drawing/2014/main" id="{1A8E727C-2E3A-EF8A-389E-BCD93347C1CC}"/>
              </a:ext>
            </a:extLst>
          </p:cNvPr>
          <p:cNvGrpSpPr/>
          <p:nvPr userDrawn="1"/>
        </p:nvGrpSpPr>
        <p:grpSpPr>
          <a:xfrm>
            <a:off x="6197995" y="31933"/>
            <a:ext cx="5103652" cy="6812511"/>
            <a:chOff x="5923354" y="31933"/>
            <a:chExt cx="5103652" cy="6812511"/>
          </a:xfrm>
        </p:grpSpPr>
        <p:sp>
          <p:nvSpPr>
            <p:cNvPr id="18" name="Freeform 17">
              <a:extLst>
                <a:ext uri="{FF2B5EF4-FFF2-40B4-BE49-F238E27FC236}">
                  <a16:creationId xmlns:a16="http://schemas.microsoft.com/office/drawing/2014/main" id="{D046A045-9C8A-1E14-E62B-F95441C012EF}"/>
                </a:ext>
              </a:extLst>
            </p:cNvPr>
            <p:cNvSpPr/>
            <p:nvPr/>
          </p:nvSpPr>
          <p:spPr>
            <a:xfrm rot="21242962">
              <a:off x="5923354" y="31933"/>
              <a:ext cx="3424477" cy="2285083"/>
            </a:xfrm>
            <a:custGeom>
              <a:avLst/>
              <a:gdLst>
                <a:gd name="connsiteX0" fmla="*/ 2079638 w 3424477"/>
                <a:gd name="connsiteY0" fmla="*/ 0 h 2285083"/>
                <a:gd name="connsiteX1" fmla="*/ 3424477 w 3424477"/>
                <a:gd name="connsiteY1" fmla="*/ 140177 h 2285083"/>
                <a:gd name="connsiteX2" fmla="*/ 3420085 w 3424477"/>
                <a:gd name="connsiteY2" fmla="*/ 141953 h 2285083"/>
                <a:gd name="connsiteX3" fmla="*/ 1202327 w 3424477"/>
                <a:gd name="connsiteY3" fmla="*/ 1414150 h 2285083"/>
                <a:gd name="connsiteX4" fmla="*/ 368602 w 3424477"/>
                <a:gd name="connsiteY4" fmla="*/ 2285083 h 2285083"/>
                <a:gd name="connsiteX5" fmla="*/ 80747 w 3424477"/>
                <a:gd name="connsiteY5" fmla="*/ 2114768 h 2285083"/>
                <a:gd name="connsiteX6" fmla="*/ 26587 w 3424477"/>
                <a:gd name="connsiteY6" fmla="*/ 2030056 h 2285083"/>
                <a:gd name="connsiteX7" fmla="*/ 621668 w 3424477"/>
                <a:gd name="connsiteY7" fmla="*/ 1024848 h 2285083"/>
                <a:gd name="connsiteX8" fmla="*/ 1962335 w 3424477"/>
                <a:gd name="connsiteY8" fmla="*/ 59332 h 22850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424477" h="2285083">
                  <a:moveTo>
                    <a:pt x="2079638" y="0"/>
                  </a:moveTo>
                  <a:lnTo>
                    <a:pt x="3424477" y="140177"/>
                  </a:lnTo>
                  <a:lnTo>
                    <a:pt x="3420085" y="141953"/>
                  </a:lnTo>
                  <a:cubicBezTo>
                    <a:pt x="2637305" y="470144"/>
                    <a:pt x="1870245" y="877362"/>
                    <a:pt x="1202327" y="1414150"/>
                  </a:cubicBezTo>
                  <a:cubicBezTo>
                    <a:pt x="976823" y="1595034"/>
                    <a:pt x="547161" y="1929457"/>
                    <a:pt x="368602" y="2285083"/>
                  </a:cubicBezTo>
                  <a:cubicBezTo>
                    <a:pt x="252692" y="2250777"/>
                    <a:pt x="152123" y="2197104"/>
                    <a:pt x="80747" y="2114768"/>
                  </a:cubicBezTo>
                  <a:cubicBezTo>
                    <a:pt x="57303" y="2087638"/>
                    <a:pt x="39388" y="2059293"/>
                    <a:pt x="26587" y="2030056"/>
                  </a:cubicBezTo>
                  <a:cubicBezTo>
                    <a:pt x="-126293" y="1683622"/>
                    <a:pt x="421307" y="1205911"/>
                    <a:pt x="621668" y="1024848"/>
                  </a:cubicBezTo>
                  <a:cubicBezTo>
                    <a:pt x="1115153" y="579886"/>
                    <a:pt x="1510718" y="298955"/>
                    <a:pt x="1962335" y="59332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9500000" scaled="0"/>
            </a:gradFill>
            <a:ln w="760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" name="Freeform 18">
              <a:extLst>
                <a:ext uri="{FF2B5EF4-FFF2-40B4-BE49-F238E27FC236}">
                  <a16:creationId xmlns:a16="http://schemas.microsoft.com/office/drawing/2014/main" id="{1284D1BD-465C-41ED-146A-7EFABDF3A56A}"/>
                </a:ext>
              </a:extLst>
            </p:cNvPr>
            <p:cNvSpPr/>
            <p:nvPr/>
          </p:nvSpPr>
          <p:spPr>
            <a:xfrm rot="21242962">
              <a:off x="6093900" y="1981856"/>
              <a:ext cx="4419039" cy="1295397"/>
            </a:xfrm>
            <a:custGeom>
              <a:avLst/>
              <a:gdLst>
                <a:gd name="connsiteX0" fmla="*/ 3058208 w 3070412"/>
                <a:gd name="connsiteY0" fmla="*/ 567433 h 875159"/>
                <a:gd name="connsiteX1" fmla="*/ 3039346 w 3070412"/>
                <a:gd name="connsiteY1" fmla="*/ 875160 h 875159"/>
                <a:gd name="connsiteX2" fmla="*/ 2868298 w 3070412"/>
                <a:gd name="connsiteY2" fmla="*/ 798816 h 875159"/>
                <a:gd name="connsiteX3" fmla="*/ 979683 w 3070412"/>
                <a:gd name="connsiteY3" fmla="*/ 704601 h 875159"/>
                <a:gd name="connsiteX4" fmla="*/ 195266 w 3070412"/>
                <a:gd name="connsiteY4" fmla="*/ 473758 h 875159"/>
                <a:gd name="connsiteX5" fmla="*/ 195113 w 3070412"/>
                <a:gd name="connsiteY5" fmla="*/ 473872 h 875159"/>
                <a:gd name="connsiteX6" fmla="*/ 0 w 3070412"/>
                <a:gd name="connsiteY6" fmla="*/ 343 h 875159"/>
                <a:gd name="connsiteX7" fmla="*/ 441 w 3070412"/>
                <a:gd name="connsiteY7" fmla="*/ 0 h 875159"/>
                <a:gd name="connsiteX8" fmla="*/ 37503 w 3070412"/>
                <a:gd name="connsiteY8" fmla="*/ 56462 h 875159"/>
                <a:gd name="connsiteX9" fmla="*/ 235363 w 3070412"/>
                <a:gd name="connsiteY9" fmla="*/ 168656 h 875159"/>
                <a:gd name="connsiteX10" fmla="*/ 947887 w 3070412"/>
                <a:gd name="connsiteY10" fmla="*/ 184009 h 875159"/>
                <a:gd name="connsiteX11" fmla="*/ 1825472 w 3070412"/>
                <a:gd name="connsiteY11" fmla="*/ 155892 h 875159"/>
                <a:gd name="connsiteX12" fmla="*/ 3058208 w 3070412"/>
                <a:gd name="connsiteY12" fmla="*/ 567433 h 8751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070412" h="875159">
                  <a:moveTo>
                    <a:pt x="3058208" y="567433"/>
                  </a:moveTo>
                  <a:cubicBezTo>
                    <a:pt x="3079961" y="659647"/>
                    <a:pt x="3072009" y="763354"/>
                    <a:pt x="3039346" y="875160"/>
                  </a:cubicBezTo>
                  <a:cubicBezTo>
                    <a:pt x="2990644" y="846168"/>
                    <a:pt x="2933800" y="820425"/>
                    <a:pt x="2868298" y="798816"/>
                  </a:cubicBezTo>
                  <a:cubicBezTo>
                    <a:pt x="2285073" y="605788"/>
                    <a:pt x="1587119" y="714206"/>
                    <a:pt x="979683" y="704601"/>
                  </a:cubicBezTo>
                  <a:cubicBezTo>
                    <a:pt x="779495" y="701427"/>
                    <a:pt x="293484" y="720044"/>
                    <a:pt x="195266" y="473758"/>
                  </a:cubicBezTo>
                  <a:lnTo>
                    <a:pt x="195113" y="473872"/>
                  </a:lnTo>
                  <a:lnTo>
                    <a:pt x="0" y="343"/>
                  </a:lnTo>
                  <a:lnTo>
                    <a:pt x="441" y="0"/>
                  </a:lnTo>
                  <a:cubicBezTo>
                    <a:pt x="9237" y="19615"/>
                    <a:pt x="21456" y="38461"/>
                    <a:pt x="37503" y="56462"/>
                  </a:cubicBezTo>
                  <a:cubicBezTo>
                    <a:pt x="86349" y="111090"/>
                    <a:pt x="155511" y="146393"/>
                    <a:pt x="235363" y="168656"/>
                  </a:cubicBezTo>
                  <a:cubicBezTo>
                    <a:pt x="458597" y="230919"/>
                    <a:pt x="765701" y="190464"/>
                    <a:pt x="947887" y="184009"/>
                  </a:cubicBezTo>
                  <a:cubicBezTo>
                    <a:pt x="1240337" y="173597"/>
                    <a:pt x="1533015" y="163481"/>
                    <a:pt x="1825472" y="155892"/>
                  </a:cubicBezTo>
                  <a:cubicBezTo>
                    <a:pt x="2631802" y="103799"/>
                    <a:pt x="2990575" y="278491"/>
                    <a:pt x="3058208" y="567433"/>
                  </a:cubicBezTo>
                  <a:close/>
                </a:path>
              </a:pathLst>
            </a:custGeom>
            <a:gradFill>
              <a:gsLst>
                <a:gs pos="11000">
                  <a:schemeClr val="accent1"/>
                </a:gs>
                <a:gs pos="100000">
                  <a:schemeClr val="accent3"/>
                </a:gs>
              </a:gsLst>
              <a:lin ang="0" scaled="0"/>
            </a:gradFill>
            <a:ln w="760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0" name="Freeform 19">
              <a:extLst>
                <a:ext uri="{FF2B5EF4-FFF2-40B4-BE49-F238E27FC236}">
                  <a16:creationId xmlns:a16="http://schemas.microsoft.com/office/drawing/2014/main" id="{E0760371-539E-F017-FFBC-DEC634061E26}"/>
                </a:ext>
              </a:extLst>
            </p:cNvPr>
            <p:cNvSpPr/>
            <p:nvPr/>
          </p:nvSpPr>
          <p:spPr>
            <a:xfrm rot="21242962">
              <a:off x="6681011" y="2652827"/>
              <a:ext cx="4345995" cy="4191617"/>
            </a:xfrm>
            <a:custGeom>
              <a:avLst/>
              <a:gdLst>
                <a:gd name="connsiteX0" fmla="*/ 3998160 w 4345995"/>
                <a:gd name="connsiteY0" fmla="*/ 0 h 4191617"/>
                <a:gd name="connsiteX1" fmla="*/ 4296619 w 4345995"/>
                <a:gd name="connsiteY1" fmla="*/ 829112 h 4191617"/>
                <a:gd name="connsiteX2" fmla="*/ 4293774 w 4345995"/>
                <a:gd name="connsiteY2" fmla="*/ 830317 h 4191617"/>
                <a:gd name="connsiteX3" fmla="*/ 3445022 w 4345995"/>
                <a:gd name="connsiteY3" fmla="*/ 2893135 h 4191617"/>
                <a:gd name="connsiteX4" fmla="*/ 2131090 w 4345995"/>
                <a:gd name="connsiteY4" fmla="*/ 4052416 h 4191617"/>
                <a:gd name="connsiteX5" fmla="*/ 1933296 w 4345995"/>
                <a:gd name="connsiteY5" fmla="*/ 4191617 h 4191617"/>
                <a:gd name="connsiteX6" fmla="*/ 0 w 4345995"/>
                <a:gd name="connsiteY6" fmla="*/ 3990103 h 4191617"/>
                <a:gd name="connsiteX7" fmla="*/ 47580 w 4345995"/>
                <a:gd name="connsiteY7" fmla="*/ 3961963 h 4191617"/>
                <a:gd name="connsiteX8" fmla="*/ 2771687 w 4345995"/>
                <a:gd name="connsiteY8" fmla="*/ 2155810 h 4191617"/>
                <a:gd name="connsiteX9" fmla="*/ 3974342 w 4345995"/>
                <a:gd name="connsiteY9" fmla="*/ 460179 h 4191617"/>
                <a:gd name="connsiteX10" fmla="*/ 3998160 w 4345995"/>
                <a:gd name="connsiteY10" fmla="*/ 0 h 41916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4345995" h="4191617">
                  <a:moveTo>
                    <a:pt x="3998160" y="0"/>
                  </a:moveTo>
                  <a:lnTo>
                    <a:pt x="4296619" y="829112"/>
                  </a:lnTo>
                  <a:lnTo>
                    <a:pt x="4293774" y="830317"/>
                  </a:lnTo>
                  <a:cubicBezTo>
                    <a:pt x="4537890" y="1461681"/>
                    <a:pt x="3870353" y="2417711"/>
                    <a:pt x="3445022" y="2893135"/>
                  </a:cubicBezTo>
                  <a:cubicBezTo>
                    <a:pt x="3074411" y="3304206"/>
                    <a:pt x="2624252" y="3693462"/>
                    <a:pt x="2131090" y="4052416"/>
                  </a:cubicBezTo>
                  <a:lnTo>
                    <a:pt x="1933296" y="4191617"/>
                  </a:lnTo>
                  <a:lnTo>
                    <a:pt x="0" y="3990103"/>
                  </a:lnTo>
                  <a:lnTo>
                    <a:pt x="47580" y="3961963"/>
                  </a:lnTo>
                  <a:cubicBezTo>
                    <a:pt x="927026" y="3501559"/>
                    <a:pt x="2023991" y="2876370"/>
                    <a:pt x="2771687" y="2155810"/>
                  </a:cubicBezTo>
                  <a:cubicBezTo>
                    <a:pt x="3363872" y="1585117"/>
                    <a:pt x="3834171" y="968636"/>
                    <a:pt x="3974342" y="460179"/>
                  </a:cubicBezTo>
                  <a:cubicBezTo>
                    <a:pt x="4020483" y="293300"/>
                    <a:pt x="4030817" y="138229"/>
                    <a:pt x="3998160" y="0"/>
                  </a:cubicBezTo>
                  <a:close/>
                </a:path>
              </a:pathLst>
            </a:custGeom>
            <a:gradFill flip="none" rotWithShape="1">
              <a:gsLst>
                <a:gs pos="0">
                  <a:schemeClr val="tx2"/>
                </a:gs>
                <a:gs pos="99000">
                  <a:schemeClr val="accent1"/>
                </a:gs>
              </a:gsLst>
              <a:lin ang="18900000" scaled="1"/>
              <a:tileRect/>
            </a:gradFill>
            <a:ln w="760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42053638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umber Section Header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07D25E74-094A-AF63-E177-62D00BD156F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94800" y="960551"/>
            <a:ext cx="7131215" cy="2354998"/>
          </a:xfrm>
        </p:spPr>
        <p:txBody>
          <a:bodyPr anchor="b" anchorCtr="0">
            <a:noAutofit/>
          </a:bodyPr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6000" b="1" i="0" kern="1200" dirty="0">
                <a:solidFill>
                  <a:schemeClr val="tx2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01</a:t>
            </a:r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5F9439D-6DBE-7731-AB29-BF54E4BDB9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3566" y="3703536"/>
            <a:ext cx="7131222" cy="1045099"/>
          </a:xfrm>
        </p:spPr>
        <p:txBody>
          <a:bodyPr anchor="t" anchorCtr="0">
            <a:noAutofit/>
          </a:bodyPr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40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55BEBE5-DDBF-58D3-89AB-318CC043AAA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04377" y="5022341"/>
            <a:ext cx="7131221" cy="795188"/>
          </a:xfrm>
        </p:spPr>
        <p:txBody>
          <a:bodyPr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spcAft>
                <a:spcPts val="500"/>
              </a:spcAft>
              <a:buFont typeface="Arial" panose="020B0604020202020204" pitchFamily="34" charset="0"/>
              <a:buNone/>
              <a:defRPr lang="en-GB" sz="2000" kern="1200" dirty="0">
                <a:solidFill>
                  <a:schemeClr val="tx1">
                    <a:lumMod val="50000"/>
                    <a:lumOff val="50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63E91FE-9EA3-9AF3-554F-B778A5CAB8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D3ECCBB8-735C-914B-8E67-7852CBBDF7EA}" type="datetime1">
              <a:rPr lang="en-GB" smtClean="0"/>
              <a:t>02/10/2024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BBB85C-1D3F-A7F7-8075-A5905BD708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r>
              <a:rPr lang="en-GB"/>
              <a:t>Powering the world of work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D2EBE39-3C0D-A940-F3B5-94FF26D70B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25000"/>
                    <a:lumOff val="75000"/>
                  </a:schemeClr>
                </a:solidFill>
              </a:defRPr>
            </a:lvl1pPr>
          </a:lstStyle>
          <a:p>
            <a:fld id="{3531A8E9-B4CF-5643-AF96-CB4C768DAD63}" type="slidenum">
              <a:rPr lang="en-GB" smtClean="0"/>
              <a:pPr/>
              <a:t>‹#›</a:t>
            </a:fld>
            <a:endParaRPr lang="en-GB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F8C1690-013A-0E49-6BE7-0865F1503BB3}"/>
              </a:ext>
            </a:extLst>
          </p:cNvPr>
          <p:cNvCxnSpPr>
            <a:cxnSpLocks/>
          </p:cNvCxnSpPr>
          <p:nvPr userDrawn="1"/>
        </p:nvCxnSpPr>
        <p:spPr>
          <a:xfrm>
            <a:off x="11498433" y="719138"/>
            <a:ext cx="0" cy="5418137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7" name="Group 16">
            <a:extLst>
              <a:ext uri="{FF2B5EF4-FFF2-40B4-BE49-F238E27FC236}">
                <a16:creationId xmlns:a16="http://schemas.microsoft.com/office/drawing/2014/main" id="{1A8E727C-2E3A-EF8A-389E-BCD93347C1CC}"/>
              </a:ext>
            </a:extLst>
          </p:cNvPr>
          <p:cNvGrpSpPr/>
          <p:nvPr userDrawn="1"/>
        </p:nvGrpSpPr>
        <p:grpSpPr>
          <a:xfrm>
            <a:off x="6197995" y="31933"/>
            <a:ext cx="5103652" cy="6812511"/>
            <a:chOff x="5923354" y="31933"/>
            <a:chExt cx="5103652" cy="6812511"/>
          </a:xfrm>
        </p:grpSpPr>
        <p:sp>
          <p:nvSpPr>
            <p:cNvPr id="18" name="Freeform 17">
              <a:extLst>
                <a:ext uri="{FF2B5EF4-FFF2-40B4-BE49-F238E27FC236}">
                  <a16:creationId xmlns:a16="http://schemas.microsoft.com/office/drawing/2014/main" id="{D046A045-9C8A-1E14-E62B-F95441C012EF}"/>
                </a:ext>
              </a:extLst>
            </p:cNvPr>
            <p:cNvSpPr/>
            <p:nvPr/>
          </p:nvSpPr>
          <p:spPr>
            <a:xfrm rot="21242962">
              <a:off x="5923354" y="31933"/>
              <a:ext cx="3424477" cy="2285083"/>
            </a:xfrm>
            <a:custGeom>
              <a:avLst/>
              <a:gdLst>
                <a:gd name="connsiteX0" fmla="*/ 2079638 w 3424477"/>
                <a:gd name="connsiteY0" fmla="*/ 0 h 2285083"/>
                <a:gd name="connsiteX1" fmla="*/ 3424477 w 3424477"/>
                <a:gd name="connsiteY1" fmla="*/ 140177 h 2285083"/>
                <a:gd name="connsiteX2" fmla="*/ 3420085 w 3424477"/>
                <a:gd name="connsiteY2" fmla="*/ 141953 h 2285083"/>
                <a:gd name="connsiteX3" fmla="*/ 1202327 w 3424477"/>
                <a:gd name="connsiteY3" fmla="*/ 1414150 h 2285083"/>
                <a:gd name="connsiteX4" fmla="*/ 368602 w 3424477"/>
                <a:gd name="connsiteY4" fmla="*/ 2285083 h 2285083"/>
                <a:gd name="connsiteX5" fmla="*/ 80747 w 3424477"/>
                <a:gd name="connsiteY5" fmla="*/ 2114768 h 2285083"/>
                <a:gd name="connsiteX6" fmla="*/ 26587 w 3424477"/>
                <a:gd name="connsiteY6" fmla="*/ 2030056 h 2285083"/>
                <a:gd name="connsiteX7" fmla="*/ 621668 w 3424477"/>
                <a:gd name="connsiteY7" fmla="*/ 1024848 h 2285083"/>
                <a:gd name="connsiteX8" fmla="*/ 1962335 w 3424477"/>
                <a:gd name="connsiteY8" fmla="*/ 59332 h 22850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424477" h="2285083">
                  <a:moveTo>
                    <a:pt x="2079638" y="0"/>
                  </a:moveTo>
                  <a:lnTo>
                    <a:pt x="3424477" y="140177"/>
                  </a:lnTo>
                  <a:lnTo>
                    <a:pt x="3420085" y="141953"/>
                  </a:lnTo>
                  <a:cubicBezTo>
                    <a:pt x="2637305" y="470144"/>
                    <a:pt x="1870245" y="877362"/>
                    <a:pt x="1202327" y="1414150"/>
                  </a:cubicBezTo>
                  <a:cubicBezTo>
                    <a:pt x="976823" y="1595034"/>
                    <a:pt x="547161" y="1929457"/>
                    <a:pt x="368602" y="2285083"/>
                  </a:cubicBezTo>
                  <a:cubicBezTo>
                    <a:pt x="252692" y="2250777"/>
                    <a:pt x="152123" y="2197104"/>
                    <a:pt x="80747" y="2114768"/>
                  </a:cubicBezTo>
                  <a:cubicBezTo>
                    <a:pt x="57303" y="2087638"/>
                    <a:pt x="39388" y="2059293"/>
                    <a:pt x="26587" y="2030056"/>
                  </a:cubicBezTo>
                  <a:cubicBezTo>
                    <a:pt x="-126293" y="1683622"/>
                    <a:pt x="421307" y="1205911"/>
                    <a:pt x="621668" y="1024848"/>
                  </a:cubicBezTo>
                  <a:cubicBezTo>
                    <a:pt x="1115153" y="579886"/>
                    <a:pt x="1510718" y="298955"/>
                    <a:pt x="1962335" y="59332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9500000" scaled="0"/>
            </a:gradFill>
            <a:ln w="760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" name="Freeform 18">
              <a:extLst>
                <a:ext uri="{FF2B5EF4-FFF2-40B4-BE49-F238E27FC236}">
                  <a16:creationId xmlns:a16="http://schemas.microsoft.com/office/drawing/2014/main" id="{1284D1BD-465C-41ED-146A-7EFABDF3A56A}"/>
                </a:ext>
              </a:extLst>
            </p:cNvPr>
            <p:cNvSpPr/>
            <p:nvPr/>
          </p:nvSpPr>
          <p:spPr>
            <a:xfrm rot="21242962">
              <a:off x="6093900" y="1981856"/>
              <a:ext cx="4419039" cy="1295397"/>
            </a:xfrm>
            <a:custGeom>
              <a:avLst/>
              <a:gdLst>
                <a:gd name="connsiteX0" fmla="*/ 3058208 w 3070412"/>
                <a:gd name="connsiteY0" fmla="*/ 567433 h 875159"/>
                <a:gd name="connsiteX1" fmla="*/ 3039346 w 3070412"/>
                <a:gd name="connsiteY1" fmla="*/ 875160 h 875159"/>
                <a:gd name="connsiteX2" fmla="*/ 2868298 w 3070412"/>
                <a:gd name="connsiteY2" fmla="*/ 798816 h 875159"/>
                <a:gd name="connsiteX3" fmla="*/ 979683 w 3070412"/>
                <a:gd name="connsiteY3" fmla="*/ 704601 h 875159"/>
                <a:gd name="connsiteX4" fmla="*/ 195266 w 3070412"/>
                <a:gd name="connsiteY4" fmla="*/ 473758 h 875159"/>
                <a:gd name="connsiteX5" fmla="*/ 195113 w 3070412"/>
                <a:gd name="connsiteY5" fmla="*/ 473872 h 875159"/>
                <a:gd name="connsiteX6" fmla="*/ 0 w 3070412"/>
                <a:gd name="connsiteY6" fmla="*/ 343 h 875159"/>
                <a:gd name="connsiteX7" fmla="*/ 441 w 3070412"/>
                <a:gd name="connsiteY7" fmla="*/ 0 h 875159"/>
                <a:gd name="connsiteX8" fmla="*/ 37503 w 3070412"/>
                <a:gd name="connsiteY8" fmla="*/ 56462 h 875159"/>
                <a:gd name="connsiteX9" fmla="*/ 235363 w 3070412"/>
                <a:gd name="connsiteY9" fmla="*/ 168656 h 875159"/>
                <a:gd name="connsiteX10" fmla="*/ 947887 w 3070412"/>
                <a:gd name="connsiteY10" fmla="*/ 184009 h 875159"/>
                <a:gd name="connsiteX11" fmla="*/ 1825472 w 3070412"/>
                <a:gd name="connsiteY11" fmla="*/ 155892 h 875159"/>
                <a:gd name="connsiteX12" fmla="*/ 3058208 w 3070412"/>
                <a:gd name="connsiteY12" fmla="*/ 567433 h 8751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070412" h="875159">
                  <a:moveTo>
                    <a:pt x="3058208" y="567433"/>
                  </a:moveTo>
                  <a:cubicBezTo>
                    <a:pt x="3079961" y="659647"/>
                    <a:pt x="3072009" y="763354"/>
                    <a:pt x="3039346" y="875160"/>
                  </a:cubicBezTo>
                  <a:cubicBezTo>
                    <a:pt x="2990644" y="846168"/>
                    <a:pt x="2933800" y="820425"/>
                    <a:pt x="2868298" y="798816"/>
                  </a:cubicBezTo>
                  <a:cubicBezTo>
                    <a:pt x="2285073" y="605788"/>
                    <a:pt x="1587119" y="714206"/>
                    <a:pt x="979683" y="704601"/>
                  </a:cubicBezTo>
                  <a:cubicBezTo>
                    <a:pt x="779495" y="701427"/>
                    <a:pt x="293484" y="720044"/>
                    <a:pt x="195266" y="473758"/>
                  </a:cubicBezTo>
                  <a:lnTo>
                    <a:pt x="195113" y="473872"/>
                  </a:lnTo>
                  <a:lnTo>
                    <a:pt x="0" y="343"/>
                  </a:lnTo>
                  <a:lnTo>
                    <a:pt x="441" y="0"/>
                  </a:lnTo>
                  <a:cubicBezTo>
                    <a:pt x="9237" y="19615"/>
                    <a:pt x="21456" y="38461"/>
                    <a:pt x="37503" y="56462"/>
                  </a:cubicBezTo>
                  <a:cubicBezTo>
                    <a:pt x="86349" y="111090"/>
                    <a:pt x="155511" y="146393"/>
                    <a:pt x="235363" y="168656"/>
                  </a:cubicBezTo>
                  <a:cubicBezTo>
                    <a:pt x="458597" y="230919"/>
                    <a:pt x="765701" y="190464"/>
                    <a:pt x="947887" y="184009"/>
                  </a:cubicBezTo>
                  <a:cubicBezTo>
                    <a:pt x="1240337" y="173597"/>
                    <a:pt x="1533015" y="163481"/>
                    <a:pt x="1825472" y="155892"/>
                  </a:cubicBezTo>
                  <a:cubicBezTo>
                    <a:pt x="2631802" y="103799"/>
                    <a:pt x="2990575" y="278491"/>
                    <a:pt x="3058208" y="567433"/>
                  </a:cubicBezTo>
                  <a:close/>
                </a:path>
              </a:pathLst>
            </a:custGeom>
            <a:gradFill>
              <a:gsLst>
                <a:gs pos="11000">
                  <a:schemeClr val="accent1"/>
                </a:gs>
                <a:gs pos="100000">
                  <a:schemeClr val="accent3"/>
                </a:gs>
              </a:gsLst>
              <a:lin ang="0" scaled="0"/>
            </a:gradFill>
            <a:ln w="760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0" name="Freeform 19">
              <a:extLst>
                <a:ext uri="{FF2B5EF4-FFF2-40B4-BE49-F238E27FC236}">
                  <a16:creationId xmlns:a16="http://schemas.microsoft.com/office/drawing/2014/main" id="{E0760371-539E-F017-FFBC-DEC634061E26}"/>
                </a:ext>
              </a:extLst>
            </p:cNvPr>
            <p:cNvSpPr/>
            <p:nvPr/>
          </p:nvSpPr>
          <p:spPr>
            <a:xfrm rot="21242962">
              <a:off x="6681011" y="2652827"/>
              <a:ext cx="4345995" cy="4191617"/>
            </a:xfrm>
            <a:custGeom>
              <a:avLst/>
              <a:gdLst>
                <a:gd name="connsiteX0" fmla="*/ 3998160 w 4345995"/>
                <a:gd name="connsiteY0" fmla="*/ 0 h 4191617"/>
                <a:gd name="connsiteX1" fmla="*/ 4296619 w 4345995"/>
                <a:gd name="connsiteY1" fmla="*/ 829112 h 4191617"/>
                <a:gd name="connsiteX2" fmla="*/ 4293774 w 4345995"/>
                <a:gd name="connsiteY2" fmla="*/ 830317 h 4191617"/>
                <a:gd name="connsiteX3" fmla="*/ 3445022 w 4345995"/>
                <a:gd name="connsiteY3" fmla="*/ 2893135 h 4191617"/>
                <a:gd name="connsiteX4" fmla="*/ 2131090 w 4345995"/>
                <a:gd name="connsiteY4" fmla="*/ 4052416 h 4191617"/>
                <a:gd name="connsiteX5" fmla="*/ 1933296 w 4345995"/>
                <a:gd name="connsiteY5" fmla="*/ 4191617 h 4191617"/>
                <a:gd name="connsiteX6" fmla="*/ 0 w 4345995"/>
                <a:gd name="connsiteY6" fmla="*/ 3990103 h 4191617"/>
                <a:gd name="connsiteX7" fmla="*/ 47580 w 4345995"/>
                <a:gd name="connsiteY7" fmla="*/ 3961963 h 4191617"/>
                <a:gd name="connsiteX8" fmla="*/ 2771687 w 4345995"/>
                <a:gd name="connsiteY8" fmla="*/ 2155810 h 4191617"/>
                <a:gd name="connsiteX9" fmla="*/ 3974342 w 4345995"/>
                <a:gd name="connsiteY9" fmla="*/ 460179 h 4191617"/>
                <a:gd name="connsiteX10" fmla="*/ 3998160 w 4345995"/>
                <a:gd name="connsiteY10" fmla="*/ 0 h 41916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4345995" h="4191617">
                  <a:moveTo>
                    <a:pt x="3998160" y="0"/>
                  </a:moveTo>
                  <a:lnTo>
                    <a:pt x="4296619" y="829112"/>
                  </a:lnTo>
                  <a:lnTo>
                    <a:pt x="4293774" y="830317"/>
                  </a:lnTo>
                  <a:cubicBezTo>
                    <a:pt x="4537890" y="1461681"/>
                    <a:pt x="3870353" y="2417711"/>
                    <a:pt x="3445022" y="2893135"/>
                  </a:cubicBezTo>
                  <a:cubicBezTo>
                    <a:pt x="3074411" y="3304206"/>
                    <a:pt x="2624252" y="3693462"/>
                    <a:pt x="2131090" y="4052416"/>
                  </a:cubicBezTo>
                  <a:lnTo>
                    <a:pt x="1933296" y="4191617"/>
                  </a:lnTo>
                  <a:lnTo>
                    <a:pt x="0" y="3990103"/>
                  </a:lnTo>
                  <a:lnTo>
                    <a:pt x="47580" y="3961963"/>
                  </a:lnTo>
                  <a:cubicBezTo>
                    <a:pt x="927026" y="3501559"/>
                    <a:pt x="2023991" y="2876370"/>
                    <a:pt x="2771687" y="2155810"/>
                  </a:cubicBezTo>
                  <a:cubicBezTo>
                    <a:pt x="3363872" y="1585117"/>
                    <a:pt x="3834171" y="968636"/>
                    <a:pt x="3974342" y="460179"/>
                  </a:cubicBezTo>
                  <a:cubicBezTo>
                    <a:pt x="4020483" y="293300"/>
                    <a:pt x="4030817" y="138229"/>
                    <a:pt x="3998160" y="0"/>
                  </a:cubicBezTo>
                  <a:close/>
                </a:path>
              </a:pathLst>
            </a:custGeom>
            <a:gradFill flip="none" rotWithShape="1">
              <a:gsLst>
                <a:gs pos="0">
                  <a:schemeClr val="tx2"/>
                </a:gs>
                <a:gs pos="99000">
                  <a:schemeClr val="accent1"/>
                </a:gs>
              </a:gsLst>
              <a:lin ang="18900000" scaled="1"/>
              <a:tileRect/>
            </a:gradFill>
            <a:ln w="760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74646681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umber Section Header 2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07D25E74-094A-AF63-E177-62D00BD156F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94800" y="960551"/>
            <a:ext cx="7131215" cy="2354998"/>
          </a:xfrm>
        </p:spPr>
        <p:txBody>
          <a:bodyPr anchor="b" anchorCtr="0">
            <a:noAutofit/>
          </a:bodyPr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6000" b="1" i="0" kern="1200" dirty="0">
                <a:solidFill>
                  <a:schemeClr val="tx2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01</a:t>
            </a:r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5F9439D-6DBE-7731-AB29-BF54E4BDB9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3566" y="3703536"/>
            <a:ext cx="7131222" cy="1045099"/>
          </a:xfrm>
        </p:spPr>
        <p:txBody>
          <a:bodyPr anchor="t" anchorCtr="0">
            <a:noAutofit/>
          </a:bodyPr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4000" b="1" i="0" kern="1200" dirty="0">
                <a:solidFill>
                  <a:schemeClr val="bg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55BEBE5-DDBF-58D3-89AB-318CC043AAA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94800" y="5022341"/>
            <a:ext cx="7131221" cy="795188"/>
          </a:xfrm>
        </p:spPr>
        <p:txBody>
          <a:bodyPr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spcAft>
                <a:spcPts val="500"/>
              </a:spcAft>
              <a:buFont typeface="Arial" panose="020B0604020202020204" pitchFamily="34" charset="0"/>
              <a:buNone/>
              <a:defRPr lang="en-GB" sz="2000" kern="1200" dirty="0">
                <a:solidFill>
                  <a:schemeClr val="tx1">
                    <a:lumMod val="25000"/>
                    <a:lumOff val="7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63E91FE-9EA3-9AF3-554F-B778A5CAB8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D3ECCBB8-735C-914B-8E67-7852CBBDF7EA}" type="datetime1">
              <a:rPr lang="en-GB" smtClean="0"/>
              <a:t>02/10/2024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BBB85C-1D3F-A7F7-8075-A5905BD708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r>
              <a:rPr lang="en-GB"/>
              <a:t>Powering the world of work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D2EBE39-3C0D-A940-F3B5-94FF26D70B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25000"/>
                    <a:lumOff val="75000"/>
                  </a:schemeClr>
                </a:solidFill>
              </a:defRPr>
            </a:lvl1pPr>
          </a:lstStyle>
          <a:p>
            <a:fld id="{3531A8E9-B4CF-5643-AF96-CB4C768DAD63}" type="slidenum">
              <a:rPr lang="en-GB" smtClean="0"/>
              <a:pPr/>
              <a:t>‹#›</a:t>
            </a:fld>
            <a:endParaRPr lang="en-GB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F8C1690-013A-0E49-6BE7-0865F1503BB3}"/>
              </a:ext>
            </a:extLst>
          </p:cNvPr>
          <p:cNvCxnSpPr>
            <a:cxnSpLocks/>
          </p:cNvCxnSpPr>
          <p:nvPr userDrawn="1"/>
        </p:nvCxnSpPr>
        <p:spPr>
          <a:xfrm>
            <a:off x="11498433" y="719138"/>
            <a:ext cx="0" cy="5418137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7" name="Group 16">
            <a:extLst>
              <a:ext uri="{FF2B5EF4-FFF2-40B4-BE49-F238E27FC236}">
                <a16:creationId xmlns:a16="http://schemas.microsoft.com/office/drawing/2014/main" id="{1A8E727C-2E3A-EF8A-389E-BCD93347C1CC}"/>
              </a:ext>
            </a:extLst>
          </p:cNvPr>
          <p:cNvGrpSpPr/>
          <p:nvPr userDrawn="1"/>
        </p:nvGrpSpPr>
        <p:grpSpPr>
          <a:xfrm>
            <a:off x="6197995" y="31933"/>
            <a:ext cx="5103652" cy="6812511"/>
            <a:chOff x="5923354" y="31933"/>
            <a:chExt cx="5103652" cy="6812511"/>
          </a:xfrm>
        </p:grpSpPr>
        <p:sp>
          <p:nvSpPr>
            <p:cNvPr id="18" name="Freeform 17">
              <a:extLst>
                <a:ext uri="{FF2B5EF4-FFF2-40B4-BE49-F238E27FC236}">
                  <a16:creationId xmlns:a16="http://schemas.microsoft.com/office/drawing/2014/main" id="{D046A045-9C8A-1E14-E62B-F95441C012EF}"/>
                </a:ext>
              </a:extLst>
            </p:cNvPr>
            <p:cNvSpPr/>
            <p:nvPr/>
          </p:nvSpPr>
          <p:spPr>
            <a:xfrm rot="21242962">
              <a:off x="5923354" y="31933"/>
              <a:ext cx="3424477" cy="2285083"/>
            </a:xfrm>
            <a:custGeom>
              <a:avLst/>
              <a:gdLst>
                <a:gd name="connsiteX0" fmla="*/ 2079638 w 3424477"/>
                <a:gd name="connsiteY0" fmla="*/ 0 h 2285083"/>
                <a:gd name="connsiteX1" fmla="*/ 3424477 w 3424477"/>
                <a:gd name="connsiteY1" fmla="*/ 140177 h 2285083"/>
                <a:gd name="connsiteX2" fmla="*/ 3420085 w 3424477"/>
                <a:gd name="connsiteY2" fmla="*/ 141953 h 2285083"/>
                <a:gd name="connsiteX3" fmla="*/ 1202327 w 3424477"/>
                <a:gd name="connsiteY3" fmla="*/ 1414150 h 2285083"/>
                <a:gd name="connsiteX4" fmla="*/ 368602 w 3424477"/>
                <a:gd name="connsiteY4" fmla="*/ 2285083 h 2285083"/>
                <a:gd name="connsiteX5" fmla="*/ 80747 w 3424477"/>
                <a:gd name="connsiteY5" fmla="*/ 2114768 h 2285083"/>
                <a:gd name="connsiteX6" fmla="*/ 26587 w 3424477"/>
                <a:gd name="connsiteY6" fmla="*/ 2030056 h 2285083"/>
                <a:gd name="connsiteX7" fmla="*/ 621668 w 3424477"/>
                <a:gd name="connsiteY7" fmla="*/ 1024848 h 2285083"/>
                <a:gd name="connsiteX8" fmla="*/ 1962335 w 3424477"/>
                <a:gd name="connsiteY8" fmla="*/ 59332 h 22850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424477" h="2285083">
                  <a:moveTo>
                    <a:pt x="2079638" y="0"/>
                  </a:moveTo>
                  <a:lnTo>
                    <a:pt x="3424477" y="140177"/>
                  </a:lnTo>
                  <a:lnTo>
                    <a:pt x="3420085" y="141953"/>
                  </a:lnTo>
                  <a:cubicBezTo>
                    <a:pt x="2637305" y="470144"/>
                    <a:pt x="1870245" y="877362"/>
                    <a:pt x="1202327" y="1414150"/>
                  </a:cubicBezTo>
                  <a:cubicBezTo>
                    <a:pt x="976823" y="1595034"/>
                    <a:pt x="547161" y="1929457"/>
                    <a:pt x="368602" y="2285083"/>
                  </a:cubicBezTo>
                  <a:cubicBezTo>
                    <a:pt x="252692" y="2250777"/>
                    <a:pt x="152123" y="2197104"/>
                    <a:pt x="80747" y="2114768"/>
                  </a:cubicBezTo>
                  <a:cubicBezTo>
                    <a:pt x="57303" y="2087638"/>
                    <a:pt x="39388" y="2059293"/>
                    <a:pt x="26587" y="2030056"/>
                  </a:cubicBezTo>
                  <a:cubicBezTo>
                    <a:pt x="-126293" y="1683622"/>
                    <a:pt x="421307" y="1205911"/>
                    <a:pt x="621668" y="1024848"/>
                  </a:cubicBezTo>
                  <a:cubicBezTo>
                    <a:pt x="1115153" y="579886"/>
                    <a:pt x="1510718" y="298955"/>
                    <a:pt x="1962335" y="59332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9500000" scaled="0"/>
            </a:gradFill>
            <a:ln w="760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" name="Freeform 18">
              <a:extLst>
                <a:ext uri="{FF2B5EF4-FFF2-40B4-BE49-F238E27FC236}">
                  <a16:creationId xmlns:a16="http://schemas.microsoft.com/office/drawing/2014/main" id="{1284D1BD-465C-41ED-146A-7EFABDF3A56A}"/>
                </a:ext>
              </a:extLst>
            </p:cNvPr>
            <p:cNvSpPr/>
            <p:nvPr/>
          </p:nvSpPr>
          <p:spPr>
            <a:xfrm rot="21242962">
              <a:off x="6093900" y="1981856"/>
              <a:ext cx="4419039" cy="1295397"/>
            </a:xfrm>
            <a:custGeom>
              <a:avLst/>
              <a:gdLst>
                <a:gd name="connsiteX0" fmla="*/ 3058208 w 3070412"/>
                <a:gd name="connsiteY0" fmla="*/ 567433 h 875159"/>
                <a:gd name="connsiteX1" fmla="*/ 3039346 w 3070412"/>
                <a:gd name="connsiteY1" fmla="*/ 875160 h 875159"/>
                <a:gd name="connsiteX2" fmla="*/ 2868298 w 3070412"/>
                <a:gd name="connsiteY2" fmla="*/ 798816 h 875159"/>
                <a:gd name="connsiteX3" fmla="*/ 979683 w 3070412"/>
                <a:gd name="connsiteY3" fmla="*/ 704601 h 875159"/>
                <a:gd name="connsiteX4" fmla="*/ 195266 w 3070412"/>
                <a:gd name="connsiteY4" fmla="*/ 473758 h 875159"/>
                <a:gd name="connsiteX5" fmla="*/ 195113 w 3070412"/>
                <a:gd name="connsiteY5" fmla="*/ 473872 h 875159"/>
                <a:gd name="connsiteX6" fmla="*/ 0 w 3070412"/>
                <a:gd name="connsiteY6" fmla="*/ 343 h 875159"/>
                <a:gd name="connsiteX7" fmla="*/ 441 w 3070412"/>
                <a:gd name="connsiteY7" fmla="*/ 0 h 875159"/>
                <a:gd name="connsiteX8" fmla="*/ 37503 w 3070412"/>
                <a:gd name="connsiteY8" fmla="*/ 56462 h 875159"/>
                <a:gd name="connsiteX9" fmla="*/ 235363 w 3070412"/>
                <a:gd name="connsiteY9" fmla="*/ 168656 h 875159"/>
                <a:gd name="connsiteX10" fmla="*/ 947887 w 3070412"/>
                <a:gd name="connsiteY10" fmla="*/ 184009 h 875159"/>
                <a:gd name="connsiteX11" fmla="*/ 1825472 w 3070412"/>
                <a:gd name="connsiteY11" fmla="*/ 155892 h 875159"/>
                <a:gd name="connsiteX12" fmla="*/ 3058208 w 3070412"/>
                <a:gd name="connsiteY12" fmla="*/ 567433 h 8751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070412" h="875159">
                  <a:moveTo>
                    <a:pt x="3058208" y="567433"/>
                  </a:moveTo>
                  <a:cubicBezTo>
                    <a:pt x="3079961" y="659647"/>
                    <a:pt x="3072009" y="763354"/>
                    <a:pt x="3039346" y="875160"/>
                  </a:cubicBezTo>
                  <a:cubicBezTo>
                    <a:pt x="2990644" y="846168"/>
                    <a:pt x="2933800" y="820425"/>
                    <a:pt x="2868298" y="798816"/>
                  </a:cubicBezTo>
                  <a:cubicBezTo>
                    <a:pt x="2285073" y="605788"/>
                    <a:pt x="1587119" y="714206"/>
                    <a:pt x="979683" y="704601"/>
                  </a:cubicBezTo>
                  <a:cubicBezTo>
                    <a:pt x="779495" y="701427"/>
                    <a:pt x="293484" y="720044"/>
                    <a:pt x="195266" y="473758"/>
                  </a:cubicBezTo>
                  <a:lnTo>
                    <a:pt x="195113" y="473872"/>
                  </a:lnTo>
                  <a:lnTo>
                    <a:pt x="0" y="343"/>
                  </a:lnTo>
                  <a:lnTo>
                    <a:pt x="441" y="0"/>
                  </a:lnTo>
                  <a:cubicBezTo>
                    <a:pt x="9237" y="19615"/>
                    <a:pt x="21456" y="38461"/>
                    <a:pt x="37503" y="56462"/>
                  </a:cubicBezTo>
                  <a:cubicBezTo>
                    <a:pt x="86349" y="111090"/>
                    <a:pt x="155511" y="146393"/>
                    <a:pt x="235363" y="168656"/>
                  </a:cubicBezTo>
                  <a:cubicBezTo>
                    <a:pt x="458597" y="230919"/>
                    <a:pt x="765701" y="190464"/>
                    <a:pt x="947887" y="184009"/>
                  </a:cubicBezTo>
                  <a:cubicBezTo>
                    <a:pt x="1240337" y="173597"/>
                    <a:pt x="1533015" y="163481"/>
                    <a:pt x="1825472" y="155892"/>
                  </a:cubicBezTo>
                  <a:cubicBezTo>
                    <a:pt x="2631802" y="103799"/>
                    <a:pt x="2990575" y="278491"/>
                    <a:pt x="3058208" y="567433"/>
                  </a:cubicBezTo>
                  <a:close/>
                </a:path>
              </a:pathLst>
            </a:custGeom>
            <a:gradFill>
              <a:gsLst>
                <a:gs pos="11000">
                  <a:schemeClr val="accent1"/>
                </a:gs>
                <a:gs pos="100000">
                  <a:schemeClr val="accent3"/>
                </a:gs>
              </a:gsLst>
              <a:lin ang="0" scaled="0"/>
            </a:gradFill>
            <a:ln w="760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0" name="Freeform 19">
              <a:extLst>
                <a:ext uri="{FF2B5EF4-FFF2-40B4-BE49-F238E27FC236}">
                  <a16:creationId xmlns:a16="http://schemas.microsoft.com/office/drawing/2014/main" id="{E0760371-539E-F017-FFBC-DEC634061E26}"/>
                </a:ext>
              </a:extLst>
            </p:cNvPr>
            <p:cNvSpPr/>
            <p:nvPr/>
          </p:nvSpPr>
          <p:spPr>
            <a:xfrm rot="21242962">
              <a:off x="6681011" y="2652827"/>
              <a:ext cx="4345995" cy="4191617"/>
            </a:xfrm>
            <a:custGeom>
              <a:avLst/>
              <a:gdLst>
                <a:gd name="connsiteX0" fmla="*/ 3998160 w 4345995"/>
                <a:gd name="connsiteY0" fmla="*/ 0 h 4191617"/>
                <a:gd name="connsiteX1" fmla="*/ 4296619 w 4345995"/>
                <a:gd name="connsiteY1" fmla="*/ 829112 h 4191617"/>
                <a:gd name="connsiteX2" fmla="*/ 4293774 w 4345995"/>
                <a:gd name="connsiteY2" fmla="*/ 830317 h 4191617"/>
                <a:gd name="connsiteX3" fmla="*/ 3445022 w 4345995"/>
                <a:gd name="connsiteY3" fmla="*/ 2893135 h 4191617"/>
                <a:gd name="connsiteX4" fmla="*/ 2131090 w 4345995"/>
                <a:gd name="connsiteY4" fmla="*/ 4052416 h 4191617"/>
                <a:gd name="connsiteX5" fmla="*/ 1933296 w 4345995"/>
                <a:gd name="connsiteY5" fmla="*/ 4191617 h 4191617"/>
                <a:gd name="connsiteX6" fmla="*/ 0 w 4345995"/>
                <a:gd name="connsiteY6" fmla="*/ 3990103 h 4191617"/>
                <a:gd name="connsiteX7" fmla="*/ 47580 w 4345995"/>
                <a:gd name="connsiteY7" fmla="*/ 3961963 h 4191617"/>
                <a:gd name="connsiteX8" fmla="*/ 2771687 w 4345995"/>
                <a:gd name="connsiteY8" fmla="*/ 2155810 h 4191617"/>
                <a:gd name="connsiteX9" fmla="*/ 3974342 w 4345995"/>
                <a:gd name="connsiteY9" fmla="*/ 460179 h 4191617"/>
                <a:gd name="connsiteX10" fmla="*/ 3998160 w 4345995"/>
                <a:gd name="connsiteY10" fmla="*/ 0 h 41916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4345995" h="4191617">
                  <a:moveTo>
                    <a:pt x="3998160" y="0"/>
                  </a:moveTo>
                  <a:lnTo>
                    <a:pt x="4296619" y="829112"/>
                  </a:lnTo>
                  <a:lnTo>
                    <a:pt x="4293774" y="830317"/>
                  </a:lnTo>
                  <a:cubicBezTo>
                    <a:pt x="4537890" y="1461681"/>
                    <a:pt x="3870353" y="2417711"/>
                    <a:pt x="3445022" y="2893135"/>
                  </a:cubicBezTo>
                  <a:cubicBezTo>
                    <a:pt x="3074411" y="3304206"/>
                    <a:pt x="2624252" y="3693462"/>
                    <a:pt x="2131090" y="4052416"/>
                  </a:cubicBezTo>
                  <a:lnTo>
                    <a:pt x="1933296" y="4191617"/>
                  </a:lnTo>
                  <a:lnTo>
                    <a:pt x="0" y="3990103"/>
                  </a:lnTo>
                  <a:lnTo>
                    <a:pt x="47580" y="3961963"/>
                  </a:lnTo>
                  <a:cubicBezTo>
                    <a:pt x="927026" y="3501559"/>
                    <a:pt x="2023991" y="2876370"/>
                    <a:pt x="2771687" y="2155810"/>
                  </a:cubicBezTo>
                  <a:cubicBezTo>
                    <a:pt x="3363872" y="1585117"/>
                    <a:pt x="3834171" y="968636"/>
                    <a:pt x="3974342" y="460179"/>
                  </a:cubicBezTo>
                  <a:cubicBezTo>
                    <a:pt x="4020483" y="293300"/>
                    <a:pt x="4030817" y="138229"/>
                    <a:pt x="3998160" y="0"/>
                  </a:cubicBezTo>
                  <a:close/>
                </a:path>
              </a:pathLst>
            </a:custGeom>
            <a:gradFill flip="none" rotWithShape="1">
              <a:gsLst>
                <a:gs pos="0">
                  <a:schemeClr val="tx2"/>
                </a:gs>
                <a:gs pos="99000">
                  <a:schemeClr val="accent1"/>
                </a:gs>
              </a:gsLst>
              <a:lin ang="18900000" scaled="1"/>
              <a:tileRect/>
            </a:gradFill>
            <a:ln w="760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04678854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 1">
            <a:extLst>
              <a:ext uri="{FF2B5EF4-FFF2-40B4-BE49-F238E27FC236}">
                <a16:creationId xmlns:a16="http://schemas.microsoft.com/office/drawing/2014/main" id="{9155D1B6-A36C-3770-3DE0-E1FC043738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327" y="428400"/>
            <a:ext cx="10606318" cy="687600"/>
          </a:xfrm>
        </p:spPr>
        <p:txBody>
          <a:bodyPr anchor="t" anchorCtr="0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33A4049-3B9D-CB45-E43B-E0A9AAB247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EFF3D0-6BED-D444-BEB4-872DDA21BA8D}" type="datetime1">
              <a:rPr lang="en-GB" smtClean="0"/>
              <a:t>02/10/2024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1236C78-74A4-36FB-38A4-6655849816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Powering the world of work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A28DA8-1A2A-96B9-0102-C36892E16A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31A8E9-B4CF-5643-AF96-CB4C768DAD63}" type="slidenum">
              <a:rPr lang="en-US" smtClean="0"/>
              <a:t>‹#›</a:t>
            </a:fld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342275B-32AD-4515-CFDB-A17EB9FC3CE6}"/>
              </a:ext>
            </a:extLst>
          </p:cNvPr>
          <p:cNvCxnSpPr>
            <a:cxnSpLocks/>
          </p:cNvCxnSpPr>
          <p:nvPr userDrawn="1"/>
        </p:nvCxnSpPr>
        <p:spPr>
          <a:xfrm>
            <a:off x="11498433" y="719138"/>
            <a:ext cx="0" cy="5418137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 Placeholder 21">
            <a:extLst>
              <a:ext uri="{FF2B5EF4-FFF2-40B4-BE49-F238E27FC236}">
                <a16:creationId xmlns:a16="http://schemas.microsoft.com/office/drawing/2014/main" id="{535164D5-7F50-6642-C551-351195BB5C5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172706" y="1851986"/>
            <a:ext cx="3015119" cy="317667"/>
          </a:xfrm>
        </p:spPr>
        <p:txBody>
          <a:bodyPr rIns="108000"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Item here</a:t>
            </a:r>
            <a:endParaRPr lang="en-US"/>
          </a:p>
        </p:txBody>
      </p:sp>
      <p:sp>
        <p:nvSpPr>
          <p:cNvPr id="24" name="Text Placeholder 23">
            <a:extLst>
              <a:ext uri="{FF2B5EF4-FFF2-40B4-BE49-F238E27FC236}">
                <a16:creationId xmlns:a16="http://schemas.microsoft.com/office/drawing/2014/main" id="{7BA31A8B-4054-F129-A6DF-CEB4D080210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172705" y="2276148"/>
            <a:ext cx="3015119" cy="940221"/>
          </a:xfrm>
        </p:spPr>
        <p:txBody>
          <a:bodyPr rIns="108000"/>
          <a:lstStyle>
            <a:lvl1pPr marL="0">
              <a:lnSpc>
                <a:spcPct val="150000"/>
              </a:lnSpc>
              <a:buNone/>
              <a:defRPr lang="en-US" sz="1200" b="0" i="0" kern="1200" dirty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 indent="0">
              <a:lnSpc>
                <a:spcPct val="120000"/>
              </a:lnSpc>
              <a:spcAft>
                <a:spcPts val="0"/>
              </a:spcAft>
              <a:buSzPts val="1000"/>
            </a:pP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Lorem ipsum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dolor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sit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amet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, ad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agam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purto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consequat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est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, has ne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primis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sensibus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adolescens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, ne sea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porro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.</a:t>
            </a:r>
          </a:p>
        </p:txBody>
      </p:sp>
      <p:sp>
        <p:nvSpPr>
          <p:cNvPr id="31" name="Text Placeholder 21">
            <a:extLst>
              <a:ext uri="{FF2B5EF4-FFF2-40B4-BE49-F238E27FC236}">
                <a16:creationId xmlns:a16="http://schemas.microsoft.com/office/drawing/2014/main" id="{568136B5-2948-181F-898A-BC66307ECB2F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172706" y="3359239"/>
            <a:ext cx="3015118" cy="317667"/>
          </a:xfrm>
        </p:spPr>
        <p:txBody>
          <a:bodyPr rIns="108000"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Item here</a:t>
            </a:r>
            <a:endParaRPr lang="en-US"/>
          </a:p>
        </p:txBody>
      </p:sp>
      <p:sp>
        <p:nvSpPr>
          <p:cNvPr id="32" name="Text Placeholder 23">
            <a:extLst>
              <a:ext uri="{FF2B5EF4-FFF2-40B4-BE49-F238E27FC236}">
                <a16:creationId xmlns:a16="http://schemas.microsoft.com/office/drawing/2014/main" id="{531EEF16-2052-DDD8-D5BA-A17BB8FD4950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172705" y="3783401"/>
            <a:ext cx="3015119" cy="940221"/>
          </a:xfrm>
        </p:spPr>
        <p:txBody>
          <a:bodyPr rIns="108000"/>
          <a:lstStyle>
            <a:lvl1pPr marL="0">
              <a:buNone/>
              <a:defRPr lang="en-US" sz="1200" b="0" i="0" kern="1200" dirty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 indent="0">
              <a:lnSpc>
                <a:spcPct val="120000"/>
              </a:lnSpc>
              <a:spcAft>
                <a:spcPts val="0"/>
              </a:spcAft>
              <a:buSzPts val="1000"/>
            </a:pP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Lorem ipsum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dolor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sit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amet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, ad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agam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purto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consequat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est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, has ne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primis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sensibus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adolescens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, ne sea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porro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.</a:t>
            </a:r>
          </a:p>
        </p:txBody>
      </p:sp>
      <p:pic>
        <p:nvPicPr>
          <p:cNvPr id="38" name="Graphic 37">
            <a:extLst>
              <a:ext uri="{FF2B5EF4-FFF2-40B4-BE49-F238E27FC236}">
                <a16:creationId xmlns:a16="http://schemas.microsoft.com/office/drawing/2014/main" id="{DB418724-83AC-4BA4-53E4-38273EA86CD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95325" y="1809653"/>
            <a:ext cx="360000" cy="360000"/>
          </a:xfrm>
          <a:prstGeom prst="rect">
            <a:avLst/>
          </a:prstGeom>
        </p:spPr>
      </p:pic>
      <p:pic>
        <p:nvPicPr>
          <p:cNvPr id="39" name="Graphic 38">
            <a:extLst>
              <a:ext uri="{FF2B5EF4-FFF2-40B4-BE49-F238E27FC236}">
                <a16:creationId xmlns:a16="http://schemas.microsoft.com/office/drawing/2014/main" id="{512CDF71-5986-90E7-436B-0FC63AF45C4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95325" y="3337001"/>
            <a:ext cx="360000" cy="360000"/>
          </a:xfrm>
          <a:prstGeom prst="rect">
            <a:avLst/>
          </a:prstGeom>
        </p:spPr>
      </p:pic>
      <p:sp>
        <p:nvSpPr>
          <p:cNvPr id="42" name="Text Placeholder 21">
            <a:extLst>
              <a:ext uri="{FF2B5EF4-FFF2-40B4-BE49-F238E27FC236}">
                <a16:creationId xmlns:a16="http://schemas.microsoft.com/office/drawing/2014/main" id="{4E855EDB-42B0-93E6-2D94-053AE7017128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810209" y="1851986"/>
            <a:ext cx="3015119" cy="317667"/>
          </a:xfrm>
        </p:spPr>
        <p:txBody>
          <a:bodyPr rIns="108000"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Item here</a:t>
            </a:r>
            <a:endParaRPr lang="en-US"/>
          </a:p>
        </p:txBody>
      </p:sp>
      <p:sp>
        <p:nvSpPr>
          <p:cNvPr id="43" name="Text Placeholder 23">
            <a:extLst>
              <a:ext uri="{FF2B5EF4-FFF2-40B4-BE49-F238E27FC236}">
                <a16:creationId xmlns:a16="http://schemas.microsoft.com/office/drawing/2014/main" id="{6EEAF797-D4A8-7F9C-547C-1431AABFF9CF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4810208" y="2276148"/>
            <a:ext cx="3015119" cy="940221"/>
          </a:xfrm>
        </p:spPr>
        <p:txBody>
          <a:bodyPr rIns="108000"/>
          <a:lstStyle>
            <a:lvl1pPr marL="0">
              <a:buNone/>
              <a:defRPr lang="en-US" sz="1200" b="0" i="0" kern="1200" dirty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 indent="0">
              <a:lnSpc>
                <a:spcPct val="120000"/>
              </a:lnSpc>
              <a:spcAft>
                <a:spcPts val="0"/>
              </a:spcAft>
              <a:buSzPts val="1000"/>
            </a:pP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Lorem ipsum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dolor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sit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amet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, ad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agam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purto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consequat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est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, has ne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primis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sensibus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adolescens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, ne sea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porro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.</a:t>
            </a:r>
          </a:p>
        </p:txBody>
      </p:sp>
      <p:sp>
        <p:nvSpPr>
          <p:cNvPr id="44" name="Text Placeholder 21">
            <a:extLst>
              <a:ext uri="{FF2B5EF4-FFF2-40B4-BE49-F238E27FC236}">
                <a16:creationId xmlns:a16="http://schemas.microsoft.com/office/drawing/2014/main" id="{32A126E7-FF49-5543-4043-EA2488443B8B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4810209" y="3359239"/>
            <a:ext cx="3015118" cy="317667"/>
          </a:xfrm>
        </p:spPr>
        <p:txBody>
          <a:bodyPr rIns="108000"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Item here</a:t>
            </a:r>
            <a:endParaRPr lang="en-US"/>
          </a:p>
        </p:txBody>
      </p:sp>
      <p:sp>
        <p:nvSpPr>
          <p:cNvPr id="45" name="Text Placeholder 23">
            <a:extLst>
              <a:ext uri="{FF2B5EF4-FFF2-40B4-BE49-F238E27FC236}">
                <a16:creationId xmlns:a16="http://schemas.microsoft.com/office/drawing/2014/main" id="{5AA56E57-BDCD-7640-01A9-5BE5C75A02F2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4810208" y="3783401"/>
            <a:ext cx="3015119" cy="940221"/>
          </a:xfrm>
        </p:spPr>
        <p:txBody>
          <a:bodyPr rIns="108000"/>
          <a:lstStyle>
            <a:lvl1pPr marL="0">
              <a:buNone/>
              <a:defRPr lang="en-US" sz="1200" b="0" i="0" kern="1200" dirty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 indent="0">
              <a:lnSpc>
                <a:spcPct val="120000"/>
              </a:lnSpc>
              <a:spcAft>
                <a:spcPts val="0"/>
              </a:spcAft>
              <a:buSzPts val="1000"/>
            </a:pP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Lorem ipsum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dolor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sit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amet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, ad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agam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purto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consequat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est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, has ne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primis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sensibus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adolescens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, ne sea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porro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.</a:t>
            </a:r>
          </a:p>
        </p:txBody>
      </p:sp>
      <p:pic>
        <p:nvPicPr>
          <p:cNvPr id="46" name="Graphic 45">
            <a:extLst>
              <a:ext uri="{FF2B5EF4-FFF2-40B4-BE49-F238E27FC236}">
                <a16:creationId xmlns:a16="http://schemas.microsoft.com/office/drawing/2014/main" id="{3483A506-4640-0C11-7E76-4ADF601F850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332828" y="1809653"/>
            <a:ext cx="360000" cy="360000"/>
          </a:xfrm>
          <a:prstGeom prst="rect">
            <a:avLst/>
          </a:prstGeom>
        </p:spPr>
      </p:pic>
      <p:pic>
        <p:nvPicPr>
          <p:cNvPr id="47" name="Graphic 46">
            <a:extLst>
              <a:ext uri="{FF2B5EF4-FFF2-40B4-BE49-F238E27FC236}">
                <a16:creationId xmlns:a16="http://schemas.microsoft.com/office/drawing/2014/main" id="{DB674452-D96D-4ED0-8BD6-C67163051C6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332828" y="3337001"/>
            <a:ext cx="360000" cy="360000"/>
          </a:xfrm>
          <a:prstGeom prst="rect">
            <a:avLst/>
          </a:prstGeom>
        </p:spPr>
      </p:pic>
      <p:sp>
        <p:nvSpPr>
          <p:cNvPr id="48" name="Rectangle 47">
            <a:extLst>
              <a:ext uri="{FF2B5EF4-FFF2-40B4-BE49-F238E27FC236}">
                <a16:creationId xmlns:a16="http://schemas.microsoft.com/office/drawing/2014/main" id="{618B5F02-6076-8D40-79FD-10AF47A46C20}"/>
              </a:ext>
            </a:extLst>
          </p:cNvPr>
          <p:cNvSpPr/>
          <p:nvPr userDrawn="1"/>
        </p:nvSpPr>
        <p:spPr>
          <a:xfrm>
            <a:off x="0" y="0"/>
            <a:ext cx="216000" cy="6858000"/>
          </a:xfrm>
          <a:prstGeom prst="rect">
            <a:avLst/>
          </a:prstGeom>
          <a:gradFill>
            <a:gsLst>
              <a:gs pos="0">
                <a:schemeClr val="tx2"/>
              </a:gs>
              <a:gs pos="4700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85090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Styl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 1">
            <a:extLst>
              <a:ext uri="{FF2B5EF4-FFF2-40B4-BE49-F238E27FC236}">
                <a16:creationId xmlns:a16="http://schemas.microsoft.com/office/drawing/2014/main" id="{9155D1B6-A36C-3770-3DE0-E1FC043738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326" y="428400"/>
            <a:ext cx="10606321" cy="687600"/>
          </a:xfrm>
        </p:spPr>
        <p:txBody>
          <a:bodyPr anchor="t" anchorCtr="0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33A4049-3B9D-CB45-E43B-E0A9AAB247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EFF3D0-6BED-D444-BEB4-872DDA21BA8D}" type="datetime1">
              <a:rPr lang="en-GB" smtClean="0"/>
              <a:t>02/10/2024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1236C78-74A4-36FB-38A4-6655849816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Powering the world of work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A28DA8-1A2A-96B9-0102-C36892E16A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31A8E9-B4CF-5643-AF96-CB4C768DAD63}" type="slidenum">
              <a:rPr lang="en-US" smtClean="0"/>
              <a:t>‹#›</a:t>
            </a:fld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342275B-32AD-4515-CFDB-A17EB9FC3CE6}"/>
              </a:ext>
            </a:extLst>
          </p:cNvPr>
          <p:cNvCxnSpPr>
            <a:cxnSpLocks/>
          </p:cNvCxnSpPr>
          <p:nvPr userDrawn="1"/>
        </p:nvCxnSpPr>
        <p:spPr>
          <a:xfrm>
            <a:off x="11498433" y="719138"/>
            <a:ext cx="0" cy="5418137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 Placeholder 21">
            <a:extLst>
              <a:ext uri="{FF2B5EF4-FFF2-40B4-BE49-F238E27FC236}">
                <a16:creationId xmlns:a16="http://schemas.microsoft.com/office/drawing/2014/main" id="{535164D5-7F50-6642-C551-351195BB5C5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172706" y="1851673"/>
            <a:ext cx="3015119" cy="317667"/>
          </a:xfrm>
        </p:spPr>
        <p:txBody>
          <a:bodyPr rIns="108000"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Item here</a:t>
            </a:r>
            <a:endParaRPr lang="en-US"/>
          </a:p>
        </p:txBody>
      </p:sp>
      <p:sp>
        <p:nvSpPr>
          <p:cNvPr id="24" name="Text Placeholder 23">
            <a:extLst>
              <a:ext uri="{FF2B5EF4-FFF2-40B4-BE49-F238E27FC236}">
                <a16:creationId xmlns:a16="http://schemas.microsoft.com/office/drawing/2014/main" id="{7BA31A8B-4054-F129-A6DF-CEB4D080210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172705" y="2275835"/>
            <a:ext cx="3015119" cy="940221"/>
          </a:xfrm>
        </p:spPr>
        <p:txBody>
          <a:bodyPr rIns="108000"/>
          <a:lstStyle>
            <a:lvl1pPr marL="0">
              <a:lnSpc>
                <a:spcPct val="150000"/>
              </a:lnSpc>
              <a:buNone/>
              <a:defRPr lang="en-US" sz="1200" b="0" i="0" kern="1200" dirty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 indent="0">
              <a:lnSpc>
                <a:spcPct val="120000"/>
              </a:lnSpc>
              <a:spcAft>
                <a:spcPts val="0"/>
              </a:spcAft>
              <a:buSzPts val="1000"/>
            </a:pP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Lorem ipsum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dolor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sit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amet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, ad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agam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purto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consequat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est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, has ne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primis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sensibus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adolescens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, ne sea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porro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.</a:t>
            </a:r>
          </a:p>
        </p:txBody>
      </p:sp>
      <p:sp>
        <p:nvSpPr>
          <p:cNvPr id="31" name="Text Placeholder 21">
            <a:extLst>
              <a:ext uri="{FF2B5EF4-FFF2-40B4-BE49-F238E27FC236}">
                <a16:creationId xmlns:a16="http://schemas.microsoft.com/office/drawing/2014/main" id="{568136B5-2948-181F-898A-BC66307ECB2F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172706" y="3358926"/>
            <a:ext cx="3015118" cy="317667"/>
          </a:xfrm>
        </p:spPr>
        <p:txBody>
          <a:bodyPr rIns="108000"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Item here</a:t>
            </a:r>
            <a:endParaRPr lang="en-US"/>
          </a:p>
        </p:txBody>
      </p:sp>
      <p:sp>
        <p:nvSpPr>
          <p:cNvPr id="32" name="Text Placeholder 23">
            <a:extLst>
              <a:ext uri="{FF2B5EF4-FFF2-40B4-BE49-F238E27FC236}">
                <a16:creationId xmlns:a16="http://schemas.microsoft.com/office/drawing/2014/main" id="{531EEF16-2052-DDD8-D5BA-A17BB8FD4950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172705" y="3783088"/>
            <a:ext cx="3015119" cy="940221"/>
          </a:xfrm>
        </p:spPr>
        <p:txBody>
          <a:bodyPr rIns="108000"/>
          <a:lstStyle>
            <a:lvl1pPr marL="0">
              <a:lnSpc>
                <a:spcPct val="150000"/>
              </a:lnSpc>
              <a:buNone/>
              <a:defRPr lang="en-US" sz="1200" b="0" i="0" kern="1200" dirty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 indent="0">
              <a:lnSpc>
                <a:spcPct val="120000"/>
              </a:lnSpc>
              <a:spcAft>
                <a:spcPts val="0"/>
              </a:spcAft>
              <a:buSzPts val="1000"/>
            </a:pP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Lorem ipsum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dolor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sit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amet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, ad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agam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purto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consequat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est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, has ne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primis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sensibus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adolescens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, ne sea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porro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.</a:t>
            </a:r>
          </a:p>
        </p:txBody>
      </p:sp>
      <p:sp>
        <p:nvSpPr>
          <p:cNvPr id="42" name="Text Placeholder 21">
            <a:extLst>
              <a:ext uri="{FF2B5EF4-FFF2-40B4-BE49-F238E27FC236}">
                <a16:creationId xmlns:a16="http://schemas.microsoft.com/office/drawing/2014/main" id="{4E855EDB-42B0-93E6-2D94-053AE7017128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810209" y="1851673"/>
            <a:ext cx="3015119" cy="317667"/>
          </a:xfrm>
        </p:spPr>
        <p:txBody>
          <a:bodyPr rIns="108000"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Item here</a:t>
            </a:r>
            <a:endParaRPr lang="en-US"/>
          </a:p>
        </p:txBody>
      </p:sp>
      <p:sp>
        <p:nvSpPr>
          <p:cNvPr id="43" name="Text Placeholder 23">
            <a:extLst>
              <a:ext uri="{FF2B5EF4-FFF2-40B4-BE49-F238E27FC236}">
                <a16:creationId xmlns:a16="http://schemas.microsoft.com/office/drawing/2014/main" id="{6EEAF797-D4A8-7F9C-547C-1431AABFF9CF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4810208" y="2275835"/>
            <a:ext cx="3015119" cy="940221"/>
          </a:xfrm>
        </p:spPr>
        <p:txBody>
          <a:bodyPr rIns="108000"/>
          <a:lstStyle>
            <a:lvl1pPr marL="0">
              <a:lnSpc>
                <a:spcPct val="150000"/>
              </a:lnSpc>
              <a:buNone/>
              <a:defRPr lang="en-US" sz="1200" b="0" i="0" kern="1200" dirty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 indent="0">
              <a:lnSpc>
                <a:spcPct val="120000"/>
              </a:lnSpc>
              <a:spcAft>
                <a:spcPts val="0"/>
              </a:spcAft>
              <a:buSzPts val="1000"/>
            </a:pP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Lorem ipsum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dolor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sit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amet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, ad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agam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purto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consequat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est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, has ne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primis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sensibus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adolescens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, ne sea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porro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.</a:t>
            </a:r>
          </a:p>
        </p:txBody>
      </p:sp>
      <p:sp>
        <p:nvSpPr>
          <p:cNvPr id="44" name="Text Placeholder 21">
            <a:extLst>
              <a:ext uri="{FF2B5EF4-FFF2-40B4-BE49-F238E27FC236}">
                <a16:creationId xmlns:a16="http://schemas.microsoft.com/office/drawing/2014/main" id="{32A126E7-FF49-5543-4043-EA2488443B8B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4810209" y="3358926"/>
            <a:ext cx="3015118" cy="317667"/>
          </a:xfrm>
        </p:spPr>
        <p:txBody>
          <a:bodyPr rIns="108000"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Item here</a:t>
            </a:r>
            <a:endParaRPr lang="en-US"/>
          </a:p>
        </p:txBody>
      </p:sp>
      <p:sp>
        <p:nvSpPr>
          <p:cNvPr id="45" name="Text Placeholder 23">
            <a:extLst>
              <a:ext uri="{FF2B5EF4-FFF2-40B4-BE49-F238E27FC236}">
                <a16:creationId xmlns:a16="http://schemas.microsoft.com/office/drawing/2014/main" id="{5AA56E57-BDCD-7640-01A9-5BE5C75A02F2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4810208" y="3783088"/>
            <a:ext cx="3015119" cy="940221"/>
          </a:xfrm>
        </p:spPr>
        <p:txBody>
          <a:bodyPr rIns="108000"/>
          <a:lstStyle>
            <a:lvl1pPr marL="0">
              <a:lnSpc>
                <a:spcPct val="150000"/>
              </a:lnSpc>
              <a:buNone/>
              <a:defRPr lang="en-US" sz="1200" b="0" i="0" kern="1200" dirty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 indent="0">
              <a:lnSpc>
                <a:spcPct val="120000"/>
              </a:lnSpc>
              <a:spcAft>
                <a:spcPts val="0"/>
              </a:spcAft>
              <a:buSzPts val="1000"/>
            </a:pP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Lorem ipsum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dolor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sit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amet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, ad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agam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purto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consequat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est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, has ne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primis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sensibus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adolescens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, ne sea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porro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.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618B5F02-6076-8D40-79FD-10AF47A46C20}"/>
              </a:ext>
            </a:extLst>
          </p:cNvPr>
          <p:cNvSpPr/>
          <p:nvPr userDrawn="1"/>
        </p:nvSpPr>
        <p:spPr>
          <a:xfrm>
            <a:off x="0" y="0"/>
            <a:ext cx="216000" cy="6858000"/>
          </a:xfrm>
          <a:prstGeom prst="rect">
            <a:avLst/>
          </a:prstGeom>
          <a:gradFill>
            <a:gsLst>
              <a:gs pos="0">
                <a:schemeClr val="tx2"/>
              </a:gs>
              <a:gs pos="4700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 Placeholder 12">
            <a:extLst>
              <a:ext uri="{FF2B5EF4-FFF2-40B4-BE49-F238E27FC236}">
                <a16:creationId xmlns:a16="http://schemas.microsoft.com/office/drawing/2014/main" id="{A898EB03-8E33-56BF-12A4-1CC34E1361E2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694801" y="1853521"/>
            <a:ext cx="360000" cy="315819"/>
          </a:xfrm>
        </p:spPr>
        <p:txBody>
          <a:bodyPr anchor="t" anchorCtr="0">
            <a:noAutofit/>
          </a:bodyPr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2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01</a:t>
            </a:r>
            <a:endParaRPr lang="en-US"/>
          </a:p>
        </p:txBody>
      </p:sp>
      <p:sp>
        <p:nvSpPr>
          <p:cNvPr id="8" name="Text Placeholder 12">
            <a:extLst>
              <a:ext uri="{FF2B5EF4-FFF2-40B4-BE49-F238E27FC236}">
                <a16:creationId xmlns:a16="http://schemas.microsoft.com/office/drawing/2014/main" id="{025A403C-7874-825D-629B-91845DF858A3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4373089" y="1853521"/>
            <a:ext cx="360000" cy="315819"/>
          </a:xfrm>
        </p:spPr>
        <p:txBody>
          <a:bodyPr anchor="t" anchorCtr="0">
            <a:noAutofit/>
          </a:bodyPr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2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02</a:t>
            </a:r>
            <a:endParaRPr lang="en-US"/>
          </a:p>
        </p:txBody>
      </p:sp>
      <p:sp>
        <p:nvSpPr>
          <p:cNvPr id="9" name="Text Placeholder 12">
            <a:extLst>
              <a:ext uri="{FF2B5EF4-FFF2-40B4-BE49-F238E27FC236}">
                <a16:creationId xmlns:a16="http://schemas.microsoft.com/office/drawing/2014/main" id="{37DA963A-F8CB-2788-34E3-9545F9452C3A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694801" y="3351317"/>
            <a:ext cx="360000" cy="315819"/>
          </a:xfrm>
        </p:spPr>
        <p:txBody>
          <a:bodyPr anchor="t" anchorCtr="0">
            <a:noAutofit/>
          </a:bodyPr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2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04</a:t>
            </a:r>
            <a:endParaRPr lang="en-US"/>
          </a:p>
        </p:txBody>
      </p:sp>
      <p:sp>
        <p:nvSpPr>
          <p:cNvPr id="10" name="Text Placeholder 12">
            <a:extLst>
              <a:ext uri="{FF2B5EF4-FFF2-40B4-BE49-F238E27FC236}">
                <a16:creationId xmlns:a16="http://schemas.microsoft.com/office/drawing/2014/main" id="{12B504E0-4466-BAA4-C7FF-B42ED83C75C3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4373089" y="3351317"/>
            <a:ext cx="360000" cy="315819"/>
          </a:xfrm>
        </p:spPr>
        <p:txBody>
          <a:bodyPr anchor="t" anchorCtr="0">
            <a:noAutofit/>
          </a:bodyPr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2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05</a:t>
            </a:r>
            <a:endParaRPr lang="en-US"/>
          </a:p>
        </p:txBody>
      </p:sp>
      <p:sp>
        <p:nvSpPr>
          <p:cNvPr id="11" name="Text Placeholder 21">
            <a:extLst>
              <a:ext uri="{FF2B5EF4-FFF2-40B4-BE49-F238E27FC236}">
                <a16:creationId xmlns:a16="http://schemas.microsoft.com/office/drawing/2014/main" id="{C1AEB284-7F0C-3187-B592-E1732E8ED9FB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8426434" y="1851673"/>
            <a:ext cx="3015119" cy="317667"/>
          </a:xfrm>
        </p:spPr>
        <p:txBody>
          <a:bodyPr rIns="108000"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Item here</a:t>
            </a:r>
            <a:endParaRPr lang="en-US"/>
          </a:p>
        </p:txBody>
      </p:sp>
      <p:sp>
        <p:nvSpPr>
          <p:cNvPr id="12" name="Text Placeholder 23">
            <a:extLst>
              <a:ext uri="{FF2B5EF4-FFF2-40B4-BE49-F238E27FC236}">
                <a16:creationId xmlns:a16="http://schemas.microsoft.com/office/drawing/2014/main" id="{4B41B821-5DFB-B757-C0F7-DB0D030FBE52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8426433" y="2275835"/>
            <a:ext cx="3015119" cy="940221"/>
          </a:xfrm>
        </p:spPr>
        <p:txBody>
          <a:bodyPr rIns="108000"/>
          <a:lstStyle>
            <a:lvl1pPr marL="0">
              <a:lnSpc>
                <a:spcPct val="150000"/>
              </a:lnSpc>
              <a:buNone/>
              <a:defRPr lang="en-US" sz="1200" b="0" i="0" kern="1200" dirty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 indent="0">
              <a:lnSpc>
                <a:spcPct val="120000"/>
              </a:lnSpc>
              <a:spcAft>
                <a:spcPts val="0"/>
              </a:spcAft>
              <a:buSzPts val="1000"/>
            </a:pP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Lorem ipsum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dolor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sit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amet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, ad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agam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purto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consequat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est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, has ne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primis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sensibus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adolescens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, ne sea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porro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.</a:t>
            </a:r>
          </a:p>
        </p:txBody>
      </p:sp>
      <p:sp>
        <p:nvSpPr>
          <p:cNvPr id="13" name="Text Placeholder 21">
            <a:extLst>
              <a:ext uri="{FF2B5EF4-FFF2-40B4-BE49-F238E27FC236}">
                <a16:creationId xmlns:a16="http://schemas.microsoft.com/office/drawing/2014/main" id="{DF6AFE7A-748E-3094-E5DD-96068A1ADB22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8426434" y="3358926"/>
            <a:ext cx="3015118" cy="317667"/>
          </a:xfrm>
        </p:spPr>
        <p:txBody>
          <a:bodyPr rIns="108000"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Item here</a:t>
            </a:r>
            <a:endParaRPr lang="en-US"/>
          </a:p>
        </p:txBody>
      </p:sp>
      <p:sp>
        <p:nvSpPr>
          <p:cNvPr id="14" name="Text Placeholder 23">
            <a:extLst>
              <a:ext uri="{FF2B5EF4-FFF2-40B4-BE49-F238E27FC236}">
                <a16:creationId xmlns:a16="http://schemas.microsoft.com/office/drawing/2014/main" id="{4A3630C7-F978-2556-4A23-C0C594F4D671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8426433" y="3783088"/>
            <a:ext cx="3015119" cy="940221"/>
          </a:xfrm>
        </p:spPr>
        <p:txBody>
          <a:bodyPr rIns="108000"/>
          <a:lstStyle>
            <a:lvl1pPr marL="0">
              <a:lnSpc>
                <a:spcPct val="150000"/>
              </a:lnSpc>
              <a:buNone/>
              <a:defRPr lang="en-US" sz="1200" b="0" i="0" kern="1200" dirty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 indent="0">
              <a:lnSpc>
                <a:spcPct val="120000"/>
              </a:lnSpc>
              <a:spcAft>
                <a:spcPts val="0"/>
              </a:spcAft>
              <a:buSzPts val="1000"/>
            </a:pP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Lorem ipsum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dolor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sit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amet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, ad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agam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purto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consequat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est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, has ne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primis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sensibus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adolescens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, ne sea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porro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.</a:t>
            </a:r>
          </a:p>
        </p:txBody>
      </p:sp>
      <p:sp>
        <p:nvSpPr>
          <p:cNvPr id="15" name="Text Placeholder 12">
            <a:extLst>
              <a:ext uri="{FF2B5EF4-FFF2-40B4-BE49-F238E27FC236}">
                <a16:creationId xmlns:a16="http://schemas.microsoft.com/office/drawing/2014/main" id="{3E8A0744-C495-285F-181E-6DC10F0DF496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7989314" y="1853521"/>
            <a:ext cx="360000" cy="315819"/>
          </a:xfrm>
        </p:spPr>
        <p:txBody>
          <a:bodyPr anchor="t" anchorCtr="0">
            <a:noAutofit/>
          </a:bodyPr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2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03</a:t>
            </a:r>
            <a:endParaRPr lang="en-US"/>
          </a:p>
        </p:txBody>
      </p:sp>
      <p:sp>
        <p:nvSpPr>
          <p:cNvPr id="16" name="Text Placeholder 12">
            <a:extLst>
              <a:ext uri="{FF2B5EF4-FFF2-40B4-BE49-F238E27FC236}">
                <a16:creationId xmlns:a16="http://schemas.microsoft.com/office/drawing/2014/main" id="{BDFD6F31-A9EA-9929-A27C-F99215BAC5D0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7989314" y="3351317"/>
            <a:ext cx="360000" cy="315819"/>
          </a:xfrm>
        </p:spPr>
        <p:txBody>
          <a:bodyPr anchor="t" anchorCtr="0">
            <a:noAutofit/>
          </a:bodyPr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2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06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54633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Styl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 1">
            <a:extLst>
              <a:ext uri="{FF2B5EF4-FFF2-40B4-BE49-F238E27FC236}">
                <a16:creationId xmlns:a16="http://schemas.microsoft.com/office/drawing/2014/main" id="{9155D1B6-A36C-3770-3DE0-E1FC043738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326" y="428400"/>
            <a:ext cx="10606321" cy="687600"/>
          </a:xfrm>
        </p:spPr>
        <p:txBody>
          <a:bodyPr anchor="t" anchorCtr="0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33A4049-3B9D-CB45-E43B-E0A9AAB247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EFF3D0-6BED-D444-BEB4-872DDA21BA8D}" type="datetime1">
              <a:rPr lang="en-GB" smtClean="0"/>
              <a:t>02/10/2024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1236C78-74A4-36FB-38A4-6655849816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Powering the world of work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A28DA8-1A2A-96B9-0102-C36892E16A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31A8E9-B4CF-5643-AF96-CB4C768DAD63}" type="slidenum">
              <a:rPr lang="en-US" smtClean="0"/>
              <a:t>‹#›</a:t>
            </a:fld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342275B-32AD-4515-CFDB-A17EB9FC3CE6}"/>
              </a:ext>
            </a:extLst>
          </p:cNvPr>
          <p:cNvCxnSpPr>
            <a:cxnSpLocks/>
          </p:cNvCxnSpPr>
          <p:nvPr userDrawn="1"/>
        </p:nvCxnSpPr>
        <p:spPr>
          <a:xfrm>
            <a:off x="11498433" y="719138"/>
            <a:ext cx="0" cy="5418137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Rectangle 47">
            <a:extLst>
              <a:ext uri="{FF2B5EF4-FFF2-40B4-BE49-F238E27FC236}">
                <a16:creationId xmlns:a16="http://schemas.microsoft.com/office/drawing/2014/main" id="{618B5F02-6076-8D40-79FD-10AF47A46C20}"/>
              </a:ext>
            </a:extLst>
          </p:cNvPr>
          <p:cNvSpPr/>
          <p:nvPr userDrawn="1"/>
        </p:nvSpPr>
        <p:spPr>
          <a:xfrm>
            <a:off x="0" y="0"/>
            <a:ext cx="216000" cy="6858000"/>
          </a:xfrm>
          <a:prstGeom prst="rect">
            <a:avLst/>
          </a:prstGeom>
          <a:gradFill>
            <a:gsLst>
              <a:gs pos="0">
                <a:schemeClr val="tx2"/>
              </a:gs>
              <a:gs pos="4700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 Placeholder 22">
            <a:extLst>
              <a:ext uri="{FF2B5EF4-FFF2-40B4-BE49-F238E27FC236}">
                <a16:creationId xmlns:a16="http://schemas.microsoft.com/office/drawing/2014/main" id="{5536B56F-F531-540F-8796-BAE4CC0E760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532063" y="1388066"/>
            <a:ext cx="5473184" cy="256394"/>
          </a:xfrm>
        </p:spPr>
        <p:txBody>
          <a:bodyPr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Title here</a:t>
            </a:r>
            <a:endParaRPr lang="en-US"/>
          </a:p>
        </p:txBody>
      </p:sp>
      <p:sp>
        <p:nvSpPr>
          <p:cNvPr id="18" name="Text Placeholder 24">
            <a:extLst>
              <a:ext uri="{FF2B5EF4-FFF2-40B4-BE49-F238E27FC236}">
                <a16:creationId xmlns:a16="http://schemas.microsoft.com/office/drawing/2014/main" id="{1804F481-5029-6614-64A1-EDA7EF95ECB9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2531580" y="1780321"/>
            <a:ext cx="5473700" cy="256394"/>
          </a:xfrm>
        </p:spPr>
        <p:txBody>
          <a:bodyPr/>
          <a:lstStyle>
            <a:lvl1pPr marL="0" algn="l" defTabSz="914400" rtl="0" eaLnBrk="1" latinLnBrk="0" hangingPunct="1">
              <a:lnSpc>
                <a:spcPct val="120000"/>
              </a:lnSpc>
              <a:spcBef>
                <a:spcPct val="0"/>
              </a:spcBef>
              <a:buNone/>
              <a:defRPr lang="en-US" sz="1200" b="0" i="0" kern="1200" dirty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22">
            <a:extLst>
              <a:ext uri="{FF2B5EF4-FFF2-40B4-BE49-F238E27FC236}">
                <a16:creationId xmlns:a16="http://schemas.microsoft.com/office/drawing/2014/main" id="{ABBF112A-5454-FE49-7AAC-CF484D953357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2532081" y="2234192"/>
            <a:ext cx="5473184" cy="256394"/>
          </a:xfrm>
        </p:spPr>
        <p:txBody>
          <a:bodyPr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Title here</a:t>
            </a:r>
            <a:endParaRPr lang="en-US"/>
          </a:p>
        </p:txBody>
      </p:sp>
      <p:sp>
        <p:nvSpPr>
          <p:cNvPr id="21" name="Text Placeholder 24">
            <a:extLst>
              <a:ext uri="{FF2B5EF4-FFF2-40B4-BE49-F238E27FC236}">
                <a16:creationId xmlns:a16="http://schemas.microsoft.com/office/drawing/2014/main" id="{1A150C75-E0E2-38DD-416D-91A21E88CB97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2531580" y="2626447"/>
            <a:ext cx="5473700" cy="256394"/>
          </a:xfrm>
        </p:spPr>
        <p:txBody>
          <a:bodyPr/>
          <a:lstStyle>
            <a:lvl1pPr marL="0" algn="l" defTabSz="914400" rtl="0" eaLnBrk="1" latinLnBrk="0" hangingPunct="1">
              <a:lnSpc>
                <a:spcPct val="120000"/>
              </a:lnSpc>
              <a:spcBef>
                <a:spcPct val="0"/>
              </a:spcBef>
              <a:buNone/>
              <a:defRPr lang="en-US" sz="1200" b="0" i="0" kern="1200" dirty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22">
            <a:extLst>
              <a:ext uri="{FF2B5EF4-FFF2-40B4-BE49-F238E27FC236}">
                <a16:creationId xmlns:a16="http://schemas.microsoft.com/office/drawing/2014/main" id="{C80484F3-A715-7D93-FF70-AF8370E1B324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2532081" y="3079666"/>
            <a:ext cx="5473184" cy="256394"/>
          </a:xfrm>
        </p:spPr>
        <p:txBody>
          <a:bodyPr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Title here</a:t>
            </a:r>
            <a:endParaRPr lang="en-US"/>
          </a:p>
        </p:txBody>
      </p:sp>
      <p:sp>
        <p:nvSpPr>
          <p:cNvPr id="25" name="Text Placeholder 24">
            <a:extLst>
              <a:ext uri="{FF2B5EF4-FFF2-40B4-BE49-F238E27FC236}">
                <a16:creationId xmlns:a16="http://schemas.microsoft.com/office/drawing/2014/main" id="{AABCFCEF-6730-EA4C-DBFF-2CFF639B3FD5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2531580" y="3471921"/>
            <a:ext cx="5473700" cy="256394"/>
          </a:xfrm>
        </p:spPr>
        <p:txBody>
          <a:bodyPr/>
          <a:lstStyle>
            <a:lvl1pPr marL="0" algn="l" defTabSz="914400" rtl="0" eaLnBrk="1" latinLnBrk="0" hangingPunct="1">
              <a:lnSpc>
                <a:spcPct val="120000"/>
              </a:lnSpc>
              <a:spcBef>
                <a:spcPct val="0"/>
              </a:spcBef>
              <a:buNone/>
              <a:defRPr lang="en-US" sz="1200" b="0" i="0" kern="1200" dirty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Text Placeholder 12">
            <a:extLst>
              <a:ext uri="{FF2B5EF4-FFF2-40B4-BE49-F238E27FC236}">
                <a16:creationId xmlns:a16="http://schemas.microsoft.com/office/drawing/2014/main" id="{C2E974CF-5325-C835-8D53-30C45BE0FA82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1810026" y="1388067"/>
            <a:ext cx="400385" cy="256394"/>
          </a:xfrm>
        </p:spPr>
        <p:txBody>
          <a:bodyPr anchor="t" anchorCtr="0">
            <a:noAutofit/>
          </a:bodyPr>
          <a:lstStyle>
            <a:lvl1pPr marL="0" algn="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2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01</a:t>
            </a:r>
            <a:endParaRPr lang="en-US"/>
          </a:p>
        </p:txBody>
      </p:sp>
      <p:sp>
        <p:nvSpPr>
          <p:cNvPr id="29" name="Text Placeholder 12">
            <a:extLst>
              <a:ext uri="{FF2B5EF4-FFF2-40B4-BE49-F238E27FC236}">
                <a16:creationId xmlns:a16="http://schemas.microsoft.com/office/drawing/2014/main" id="{8766B7B2-1CEE-476D-CD98-C488FBD7491C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1810026" y="2240692"/>
            <a:ext cx="400385" cy="256394"/>
          </a:xfrm>
        </p:spPr>
        <p:txBody>
          <a:bodyPr anchor="t" anchorCtr="0">
            <a:noAutofit/>
          </a:bodyPr>
          <a:lstStyle>
            <a:lvl1pPr marL="0" algn="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2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01</a:t>
            </a:r>
            <a:endParaRPr lang="en-US"/>
          </a:p>
        </p:txBody>
      </p:sp>
      <p:sp>
        <p:nvSpPr>
          <p:cNvPr id="30" name="Text Placeholder 12">
            <a:extLst>
              <a:ext uri="{FF2B5EF4-FFF2-40B4-BE49-F238E27FC236}">
                <a16:creationId xmlns:a16="http://schemas.microsoft.com/office/drawing/2014/main" id="{D84AEBAE-9F18-73E1-0696-0E9858817C62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1810026" y="3079666"/>
            <a:ext cx="400385" cy="256394"/>
          </a:xfrm>
        </p:spPr>
        <p:txBody>
          <a:bodyPr anchor="t" anchorCtr="0">
            <a:noAutofit/>
          </a:bodyPr>
          <a:lstStyle>
            <a:lvl1pPr marL="0" algn="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2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01</a:t>
            </a:r>
            <a:endParaRPr lang="en-US"/>
          </a:p>
        </p:txBody>
      </p:sp>
      <p:sp>
        <p:nvSpPr>
          <p:cNvPr id="33" name="Text Placeholder 22">
            <a:extLst>
              <a:ext uri="{FF2B5EF4-FFF2-40B4-BE49-F238E27FC236}">
                <a16:creationId xmlns:a16="http://schemas.microsoft.com/office/drawing/2014/main" id="{A7EDDCDD-B4C2-59E6-19B3-6014DE489B6F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2532081" y="3925140"/>
            <a:ext cx="5473184" cy="256394"/>
          </a:xfrm>
        </p:spPr>
        <p:txBody>
          <a:bodyPr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Title here</a:t>
            </a:r>
            <a:endParaRPr lang="en-US"/>
          </a:p>
        </p:txBody>
      </p:sp>
      <p:sp>
        <p:nvSpPr>
          <p:cNvPr id="34" name="Text Placeholder 24">
            <a:extLst>
              <a:ext uri="{FF2B5EF4-FFF2-40B4-BE49-F238E27FC236}">
                <a16:creationId xmlns:a16="http://schemas.microsoft.com/office/drawing/2014/main" id="{CD8E8B20-BC80-2B9E-4915-D5339CD1EE55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2531580" y="4317395"/>
            <a:ext cx="5473700" cy="256394"/>
          </a:xfrm>
        </p:spPr>
        <p:txBody>
          <a:bodyPr/>
          <a:lstStyle>
            <a:lvl1pPr marL="0" algn="l" defTabSz="914400" rtl="0" eaLnBrk="1" latinLnBrk="0" hangingPunct="1">
              <a:lnSpc>
                <a:spcPct val="120000"/>
              </a:lnSpc>
              <a:spcBef>
                <a:spcPct val="0"/>
              </a:spcBef>
              <a:buNone/>
              <a:defRPr lang="en-US" sz="1200" b="0" i="0" kern="1200" dirty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5" name="Text Placeholder 12">
            <a:extLst>
              <a:ext uri="{FF2B5EF4-FFF2-40B4-BE49-F238E27FC236}">
                <a16:creationId xmlns:a16="http://schemas.microsoft.com/office/drawing/2014/main" id="{5B5B9C15-3731-CC21-4A7B-A5C374A1A53A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1810026" y="3925140"/>
            <a:ext cx="400385" cy="256394"/>
          </a:xfrm>
        </p:spPr>
        <p:txBody>
          <a:bodyPr anchor="t" anchorCtr="0">
            <a:noAutofit/>
          </a:bodyPr>
          <a:lstStyle>
            <a:lvl1pPr marL="0" algn="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2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01</a:t>
            </a:r>
            <a:endParaRPr lang="en-US"/>
          </a:p>
        </p:txBody>
      </p:sp>
      <p:sp>
        <p:nvSpPr>
          <p:cNvPr id="36" name="Text Placeholder 22">
            <a:extLst>
              <a:ext uri="{FF2B5EF4-FFF2-40B4-BE49-F238E27FC236}">
                <a16:creationId xmlns:a16="http://schemas.microsoft.com/office/drawing/2014/main" id="{13E1AAB4-635D-BF4A-5965-4B31253F314D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2532081" y="4775125"/>
            <a:ext cx="5473184" cy="256394"/>
          </a:xfrm>
        </p:spPr>
        <p:txBody>
          <a:bodyPr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Title here</a:t>
            </a:r>
            <a:endParaRPr lang="en-US"/>
          </a:p>
        </p:txBody>
      </p:sp>
      <p:sp>
        <p:nvSpPr>
          <p:cNvPr id="37" name="Text Placeholder 24">
            <a:extLst>
              <a:ext uri="{FF2B5EF4-FFF2-40B4-BE49-F238E27FC236}">
                <a16:creationId xmlns:a16="http://schemas.microsoft.com/office/drawing/2014/main" id="{25A78126-D46D-FF52-6586-D197EBED5447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2531580" y="5167380"/>
            <a:ext cx="5473700" cy="256394"/>
          </a:xfrm>
        </p:spPr>
        <p:txBody>
          <a:bodyPr/>
          <a:lstStyle>
            <a:lvl1pPr marL="0" algn="l" defTabSz="914400" rtl="0" eaLnBrk="1" latinLnBrk="0" hangingPunct="1">
              <a:lnSpc>
                <a:spcPct val="120000"/>
              </a:lnSpc>
              <a:spcBef>
                <a:spcPct val="0"/>
              </a:spcBef>
              <a:buNone/>
              <a:defRPr lang="en-US" sz="1200" b="0" i="0" kern="1200" dirty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8" name="Text Placeholder 12">
            <a:extLst>
              <a:ext uri="{FF2B5EF4-FFF2-40B4-BE49-F238E27FC236}">
                <a16:creationId xmlns:a16="http://schemas.microsoft.com/office/drawing/2014/main" id="{9AE9F7A2-511D-9C1D-CE95-14D3B8788A81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1810026" y="4775125"/>
            <a:ext cx="400385" cy="256394"/>
          </a:xfrm>
        </p:spPr>
        <p:txBody>
          <a:bodyPr anchor="t" anchorCtr="0">
            <a:noAutofit/>
          </a:bodyPr>
          <a:lstStyle>
            <a:lvl1pPr marL="0" algn="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2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01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779131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peaker introdu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6EAA6C8F-02A2-5780-3B44-3E8D65629AC0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1425575" y="2024063"/>
            <a:ext cx="2038350" cy="2039937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 anchor="ctr"/>
          <a:lstStyle>
            <a:lvl1pPr marL="90000" indent="0" algn="ctr">
              <a:buNone/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20" name="Title 1">
            <a:extLst>
              <a:ext uri="{FF2B5EF4-FFF2-40B4-BE49-F238E27FC236}">
                <a16:creationId xmlns:a16="http://schemas.microsoft.com/office/drawing/2014/main" id="{9155D1B6-A36C-3770-3DE0-E1FC043738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327" y="428400"/>
            <a:ext cx="10606320" cy="687600"/>
          </a:xfrm>
        </p:spPr>
        <p:txBody>
          <a:bodyPr anchor="t" anchorCtr="0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33A4049-3B9D-CB45-E43B-E0A9AAB247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EFF3D0-6BED-D444-BEB4-872DDA21BA8D}" type="datetime1">
              <a:rPr lang="en-GB" smtClean="0"/>
              <a:t>02/10/2024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1236C78-74A4-36FB-38A4-6655849816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Powering the world of work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A28DA8-1A2A-96B9-0102-C36892E16A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31A8E9-B4CF-5643-AF96-CB4C768DAD63}" type="slidenum">
              <a:rPr lang="en-US" smtClean="0"/>
              <a:t>‹#›</a:t>
            </a:fld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342275B-32AD-4515-CFDB-A17EB9FC3CE6}"/>
              </a:ext>
            </a:extLst>
          </p:cNvPr>
          <p:cNvCxnSpPr>
            <a:cxnSpLocks/>
          </p:cNvCxnSpPr>
          <p:nvPr userDrawn="1"/>
        </p:nvCxnSpPr>
        <p:spPr>
          <a:xfrm>
            <a:off x="11498433" y="719138"/>
            <a:ext cx="0" cy="5418137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Text Placeholder 21">
            <a:extLst>
              <a:ext uri="{FF2B5EF4-FFF2-40B4-BE49-F238E27FC236}">
                <a16:creationId xmlns:a16="http://schemas.microsoft.com/office/drawing/2014/main" id="{4E855EDB-42B0-93E6-2D94-053AE7017128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704377" y="4160842"/>
            <a:ext cx="3483439" cy="317667"/>
          </a:xfrm>
        </p:spPr>
        <p:txBody>
          <a:bodyPr anchor="b" anchorCtr="0"/>
          <a:lstStyle>
            <a:lvl1pPr marL="0" algn="ctr" defTabSz="914400" rtl="0" eaLnBrk="1" latinLnBrk="0" hangingPunct="1">
              <a:lnSpc>
                <a:spcPct val="130000"/>
              </a:lnSpc>
              <a:spcBef>
                <a:spcPct val="0"/>
              </a:spcBef>
              <a:buNone/>
              <a:defRPr lang="en-US" sz="1600" b="1" kern="1200" dirty="0">
                <a:solidFill>
                  <a:schemeClr val="tx1"/>
                </a:solidFill>
                <a:latin typeface="Montserrat SemiBold" pitchFamily="2" charset="77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GB"/>
              <a:t>Item here</a:t>
            </a:r>
            <a:endParaRPr lang="en-US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618B5F02-6076-8D40-79FD-10AF47A46C20}"/>
              </a:ext>
            </a:extLst>
          </p:cNvPr>
          <p:cNvSpPr/>
          <p:nvPr userDrawn="1"/>
        </p:nvSpPr>
        <p:spPr>
          <a:xfrm>
            <a:off x="0" y="0"/>
            <a:ext cx="216000" cy="6858000"/>
          </a:xfrm>
          <a:prstGeom prst="rect">
            <a:avLst/>
          </a:prstGeom>
          <a:gradFill>
            <a:gsLst>
              <a:gs pos="0">
                <a:schemeClr val="tx2"/>
              </a:gs>
              <a:gs pos="4700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 Placeholder 21">
            <a:extLst>
              <a:ext uri="{FF2B5EF4-FFF2-40B4-BE49-F238E27FC236}">
                <a16:creationId xmlns:a16="http://schemas.microsoft.com/office/drawing/2014/main" id="{EA2BD5FB-60CA-8E9B-F6DF-7A6FB1B93A4B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704374" y="4502487"/>
            <a:ext cx="3483438" cy="317667"/>
          </a:xfrm>
        </p:spPr>
        <p:txBody>
          <a:bodyPr/>
          <a:lstStyle>
            <a:lvl1pPr marL="0" algn="ctr" defTabSz="914400" rtl="0" eaLnBrk="1" latinLnBrk="0" hangingPunct="1">
              <a:lnSpc>
                <a:spcPct val="120000"/>
              </a:lnSpc>
              <a:spcBef>
                <a:spcPct val="0"/>
              </a:spcBef>
              <a:buNone/>
              <a:defRPr lang="en-US" sz="1400" kern="1200" dirty="0">
                <a:solidFill>
                  <a:schemeClr val="tx1">
                    <a:lumMod val="50000"/>
                    <a:lumOff val="50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GB"/>
              <a:t>Item here</a:t>
            </a:r>
            <a:endParaRPr lang="en-US"/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BFCFD1A9-B1E6-239C-FBAB-267510721D0A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4377261" y="2512088"/>
            <a:ext cx="5282675" cy="2308066"/>
          </a:xfrm>
        </p:spPr>
        <p:txBody>
          <a:bodyPr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ct val="0"/>
              </a:spcBef>
              <a:buNone/>
              <a:defRPr lang="en-GB" sz="1400" kern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0041887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ultiple speake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6EAA6C8F-02A2-5780-3B44-3E8D65629AC0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1425575" y="2024063"/>
            <a:ext cx="2038350" cy="2039937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 anchor="ctr"/>
          <a:lstStyle>
            <a:lvl1pPr marL="90000" indent="0" algn="ctr">
              <a:buNone/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20" name="Title 1">
            <a:extLst>
              <a:ext uri="{FF2B5EF4-FFF2-40B4-BE49-F238E27FC236}">
                <a16:creationId xmlns:a16="http://schemas.microsoft.com/office/drawing/2014/main" id="{9155D1B6-A36C-3770-3DE0-E1FC043738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327" y="428400"/>
            <a:ext cx="10606320" cy="687600"/>
          </a:xfrm>
        </p:spPr>
        <p:txBody>
          <a:bodyPr anchor="t" anchorCtr="0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33A4049-3B9D-CB45-E43B-E0A9AAB247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EFF3D0-6BED-D444-BEB4-872DDA21BA8D}" type="datetime1">
              <a:rPr lang="en-GB" smtClean="0"/>
              <a:t>02/10/2024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1236C78-74A4-36FB-38A4-6655849816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Powering the world of work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A28DA8-1A2A-96B9-0102-C36892E16A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31A8E9-B4CF-5643-AF96-CB4C768DAD63}" type="slidenum">
              <a:rPr lang="en-US" smtClean="0"/>
              <a:t>‹#›</a:t>
            </a:fld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342275B-32AD-4515-CFDB-A17EB9FC3CE6}"/>
              </a:ext>
            </a:extLst>
          </p:cNvPr>
          <p:cNvCxnSpPr>
            <a:cxnSpLocks/>
          </p:cNvCxnSpPr>
          <p:nvPr userDrawn="1"/>
        </p:nvCxnSpPr>
        <p:spPr>
          <a:xfrm>
            <a:off x="11498433" y="719138"/>
            <a:ext cx="0" cy="5418137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Text Placeholder 21">
            <a:extLst>
              <a:ext uri="{FF2B5EF4-FFF2-40B4-BE49-F238E27FC236}">
                <a16:creationId xmlns:a16="http://schemas.microsoft.com/office/drawing/2014/main" id="{4E855EDB-42B0-93E6-2D94-053AE7017128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704377" y="4160842"/>
            <a:ext cx="3483439" cy="317667"/>
          </a:xfrm>
        </p:spPr>
        <p:txBody>
          <a:bodyPr lIns="108000" rIns="108000" anchor="b" anchorCtr="0"/>
          <a:lstStyle>
            <a:lvl1pPr marL="0" algn="ctr" defTabSz="914400" rtl="0" eaLnBrk="1" latinLnBrk="0" hangingPunct="1">
              <a:lnSpc>
                <a:spcPct val="130000"/>
              </a:lnSpc>
              <a:spcBef>
                <a:spcPct val="0"/>
              </a:spcBef>
              <a:buNone/>
              <a:defRPr lang="en-US" sz="1600" b="1" kern="1200" dirty="0">
                <a:solidFill>
                  <a:schemeClr val="tx1"/>
                </a:solidFill>
                <a:latin typeface="Montserrat SemiBold" pitchFamily="2" charset="77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GB"/>
              <a:t>Item here</a:t>
            </a:r>
            <a:endParaRPr lang="en-US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618B5F02-6076-8D40-79FD-10AF47A46C20}"/>
              </a:ext>
            </a:extLst>
          </p:cNvPr>
          <p:cNvSpPr/>
          <p:nvPr userDrawn="1"/>
        </p:nvSpPr>
        <p:spPr>
          <a:xfrm>
            <a:off x="0" y="0"/>
            <a:ext cx="216000" cy="6858000"/>
          </a:xfrm>
          <a:prstGeom prst="rect">
            <a:avLst/>
          </a:prstGeom>
          <a:gradFill>
            <a:gsLst>
              <a:gs pos="0">
                <a:schemeClr val="tx2"/>
              </a:gs>
              <a:gs pos="4700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 Placeholder 21">
            <a:extLst>
              <a:ext uri="{FF2B5EF4-FFF2-40B4-BE49-F238E27FC236}">
                <a16:creationId xmlns:a16="http://schemas.microsoft.com/office/drawing/2014/main" id="{EA2BD5FB-60CA-8E9B-F6DF-7A6FB1B93A4B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704374" y="4511195"/>
            <a:ext cx="3483438" cy="317667"/>
          </a:xfrm>
        </p:spPr>
        <p:txBody>
          <a:bodyPr lIns="108000" rIns="108000"/>
          <a:lstStyle>
            <a:lvl1pPr marL="0" algn="ctr" defTabSz="914400" rtl="0" eaLnBrk="1" latinLnBrk="0" hangingPunct="1">
              <a:lnSpc>
                <a:spcPct val="120000"/>
              </a:lnSpc>
              <a:spcBef>
                <a:spcPct val="0"/>
              </a:spcBef>
              <a:buNone/>
              <a:defRPr lang="en-US" sz="1400" kern="1200" dirty="0">
                <a:solidFill>
                  <a:schemeClr val="tx1">
                    <a:lumMod val="50000"/>
                    <a:lumOff val="50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GB"/>
              <a:t>Item here</a:t>
            </a:r>
            <a:endParaRPr lang="en-US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2328CA78-E1CB-C82D-3890-7CE118FFA6F5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5083174" y="2024063"/>
            <a:ext cx="2038350" cy="2039937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 anchor="ctr"/>
          <a:lstStyle>
            <a:lvl1pPr marL="90000" indent="0" algn="ctr">
              <a:buNone/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8" name="Text Placeholder 21">
            <a:extLst>
              <a:ext uri="{FF2B5EF4-FFF2-40B4-BE49-F238E27FC236}">
                <a16:creationId xmlns:a16="http://schemas.microsoft.com/office/drawing/2014/main" id="{86042117-1A75-2036-9EB6-B3BAB40557A9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4361976" y="4160842"/>
            <a:ext cx="3483439" cy="317667"/>
          </a:xfrm>
        </p:spPr>
        <p:txBody>
          <a:bodyPr lIns="108000" rIns="108000" anchor="b" anchorCtr="0"/>
          <a:lstStyle>
            <a:lvl1pPr marL="0" algn="ctr" defTabSz="914400" rtl="0" eaLnBrk="1" latinLnBrk="0" hangingPunct="1">
              <a:lnSpc>
                <a:spcPct val="130000"/>
              </a:lnSpc>
              <a:spcBef>
                <a:spcPct val="0"/>
              </a:spcBef>
              <a:buNone/>
              <a:defRPr lang="en-US" sz="1600" b="1" kern="1200" dirty="0">
                <a:solidFill>
                  <a:schemeClr val="tx1"/>
                </a:solidFill>
                <a:latin typeface="Montserrat SemiBold" pitchFamily="2" charset="77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GB"/>
              <a:t>Item here</a:t>
            </a:r>
            <a:endParaRPr lang="en-US"/>
          </a:p>
        </p:txBody>
      </p:sp>
      <p:sp>
        <p:nvSpPr>
          <p:cNvPr id="9" name="Text Placeholder 21">
            <a:extLst>
              <a:ext uri="{FF2B5EF4-FFF2-40B4-BE49-F238E27FC236}">
                <a16:creationId xmlns:a16="http://schemas.microsoft.com/office/drawing/2014/main" id="{0CD4D48C-EC00-94E4-69F3-EF51AC02762E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4361973" y="4511195"/>
            <a:ext cx="3483438" cy="317667"/>
          </a:xfrm>
        </p:spPr>
        <p:txBody>
          <a:bodyPr lIns="108000" rIns="108000"/>
          <a:lstStyle>
            <a:lvl1pPr marL="0" algn="ctr" defTabSz="914400" rtl="0" eaLnBrk="1" latinLnBrk="0" hangingPunct="1">
              <a:lnSpc>
                <a:spcPct val="120000"/>
              </a:lnSpc>
              <a:spcBef>
                <a:spcPct val="0"/>
              </a:spcBef>
              <a:buNone/>
              <a:defRPr lang="en-US" sz="1400" kern="1200" dirty="0">
                <a:solidFill>
                  <a:schemeClr val="tx1">
                    <a:lumMod val="50000"/>
                    <a:lumOff val="50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GB"/>
              <a:t>Item here</a:t>
            </a:r>
            <a:endParaRPr lang="en-US"/>
          </a:p>
        </p:txBody>
      </p:sp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9A1D6FB7-B1FF-8326-8B31-3AC5954FA260}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>
            <a:off x="8720677" y="2024063"/>
            <a:ext cx="2038350" cy="2039937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txBody>
          <a:bodyPr anchor="ctr"/>
          <a:lstStyle>
            <a:lvl1pPr marL="90000" indent="0" algn="ctr">
              <a:buNone/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11" name="Text Placeholder 21">
            <a:extLst>
              <a:ext uri="{FF2B5EF4-FFF2-40B4-BE49-F238E27FC236}">
                <a16:creationId xmlns:a16="http://schemas.microsoft.com/office/drawing/2014/main" id="{9ED438C1-B0A6-419C-0AC3-151D81BAE851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7999479" y="4160842"/>
            <a:ext cx="3483439" cy="317667"/>
          </a:xfrm>
        </p:spPr>
        <p:txBody>
          <a:bodyPr lIns="108000" rIns="108000" anchor="b" anchorCtr="0"/>
          <a:lstStyle>
            <a:lvl1pPr marL="0" algn="ctr" defTabSz="914400" rtl="0" eaLnBrk="1" latinLnBrk="0" hangingPunct="1">
              <a:lnSpc>
                <a:spcPct val="130000"/>
              </a:lnSpc>
              <a:spcBef>
                <a:spcPct val="0"/>
              </a:spcBef>
              <a:buNone/>
              <a:defRPr lang="en-US" sz="1600" b="1" kern="1200" dirty="0">
                <a:solidFill>
                  <a:schemeClr val="tx1"/>
                </a:solidFill>
                <a:latin typeface="Montserrat SemiBold" pitchFamily="2" charset="77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GB"/>
              <a:t>Item here</a:t>
            </a:r>
            <a:endParaRPr lang="en-US"/>
          </a:p>
        </p:txBody>
      </p:sp>
      <p:sp>
        <p:nvSpPr>
          <p:cNvPr id="12" name="Text Placeholder 21">
            <a:extLst>
              <a:ext uri="{FF2B5EF4-FFF2-40B4-BE49-F238E27FC236}">
                <a16:creationId xmlns:a16="http://schemas.microsoft.com/office/drawing/2014/main" id="{A6B83889-1ECE-CF73-A5C2-C8DE7E9CA0B8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7999476" y="4511195"/>
            <a:ext cx="3483438" cy="317667"/>
          </a:xfrm>
        </p:spPr>
        <p:txBody>
          <a:bodyPr lIns="108000" rIns="108000"/>
          <a:lstStyle>
            <a:lvl1pPr marL="0" algn="ctr" defTabSz="914400" rtl="0" eaLnBrk="1" latinLnBrk="0" hangingPunct="1">
              <a:lnSpc>
                <a:spcPct val="120000"/>
              </a:lnSpc>
              <a:spcBef>
                <a:spcPct val="0"/>
              </a:spcBef>
              <a:buNone/>
              <a:defRPr lang="en-US" sz="1400" kern="1200" dirty="0">
                <a:solidFill>
                  <a:schemeClr val="tx1">
                    <a:lumMod val="50000"/>
                    <a:lumOff val="50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GB"/>
              <a:t>Item here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401286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33A4049-3B9D-CB45-E43B-E0A9AAB247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EFF3D0-6BED-D444-BEB4-872DDA21BA8D}" type="datetime1">
              <a:rPr lang="en-GB" smtClean="0"/>
              <a:t>02/10/2024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1236C78-74A4-36FB-38A4-6655849816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Powering the world of work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A28DA8-1A2A-96B9-0102-C36892E16A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31A8E9-B4CF-5643-AF96-CB4C768DAD63}" type="slidenum">
              <a:rPr lang="en-US" smtClean="0"/>
              <a:t>‹#›</a:t>
            </a:fld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342275B-32AD-4515-CFDB-A17EB9FC3CE6}"/>
              </a:ext>
            </a:extLst>
          </p:cNvPr>
          <p:cNvCxnSpPr>
            <a:cxnSpLocks/>
          </p:cNvCxnSpPr>
          <p:nvPr userDrawn="1"/>
        </p:nvCxnSpPr>
        <p:spPr>
          <a:xfrm>
            <a:off x="11498433" y="719138"/>
            <a:ext cx="0" cy="5418137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Rectangle 47">
            <a:extLst>
              <a:ext uri="{FF2B5EF4-FFF2-40B4-BE49-F238E27FC236}">
                <a16:creationId xmlns:a16="http://schemas.microsoft.com/office/drawing/2014/main" id="{618B5F02-6076-8D40-79FD-10AF47A46C20}"/>
              </a:ext>
            </a:extLst>
          </p:cNvPr>
          <p:cNvSpPr/>
          <p:nvPr userDrawn="1"/>
        </p:nvSpPr>
        <p:spPr>
          <a:xfrm>
            <a:off x="0" y="0"/>
            <a:ext cx="216000" cy="6858000"/>
          </a:xfrm>
          <a:prstGeom prst="rect">
            <a:avLst/>
          </a:prstGeom>
          <a:gradFill>
            <a:gsLst>
              <a:gs pos="0">
                <a:schemeClr val="tx2"/>
              </a:gs>
              <a:gs pos="4700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7ECB22F0-6D85-F8AE-E783-51377137A8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326" y="428400"/>
            <a:ext cx="10606321" cy="687600"/>
          </a:xfrm>
        </p:spPr>
        <p:txBody>
          <a:bodyPr anchor="t" anchorCtr="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5E05DFCF-753F-8AAE-BDF9-C4847038832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95325" y="1425600"/>
            <a:ext cx="10606321" cy="4703738"/>
          </a:xfrm>
        </p:spPr>
        <p:txBody>
          <a:bodyPr/>
          <a:lstStyle>
            <a:lvl1pPr marL="0" indent="0">
              <a:lnSpc>
                <a:spcPct val="120000"/>
              </a:lnSpc>
              <a:spcBef>
                <a:spcPts val="500"/>
              </a:spcBef>
              <a:spcAft>
                <a:spcPts val="500"/>
              </a:spcAft>
              <a:buFontTx/>
              <a:buNone/>
              <a:defRPr/>
            </a:lvl1pPr>
            <a:lvl2pPr marL="0" indent="0">
              <a:lnSpc>
                <a:spcPct val="120000"/>
              </a:lnSpc>
              <a:spcBef>
                <a:spcPts val="500"/>
              </a:spcBef>
              <a:spcAft>
                <a:spcPts val="500"/>
              </a:spcAft>
              <a:buFontTx/>
              <a:buNone/>
              <a:defRPr/>
            </a:lvl2pPr>
            <a:lvl3pPr marL="0" indent="0">
              <a:lnSpc>
                <a:spcPct val="120000"/>
              </a:lnSpc>
              <a:spcBef>
                <a:spcPts val="500"/>
              </a:spcBef>
              <a:spcAft>
                <a:spcPts val="500"/>
              </a:spcAft>
              <a:buFontTx/>
              <a:buNone/>
              <a:defRPr/>
            </a:lvl3pPr>
            <a:lvl4pPr marL="0" indent="0">
              <a:lnSpc>
                <a:spcPct val="120000"/>
              </a:lnSpc>
              <a:spcBef>
                <a:spcPts val="500"/>
              </a:spcBef>
              <a:spcAft>
                <a:spcPts val="500"/>
              </a:spcAft>
              <a:buFontTx/>
              <a:buNone/>
              <a:defRPr/>
            </a:lvl4pPr>
            <a:lvl5pPr marL="0" indent="0">
              <a:lnSpc>
                <a:spcPct val="120000"/>
              </a:lnSpc>
              <a:spcBef>
                <a:spcPts val="500"/>
              </a:spcBef>
              <a:spcAft>
                <a:spcPts val="500"/>
              </a:spcAft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51996160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Colum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33A4049-3B9D-CB45-E43B-E0A9AAB247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EFF3D0-6BED-D444-BEB4-872DDA21BA8D}" type="datetime1">
              <a:rPr lang="en-GB" smtClean="0"/>
              <a:t>02/10/2024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1236C78-74A4-36FB-38A4-6655849816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Powering the world of work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A28DA8-1A2A-96B9-0102-C36892E16A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31A8E9-B4CF-5643-AF96-CB4C768DAD63}" type="slidenum">
              <a:rPr lang="en-US" smtClean="0"/>
              <a:t>‹#›</a:t>
            </a:fld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342275B-32AD-4515-CFDB-A17EB9FC3CE6}"/>
              </a:ext>
            </a:extLst>
          </p:cNvPr>
          <p:cNvCxnSpPr>
            <a:cxnSpLocks/>
          </p:cNvCxnSpPr>
          <p:nvPr userDrawn="1"/>
        </p:nvCxnSpPr>
        <p:spPr>
          <a:xfrm>
            <a:off x="11498433" y="719138"/>
            <a:ext cx="0" cy="5418137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Rectangle 47">
            <a:extLst>
              <a:ext uri="{FF2B5EF4-FFF2-40B4-BE49-F238E27FC236}">
                <a16:creationId xmlns:a16="http://schemas.microsoft.com/office/drawing/2014/main" id="{618B5F02-6076-8D40-79FD-10AF47A46C20}"/>
              </a:ext>
            </a:extLst>
          </p:cNvPr>
          <p:cNvSpPr/>
          <p:nvPr userDrawn="1"/>
        </p:nvSpPr>
        <p:spPr>
          <a:xfrm>
            <a:off x="0" y="0"/>
            <a:ext cx="216000" cy="6858000"/>
          </a:xfrm>
          <a:prstGeom prst="rect">
            <a:avLst/>
          </a:prstGeom>
          <a:gradFill>
            <a:gsLst>
              <a:gs pos="0">
                <a:schemeClr val="tx2"/>
              </a:gs>
              <a:gs pos="4700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7ECB22F0-6D85-F8AE-E783-51377137A83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95327" y="428400"/>
            <a:ext cx="10606319" cy="687600"/>
          </a:xfrm>
        </p:spPr>
        <p:txBody>
          <a:bodyPr anchor="t" anchorCtr="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GB"/>
              <a:t>2 column layout </a:t>
            </a:r>
            <a:endParaRPr lang="en-US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BFBE95FB-3017-DADE-892F-13E7D40E0C72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94800" y="1425600"/>
            <a:ext cx="5292000" cy="4703763"/>
          </a:xfrm>
        </p:spPr>
        <p:txBody>
          <a:bodyPr rIns="144000"/>
          <a:lstStyle>
            <a:lvl1pPr marL="0" indent="0">
              <a:spcBef>
                <a:spcPts val="500"/>
              </a:spcBef>
              <a:spcAft>
                <a:spcPts val="500"/>
              </a:spcAft>
              <a:buNone/>
              <a:defRPr/>
            </a:lvl1pPr>
            <a:lvl2pPr marL="0" indent="0">
              <a:spcBef>
                <a:spcPts val="500"/>
              </a:spcBef>
              <a:spcAft>
                <a:spcPts val="500"/>
              </a:spcAft>
              <a:buNone/>
              <a:defRPr/>
            </a:lvl2pPr>
            <a:lvl3pPr marL="0" indent="0">
              <a:spcBef>
                <a:spcPts val="500"/>
              </a:spcBef>
              <a:spcAft>
                <a:spcPts val="500"/>
              </a:spcAft>
              <a:buNone/>
              <a:defRPr/>
            </a:lvl3pPr>
            <a:lvl4pPr marL="0" indent="0">
              <a:spcBef>
                <a:spcPts val="500"/>
              </a:spcBef>
              <a:spcAft>
                <a:spcPts val="500"/>
              </a:spcAft>
              <a:buNone/>
              <a:defRPr/>
            </a:lvl4pPr>
            <a:lvl5pPr marL="0" indent="0">
              <a:spcBef>
                <a:spcPts val="500"/>
              </a:spcBef>
              <a:spcAft>
                <a:spcPts val="500"/>
              </a:spcAft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6" name="Content Placeholder 15">
            <a:extLst>
              <a:ext uri="{FF2B5EF4-FFF2-40B4-BE49-F238E27FC236}">
                <a16:creationId xmlns:a16="http://schemas.microsoft.com/office/drawing/2014/main" id="{4FE3A2E7-1F0F-EE32-54FC-483C1B486503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6181725" y="1425600"/>
            <a:ext cx="5292725" cy="4703762"/>
          </a:xfrm>
        </p:spPr>
        <p:txBody>
          <a:bodyPr rIns="144000"/>
          <a:lstStyle>
            <a:lvl1pPr marL="0" indent="0">
              <a:spcBef>
                <a:spcPts val="500"/>
              </a:spcBef>
              <a:spcAft>
                <a:spcPts val="500"/>
              </a:spcAft>
              <a:buNone/>
              <a:defRPr/>
            </a:lvl1pPr>
            <a:lvl2pPr marL="0" indent="0">
              <a:spcBef>
                <a:spcPts val="500"/>
              </a:spcBef>
              <a:spcAft>
                <a:spcPts val="500"/>
              </a:spcAft>
              <a:buNone/>
              <a:defRPr/>
            </a:lvl2pPr>
            <a:lvl3pPr marL="0" indent="0">
              <a:spcBef>
                <a:spcPts val="500"/>
              </a:spcBef>
              <a:spcAft>
                <a:spcPts val="500"/>
              </a:spcAft>
              <a:buNone/>
              <a:defRPr/>
            </a:lvl3pPr>
            <a:lvl4pPr marL="0" indent="0">
              <a:spcBef>
                <a:spcPts val="500"/>
              </a:spcBef>
              <a:spcAft>
                <a:spcPts val="500"/>
              </a:spcAft>
              <a:buNone/>
              <a:defRPr/>
            </a:lvl4pPr>
            <a:lvl5pPr marL="0" indent="0">
              <a:spcBef>
                <a:spcPts val="500"/>
              </a:spcBef>
              <a:spcAft>
                <a:spcPts val="500"/>
              </a:spcAft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7590085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Colum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33A4049-3B9D-CB45-E43B-E0A9AAB247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EFF3D0-6BED-D444-BEB4-872DDA21BA8D}" type="datetime1">
              <a:rPr lang="en-GB" smtClean="0"/>
              <a:t>02/10/2024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1236C78-74A4-36FB-38A4-6655849816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Powering the world of work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A28DA8-1A2A-96B9-0102-C36892E16A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31A8E9-B4CF-5643-AF96-CB4C768DAD63}" type="slidenum">
              <a:rPr lang="en-US" smtClean="0"/>
              <a:t>‹#›</a:t>
            </a:fld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342275B-32AD-4515-CFDB-A17EB9FC3CE6}"/>
              </a:ext>
            </a:extLst>
          </p:cNvPr>
          <p:cNvCxnSpPr>
            <a:cxnSpLocks/>
          </p:cNvCxnSpPr>
          <p:nvPr userDrawn="1"/>
        </p:nvCxnSpPr>
        <p:spPr>
          <a:xfrm>
            <a:off x="11498433" y="719138"/>
            <a:ext cx="0" cy="5418137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Rectangle 47">
            <a:extLst>
              <a:ext uri="{FF2B5EF4-FFF2-40B4-BE49-F238E27FC236}">
                <a16:creationId xmlns:a16="http://schemas.microsoft.com/office/drawing/2014/main" id="{618B5F02-6076-8D40-79FD-10AF47A46C20}"/>
              </a:ext>
            </a:extLst>
          </p:cNvPr>
          <p:cNvSpPr/>
          <p:nvPr userDrawn="1"/>
        </p:nvSpPr>
        <p:spPr>
          <a:xfrm>
            <a:off x="0" y="0"/>
            <a:ext cx="216000" cy="6858000"/>
          </a:xfrm>
          <a:prstGeom prst="rect">
            <a:avLst/>
          </a:prstGeom>
          <a:gradFill>
            <a:gsLst>
              <a:gs pos="0">
                <a:schemeClr val="tx2"/>
              </a:gs>
              <a:gs pos="4700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7ECB22F0-6D85-F8AE-E783-51377137A83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95327" y="428400"/>
            <a:ext cx="10606320" cy="687600"/>
          </a:xfrm>
        </p:spPr>
        <p:txBody>
          <a:bodyPr anchor="t" anchorCtr="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GB"/>
              <a:t>3 column layout</a:t>
            </a:r>
            <a:endParaRPr lang="en-US"/>
          </a:p>
        </p:txBody>
      </p:sp>
      <p:sp>
        <p:nvSpPr>
          <p:cNvPr id="20" name="Text Placeholder 21">
            <a:extLst>
              <a:ext uri="{FF2B5EF4-FFF2-40B4-BE49-F238E27FC236}">
                <a16:creationId xmlns:a16="http://schemas.microsoft.com/office/drawing/2014/main" id="{299BC757-1618-AA5B-E811-446151C537F9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704377" y="1412876"/>
            <a:ext cx="3392438" cy="549466"/>
          </a:xfrm>
        </p:spPr>
        <p:txBody>
          <a:bodyPr rIns="108000" anchor="b"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Item here</a:t>
            </a:r>
            <a:endParaRPr lang="en-US"/>
          </a:p>
        </p:txBody>
      </p:sp>
      <p:sp>
        <p:nvSpPr>
          <p:cNvPr id="5" name="Text Placeholder 21">
            <a:extLst>
              <a:ext uri="{FF2B5EF4-FFF2-40B4-BE49-F238E27FC236}">
                <a16:creationId xmlns:a16="http://schemas.microsoft.com/office/drawing/2014/main" id="{B7E141D0-D9B3-455C-EEDE-4DCE0B6CFF8C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4306793" y="1412876"/>
            <a:ext cx="3392438" cy="549466"/>
          </a:xfrm>
        </p:spPr>
        <p:txBody>
          <a:bodyPr rIns="108000" anchor="b"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Item here</a:t>
            </a:r>
            <a:endParaRPr lang="en-US"/>
          </a:p>
        </p:txBody>
      </p:sp>
      <p:sp>
        <p:nvSpPr>
          <p:cNvPr id="9" name="Text Placeholder 21">
            <a:extLst>
              <a:ext uri="{FF2B5EF4-FFF2-40B4-BE49-F238E27FC236}">
                <a16:creationId xmlns:a16="http://schemas.microsoft.com/office/drawing/2014/main" id="{63506340-35FC-C29C-ECA6-E18ACF788B77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7909209" y="1412876"/>
            <a:ext cx="3392438" cy="549466"/>
          </a:xfrm>
        </p:spPr>
        <p:txBody>
          <a:bodyPr rIns="108000" anchor="b"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Item here</a:t>
            </a:r>
            <a:endParaRPr lang="en-US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67A58C3F-4AF2-5203-B79A-85304ECE660D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693738" y="2120900"/>
            <a:ext cx="3403600" cy="4016375"/>
          </a:xfrm>
        </p:spPr>
        <p:txBody>
          <a:bodyPr rIns="108000"/>
          <a:lstStyle>
            <a:lvl1pPr marL="0" indent="0">
              <a:spcBef>
                <a:spcPts val="500"/>
              </a:spcBef>
              <a:spcAft>
                <a:spcPts val="500"/>
              </a:spcAft>
              <a:buNone/>
              <a:defRPr sz="1800"/>
            </a:lvl1pPr>
            <a:lvl2pPr marL="0" indent="0">
              <a:spcBef>
                <a:spcPts val="500"/>
              </a:spcBef>
              <a:spcAft>
                <a:spcPts val="500"/>
              </a:spcAft>
              <a:buNone/>
              <a:defRPr sz="1600"/>
            </a:lvl2pPr>
            <a:lvl3pPr marL="0" indent="0">
              <a:spcBef>
                <a:spcPts val="500"/>
              </a:spcBef>
              <a:spcAft>
                <a:spcPts val="500"/>
              </a:spcAft>
              <a:buNone/>
              <a:defRPr sz="1400"/>
            </a:lvl3pPr>
            <a:lvl4pPr marL="0" indent="0">
              <a:spcBef>
                <a:spcPts val="500"/>
              </a:spcBef>
              <a:spcAft>
                <a:spcPts val="500"/>
              </a:spcAft>
              <a:buNone/>
              <a:defRPr sz="1200"/>
            </a:lvl4pPr>
            <a:lvl5pPr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D9D4218F-21E0-836D-1281-7B919D8FB3B9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4305600" y="2120900"/>
            <a:ext cx="3391200" cy="4010400"/>
          </a:xfrm>
        </p:spPr>
        <p:txBody>
          <a:bodyPr rIns="108000"/>
          <a:lstStyle>
            <a:lvl1pPr marL="0" indent="0">
              <a:spcBef>
                <a:spcPts val="500"/>
              </a:spcBef>
              <a:spcAft>
                <a:spcPts val="500"/>
              </a:spcAft>
              <a:buNone/>
              <a:defRPr sz="1800"/>
            </a:lvl1pPr>
            <a:lvl2pPr marL="0" indent="0">
              <a:spcBef>
                <a:spcPts val="500"/>
              </a:spcBef>
              <a:spcAft>
                <a:spcPts val="500"/>
              </a:spcAft>
              <a:buNone/>
              <a:defRPr sz="1600"/>
            </a:lvl2pPr>
            <a:lvl3pPr marL="0" indent="0">
              <a:spcBef>
                <a:spcPts val="500"/>
              </a:spcBef>
              <a:spcAft>
                <a:spcPts val="500"/>
              </a:spcAft>
              <a:buNone/>
              <a:defRPr sz="1400"/>
            </a:lvl3pPr>
            <a:lvl4pPr marL="0" indent="0">
              <a:spcBef>
                <a:spcPts val="500"/>
              </a:spcBef>
              <a:spcAft>
                <a:spcPts val="500"/>
              </a:spcAft>
              <a:buNone/>
              <a:defRPr sz="1200"/>
            </a:lvl4pPr>
            <a:lvl5pPr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C48AC3CA-21D5-5DE9-5215-889DD6CCC3A9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7909200" y="2120400"/>
            <a:ext cx="3405600" cy="4010025"/>
          </a:xfrm>
        </p:spPr>
        <p:txBody>
          <a:bodyPr rIns="108000"/>
          <a:lstStyle>
            <a:lvl1pPr marL="0" indent="0">
              <a:spcBef>
                <a:spcPts val="500"/>
              </a:spcBef>
              <a:spcAft>
                <a:spcPts val="500"/>
              </a:spcAft>
              <a:buNone/>
              <a:defRPr sz="1800"/>
            </a:lvl1pPr>
            <a:lvl2pPr marL="0" indent="0">
              <a:spcBef>
                <a:spcPts val="500"/>
              </a:spcBef>
              <a:spcAft>
                <a:spcPts val="500"/>
              </a:spcAft>
              <a:buNone/>
              <a:defRPr sz="1600"/>
            </a:lvl2pPr>
            <a:lvl3pPr marL="0" indent="0">
              <a:spcBef>
                <a:spcPts val="500"/>
              </a:spcBef>
              <a:spcAft>
                <a:spcPts val="500"/>
              </a:spcAft>
              <a:buNone/>
              <a:defRPr sz="1400"/>
            </a:lvl3pPr>
            <a:lvl4pPr marL="0" indent="0">
              <a:spcBef>
                <a:spcPts val="500"/>
              </a:spcBef>
              <a:spcAft>
                <a:spcPts val="500"/>
              </a:spcAft>
              <a:buNone/>
              <a:defRPr sz="1200"/>
            </a:lvl4pPr>
            <a:lvl5pPr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348731633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Colum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33A4049-3B9D-CB45-E43B-E0A9AAB247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EFF3D0-6BED-D444-BEB4-872DDA21BA8D}" type="datetime1">
              <a:rPr lang="en-GB" smtClean="0"/>
              <a:t>02/10/2024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1236C78-74A4-36FB-38A4-6655849816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Powering the world of work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A28DA8-1A2A-96B9-0102-C36892E16A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31A8E9-B4CF-5643-AF96-CB4C768DAD63}" type="slidenum">
              <a:rPr lang="en-US" smtClean="0"/>
              <a:t>‹#›</a:t>
            </a:fld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342275B-32AD-4515-CFDB-A17EB9FC3CE6}"/>
              </a:ext>
            </a:extLst>
          </p:cNvPr>
          <p:cNvCxnSpPr>
            <a:cxnSpLocks/>
          </p:cNvCxnSpPr>
          <p:nvPr userDrawn="1"/>
        </p:nvCxnSpPr>
        <p:spPr>
          <a:xfrm>
            <a:off x="11498433" y="719138"/>
            <a:ext cx="0" cy="5418137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Rectangle 47">
            <a:extLst>
              <a:ext uri="{FF2B5EF4-FFF2-40B4-BE49-F238E27FC236}">
                <a16:creationId xmlns:a16="http://schemas.microsoft.com/office/drawing/2014/main" id="{618B5F02-6076-8D40-79FD-10AF47A46C20}"/>
              </a:ext>
            </a:extLst>
          </p:cNvPr>
          <p:cNvSpPr/>
          <p:nvPr userDrawn="1"/>
        </p:nvSpPr>
        <p:spPr>
          <a:xfrm>
            <a:off x="0" y="0"/>
            <a:ext cx="216000" cy="6858000"/>
          </a:xfrm>
          <a:prstGeom prst="rect">
            <a:avLst/>
          </a:prstGeom>
          <a:gradFill>
            <a:gsLst>
              <a:gs pos="0">
                <a:schemeClr val="tx2"/>
              </a:gs>
              <a:gs pos="4700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7ECB22F0-6D85-F8AE-E783-51377137A83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95327" y="428400"/>
            <a:ext cx="10606320" cy="687600"/>
          </a:xfrm>
        </p:spPr>
        <p:txBody>
          <a:bodyPr anchor="t" anchorCtr="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GB"/>
              <a:t>4 column layout</a:t>
            </a:r>
            <a:endParaRPr lang="en-US"/>
          </a:p>
        </p:txBody>
      </p:sp>
      <p:sp>
        <p:nvSpPr>
          <p:cNvPr id="20" name="Text Placeholder 21">
            <a:extLst>
              <a:ext uri="{FF2B5EF4-FFF2-40B4-BE49-F238E27FC236}">
                <a16:creationId xmlns:a16="http://schemas.microsoft.com/office/drawing/2014/main" id="{299BC757-1618-AA5B-E811-446151C537F9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704378" y="1412875"/>
            <a:ext cx="2520000" cy="544679"/>
          </a:xfrm>
        </p:spPr>
        <p:txBody>
          <a:bodyPr rIns="108000" anchor="b"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18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Item here</a:t>
            </a:r>
            <a:endParaRPr lang="en-US"/>
          </a:p>
        </p:txBody>
      </p:sp>
      <p:sp>
        <p:nvSpPr>
          <p:cNvPr id="31" name="Text Placeholder 21">
            <a:extLst>
              <a:ext uri="{FF2B5EF4-FFF2-40B4-BE49-F238E27FC236}">
                <a16:creationId xmlns:a16="http://schemas.microsoft.com/office/drawing/2014/main" id="{408044AA-06B3-8EC5-025E-E0C370AA3F1B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3396801" y="1412875"/>
            <a:ext cx="2520000" cy="544679"/>
          </a:xfrm>
        </p:spPr>
        <p:txBody>
          <a:bodyPr rIns="108000" anchor="b"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18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Item here</a:t>
            </a:r>
            <a:endParaRPr lang="en-US"/>
          </a:p>
        </p:txBody>
      </p:sp>
      <p:sp>
        <p:nvSpPr>
          <p:cNvPr id="33" name="Text Placeholder 21">
            <a:extLst>
              <a:ext uri="{FF2B5EF4-FFF2-40B4-BE49-F238E27FC236}">
                <a16:creationId xmlns:a16="http://schemas.microsoft.com/office/drawing/2014/main" id="{6324656E-F595-8EF0-301D-E96ABD1BC781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6089224" y="1412875"/>
            <a:ext cx="2520000" cy="544679"/>
          </a:xfrm>
        </p:spPr>
        <p:txBody>
          <a:bodyPr rIns="108000" anchor="b"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18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Item here</a:t>
            </a:r>
            <a:endParaRPr lang="en-US"/>
          </a:p>
        </p:txBody>
      </p:sp>
      <p:sp>
        <p:nvSpPr>
          <p:cNvPr id="35" name="Text Placeholder 21">
            <a:extLst>
              <a:ext uri="{FF2B5EF4-FFF2-40B4-BE49-F238E27FC236}">
                <a16:creationId xmlns:a16="http://schemas.microsoft.com/office/drawing/2014/main" id="{ABE22CCF-2F3A-7BF7-D06A-98DA8FDF195D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8781647" y="1417662"/>
            <a:ext cx="2520000" cy="544679"/>
          </a:xfrm>
        </p:spPr>
        <p:txBody>
          <a:bodyPr rIns="108000" anchor="b"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18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Item here</a:t>
            </a:r>
            <a:endParaRPr lang="en-US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C25359EB-9A8A-74DE-9807-20FC1CFC6CDA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704850" y="2120900"/>
            <a:ext cx="2519363" cy="4010400"/>
          </a:xfrm>
        </p:spPr>
        <p:txBody>
          <a:bodyPr rIns="108000"/>
          <a:lstStyle>
            <a:lvl1pPr marL="0" indent="0">
              <a:spcBef>
                <a:spcPts val="500"/>
              </a:spcBef>
              <a:spcAft>
                <a:spcPts val="500"/>
              </a:spcAft>
              <a:buNone/>
              <a:defRPr sz="1600"/>
            </a:lvl1pPr>
            <a:lvl2pPr marL="0" indent="0">
              <a:spcBef>
                <a:spcPts val="500"/>
              </a:spcBef>
              <a:spcAft>
                <a:spcPts val="500"/>
              </a:spcAft>
              <a:buNone/>
              <a:defRPr sz="1400"/>
            </a:lvl2pPr>
            <a:lvl3pPr marL="0" indent="0">
              <a:spcBef>
                <a:spcPts val="500"/>
              </a:spcBef>
              <a:spcAft>
                <a:spcPts val="500"/>
              </a:spcAft>
              <a:buNone/>
              <a:defRPr sz="1200"/>
            </a:lvl3pPr>
            <a:lvl4pPr>
              <a:defRPr sz="1100"/>
            </a:lvl4pPr>
            <a:lvl5pPr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BAF02570-AAC4-EB67-6803-AFEF5ADB1742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3397250" y="2120900"/>
            <a:ext cx="2519363" cy="4008438"/>
          </a:xfrm>
        </p:spPr>
        <p:txBody>
          <a:bodyPr rIns="108000"/>
          <a:lstStyle>
            <a:lvl1pPr marL="0" indent="0">
              <a:spcBef>
                <a:spcPts val="500"/>
              </a:spcBef>
              <a:spcAft>
                <a:spcPts val="500"/>
              </a:spcAft>
              <a:buNone/>
              <a:defRPr sz="1600"/>
            </a:lvl1pPr>
            <a:lvl2pPr marL="0" indent="0">
              <a:spcBef>
                <a:spcPts val="500"/>
              </a:spcBef>
              <a:spcAft>
                <a:spcPts val="500"/>
              </a:spcAft>
              <a:buNone/>
              <a:defRPr sz="1400"/>
            </a:lvl2pPr>
            <a:lvl3pPr marL="0" indent="0">
              <a:spcBef>
                <a:spcPts val="500"/>
              </a:spcBef>
              <a:spcAft>
                <a:spcPts val="500"/>
              </a:spcAft>
              <a:buNone/>
              <a:defRPr sz="1200"/>
            </a:lvl3pPr>
            <a:lvl4pPr>
              <a:defRPr sz="1050"/>
            </a:lvl4pPr>
            <a:lvl5pPr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1ADF1DC0-C063-7FD0-F2DB-E264C6887974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6091200" y="2120900"/>
            <a:ext cx="2520000" cy="4008438"/>
          </a:xfrm>
        </p:spPr>
        <p:txBody>
          <a:bodyPr rIns="108000"/>
          <a:lstStyle>
            <a:lvl1pPr marL="0" indent="0">
              <a:spcBef>
                <a:spcPts val="500"/>
              </a:spcBef>
              <a:spcAft>
                <a:spcPts val="500"/>
              </a:spcAft>
              <a:buNone/>
              <a:defRPr sz="1600"/>
            </a:lvl1pPr>
            <a:lvl2pPr marL="0" indent="0">
              <a:spcBef>
                <a:spcPts val="500"/>
              </a:spcBef>
              <a:spcAft>
                <a:spcPts val="500"/>
              </a:spcAft>
              <a:buNone/>
              <a:defRPr sz="1400"/>
            </a:lvl2pPr>
            <a:lvl3pPr marL="0" indent="0">
              <a:spcBef>
                <a:spcPts val="500"/>
              </a:spcBef>
              <a:spcAft>
                <a:spcPts val="500"/>
              </a:spcAft>
              <a:buNone/>
              <a:defRPr sz="1200"/>
            </a:lvl3pPr>
            <a:lvl4pPr>
              <a:defRPr sz="1050"/>
            </a:lvl4pPr>
            <a:lvl5pPr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E53BD47F-EE45-B3AF-33B4-9D794F8668D6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>
          <a:xfrm>
            <a:off x="8780400" y="2120900"/>
            <a:ext cx="2520000" cy="4008438"/>
          </a:xfrm>
        </p:spPr>
        <p:txBody>
          <a:bodyPr rIns="108000"/>
          <a:lstStyle>
            <a:lvl1pPr marL="0" indent="0">
              <a:spcBef>
                <a:spcPts val="500"/>
              </a:spcBef>
              <a:spcAft>
                <a:spcPts val="500"/>
              </a:spcAft>
              <a:buNone/>
              <a:defRPr sz="1600"/>
            </a:lvl1pPr>
            <a:lvl2pPr marL="0" indent="0">
              <a:spcBef>
                <a:spcPts val="500"/>
              </a:spcBef>
              <a:spcAft>
                <a:spcPts val="500"/>
              </a:spcAft>
              <a:buNone/>
              <a:defRPr sz="1400"/>
            </a:lvl2pPr>
            <a:lvl3pPr marL="0" indent="0">
              <a:spcBef>
                <a:spcPts val="500"/>
              </a:spcBef>
              <a:spcAft>
                <a:spcPts val="500"/>
              </a:spcAft>
              <a:buNone/>
              <a:defRPr sz="1200"/>
            </a:lvl3pPr>
            <a:lvl4pPr>
              <a:defRPr sz="1050"/>
            </a:lvl4pPr>
            <a:lvl5pPr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198269493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adrant 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33A4049-3B9D-CB45-E43B-E0A9AAB247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EFF3D0-6BED-D444-BEB4-872DDA21BA8D}" type="datetime1">
              <a:rPr lang="en-GB" smtClean="0"/>
              <a:t>02/10/2024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1236C78-74A4-36FB-38A4-6655849816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Powering the world of work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A28DA8-1A2A-96B9-0102-C36892E16A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31A8E9-B4CF-5643-AF96-CB4C768DAD63}" type="slidenum">
              <a:rPr lang="en-US" smtClean="0"/>
              <a:t>‹#›</a:t>
            </a:fld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342275B-32AD-4515-CFDB-A17EB9FC3CE6}"/>
              </a:ext>
            </a:extLst>
          </p:cNvPr>
          <p:cNvCxnSpPr>
            <a:cxnSpLocks/>
          </p:cNvCxnSpPr>
          <p:nvPr userDrawn="1"/>
        </p:nvCxnSpPr>
        <p:spPr>
          <a:xfrm>
            <a:off x="11498433" y="719138"/>
            <a:ext cx="0" cy="5418137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Rectangle 47">
            <a:extLst>
              <a:ext uri="{FF2B5EF4-FFF2-40B4-BE49-F238E27FC236}">
                <a16:creationId xmlns:a16="http://schemas.microsoft.com/office/drawing/2014/main" id="{618B5F02-6076-8D40-79FD-10AF47A46C20}"/>
              </a:ext>
            </a:extLst>
          </p:cNvPr>
          <p:cNvSpPr/>
          <p:nvPr userDrawn="1"/>
        </p:nvSpPr>
        <p:spPr>
          <a:xfrm>
            <a:off x="0" y="0"/>
            <a:ext cx="216000" cy="6858000"/>
          </a:xfrm>
          <a:prstGeom prst="rect">
            <a:avLst/>
          </a:prstGeom>
          <a:gradFill>
            <a:gsLst>
              <a:gs pos="0">
                <a:schemeClr val="tx2"/>
              </a:gs>
              <a:gs pos="4700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7ECB22F0-6D85-F8AE-E783-51377137A8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327" y="428400"/>
            <a:ext cx="10606317" cy="687600"/>
          </a:xfrm>
        </p:spPr>
        <p:txBody>
          <a:bodyPr anchor="t" anchorCtr="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FC17876D-F756-34ED-FE38-BD84C113B5B8}"/>
              </a:ext>
            </a:extLst>
          </p:cNvPr>
          <p:cNvCxnSpPr>
            <a:cxnSpLocks/>
          </p:cNvCxnSpPr>
          <p:nvPr userDrawn="1"/>
        </p:nvCxnSpPr>
        <p:spPr>
          <a:xfrm>
            <a:off x="694220" y="3762829"/>
            <a:ext cx="10666101" cy="0"/>
          </a:xfrm>
          <a:prstGeom prst="straightConnector1">
            <a:avLst/>
          </a:prstGeom>
          <a:ln w="12700">
            <a:solidFill>
              <a:schemeClr val="tx1">
                <a:lumMod val="25000"/>
                <a:lumOff val="75000"/>
              </a:schemeClr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82E65298-43BA-FFF3-327B-46CE2692E53C}"/>
              </a:ext>
            </a:extLst>
          </p:cNvPr>
          <p:cNvCxnSpPr>
            <a:cxnSpLocks/>
          </p:cNvCxnSpPr>
          <p:nvPr userDrawn="1"/>
        </p:nvCxnSpPr>
        <p:spPr>
          <a:xfrm flipV="1">
            <a:off x="5988050" y="1417662"/>
            <a:ext cx="0" cy="4711676"/>
          </a:xfrm>
          <a:prstGeom prst="straightConnector1">
            <a:avLst/>
          </a:prstGeom>
          <a:ln w="12700">
            <a:solidFill>
              <a:schemeClr val="tx1">
                <a:lumMod val="25000"/>
                <a:lumOff val="75000"/>
              </a:schemeClr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 Placeholder 21">
            <a:extLst>
              <a:ext uri="{FF2B5EF4-FFF2-40B4-BE49-F238E27FC236}">
                <a16:creationId xmlns:a16="http://schemas.microsoft.com/office/drawing/2014/main" id="{299BC757-1618-AA5B-E811-446151C537F9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704377" y="1417662"/>
            <a:ext cx="5121654" cy="317667"/>
          </a:xfrm>
        </p:spPr>
        <p:txBody>
          <a:bodyPr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Item here</a:t>
            </a:r>
            <a:endParaRPr lang="en-US"/>
          </a:p>
        </p:txBody>
      </p:sp>
      <p:sp>
        <p:nvSpPr>
          <p:cNvPr id="21" name="Text Placeholder 23">
            <a:extLst>
              <a:ext uri="{FF2B5EF4-FFF2-40B4-BE49-F238E27FC236}">
                <a16:creationId xmlns:a16="http://schemas.microsoft.com/office/drawing/2014/main" id="{7CC51DE0-F066-5324-2C99-81558D301C0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04376" y="1841824"/>
            <a:ext cx="5121654" cy="1715627"/>
          </a:xfrm>
        </p:spPr>
        <p:txBody>
          <a:bodyPr rIns="108000"/>
          <a:lstStyle>
            <a:lvl1pPr marL="0">
              <a:buNone/>
              <a:defRPr lang="en-US" sz="1200" b="0" i="0" kern="1200" dirty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 indent="0">
              <a:lnSpc>
                <a:spcPct val="120000"/>
              </a:lnSpc>
              <a:spcAft>
                <a:spcPts val="0"/>
              </a:spcAft>
              <a:buSzPts val="1000"/>
            </a:pP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Lorem ipsum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dolor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sit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amet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, ad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agam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purto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consequat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est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, has ne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primis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sensibus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adolescens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, ne sea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porro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.</a:t>
            </a:r>
          </a:p>
        </p:txBody>
      </p:sp>
      <p:sp>
        <p:nvSpPr>
          <p:cNvPr id="22" name="Text Placeholder 21">
            <a:extLst>
              <a:ext uri="{FF2B5EF4-FFF2-40B4-BE49-F238E27FC236}">
                <a16:creationId xmlns:a16="http://schemas.microsoft.com/office/drawing/2014/main" id="{6E240717-6CDE-B21A-B545-87AA56D83907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170400" y="1417662"/>
            <a:ext cx="5121654" cy="317667"/>
          </a:xfrm>
        </p:spPr>
        <p:txBody>
          <a:bodyPr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Item here</a:t>
            </a:r>
            <a:endParaRPr lang="en-US"/>
          </a:p>
        </p:txBody>
      </p:sp>
      <p:sp>
        <p:nvSpPr>
          <p:cNvPr id="23" name="Text Placeholder 23">
            <a:extLst>
              <a:ext uri="{FF2B5EF4-FFF2-40B4-BE49-F238E27FC236}">
                <a16:creationId xmlns:a16="http://schemas.microsoft.com/office/drawing/2014/main" id="{179E0B83-D473-F57B-563A-6CFD62DBEE1C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170400" y="1841824"/>
            <a:ext cx="5121654" cy="1715627"/>
          </a:xfrm>
        </p:spPr>
        <p:txBody>
          <a:bodyPr rIns="108000"/>
          <a:lstStyle>
            <a:lvl1pPr marL="0">
              <a:buNone/>
              <a:defRPr lang="en-US" sz="1200" b="0" i="0" kern="1200" dirty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 indent="0">
              <a:lnSpc>
                <a:spcPct val="120000"/>
              </a:lnSpc>
              <a:spcAft>
                <a:spcPts val="0"/>
              </a:spcAft>
              <a:buSzPts val="1000"/>
            </a:pP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Lorem ipsum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dolor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sit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amet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, ad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agam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purto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consequat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est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, has ne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primis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sensibus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adolescens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, ne sea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porro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.</a:t>
            </a:r>
          </a:p>
        </p:txBody>
      </p:sp>
      <p:sp>
        <p:nvSpPr>
          <p:cNvPr id="24" name="Text Placeholder 21">
            <a:extLst>
              <a:ext uri="{FF2B5EF4-FFF2-40B4-BE49-F238E27FC236}">
                <a16:creationId xmlns:a16="http://schemas.microsoft.com/office/drawing/2014/main" id="{594E577C-B103-1B87-CEEE-02CFA31AC47C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704377" y="3956211"/>
            <a:ext cx="5121654" cy="317667"/>
          </a:xfrm>
        </p:spPr>
        <p:txBody>
          <a:bodyPr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Item here</a:t>
            </a:r>
            <a:endParaRPr lang="en-US"/>
          </a:p>
        </p:txBody>
      </p:sp>
      <p:sp>
        <p:nvSpPr>
          <p:cNvPr id="25" name="Text Placeholder 23">
            <a:extLst>
              <a:ext uri="{FF2B5EF4-FFF2-40B4-BE49-F238E27FC236}">
                <a16:creationId xmlns:a16="http://schemas.microsoft.com/office/drawing/2014/main" id="{0874603D-7E3E-8180-F8FD-8504D8000B80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704376" y="4380373"/>
            <a:ext cx="5121654" cy="1715627"/>
          </a:xfrm>
        </p:spPr>
        <p:txBody>
          <a:bodyPr rIns="108000"/>
          <a:lstStyle>
            <a:lvl1pPr marL="0">
              <a:buNone/>
              <a:defRPr lang="en-US" sz="1200" b="0" i="0" kern="1200" dirty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 indent="0">
              <a:lnSpc>
                <a:spcPct val="120000"/>
              </a:lnSpc>
              <a:spcAft>
                <a:spcPts val="0"/>
              </a:spcAft>
              <a:buSzPts val="1000"/>
            </a:pP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Lorem ipsum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dolor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sit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amet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, ad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agam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purto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consequat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est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, has ne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primis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sensibus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adolescens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, ne sea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porro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.</a:t>
            </a:r>
          </a:p>
        </p:txBody>
      </p:sp>
      <p:sp>
        <p:nvSpPr>
          <p:cNvPr id="26" name="Text Placeholder 21">
            <a:extLst>
              <a:ext uri="{FF2B5EF4-FFF2-40B4-BE49-F238E27FC236}">
                <a16:creationId xmlns:a16="http://schemas.microsoft.com/office/drawing/2014/main" id="{FC45ADDA-AC55-0B94-398F-94F6B3B7DB97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169005" y="3956211"/>
            <a:ext cx="5121654" cy="317667"/>
          </a:xfrm>
        </p:spPr>
        <p:txBody>
          <a:bodyPr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Item here</a:t>
            </a:r>
            <a:endParaRPr lang="en-US"/>
          </a:p>
        </p:txBody>
      </p:sp>
      <p:sp>
        <p:nvSpPr>
          <p:cNvPr id="27" name="Text Placeholder 23">
            <a:extLst>
              <a:ext uri="{FF2B5EF4-FFF2-40B4-BE49-F238E27FC236}">
                <a16:creationId xmlns:a16="http://schemas.microsoft.com/office/drawing/2014/main" id="{B512BF3A-A754-CFE5-9D8E-6A4A96ADD598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6169004" y="4380373"/>
            <a:ext cx="5121654" cy="1715627"/>
          </a:xfrm>
        </p:spPr>
        <p:txBody>
          <a:bodyPr rIns="108000"/>
          <a:lstStyle>
            <a:lvl1pPr marL="0">
              <a:buNone/>
              <a:defRPr lang="en-US" sz="1200" b="0" i="0" kern="1200" dirty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 indent="0">
              <a:lnSpc>
                <a:spcPct val="120000"/>
              </a:lnSpc>
              <a:spcAft>
                <a:spcPts val="0"/>
              </a:spcAft>
              <a:buSzPts val="1000"/>
            </a:pP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Lorem ipsum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dolor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sit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amet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, ad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agam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purto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consequat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est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, has ne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primis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sensibus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adolescens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, ne sea </a:t>
            </a:r>
            <a:r>
              <a:rPr lang="en-GB" sz="1200" b="0" err="1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porro</a:t>
            </a:r>
            <a:r>
              <a:rPr lang="en-GB" sz="1200" b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086293506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tone dark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E64770CE-4A37-DDCA-3318-B14CC8879E3A}"/>
              </a:ext>
            </a:extLst>
          </p:cNvPr>
          <p:cNvSpPr/>
          <p:nvPr userDrawn="1"/>
        </p:nvSpPr>
        <p:spPr>
          <a:xfrm>
            <a:off x="-1" y="1"/>
            <a:ext cx="5503333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40000"/>
              </a:lnSpc>
            </a:pPr>
            <a:endParaRPr lang="en-US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33A4049-3B9D-CB45-E43B-E0A9AAB247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EFF3D0-6BED-D444-BEB4-872DDA21BA8D}" type="datetime1">
              <a:rPr lang="en-GB" smtClean="0"/>
              <a:t>02/10/2024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1236C78-74A4-36FB-38A4-6655849816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Powering the world of work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A28DA8-1A2A-96B9-0102-C36892E16A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31A8E9-B4CF-5643-AF96-CB4C768DAD63}" type="slidenum">
              <a:rPr lang="en-US" smtClean="0"/>
              <a:t>‹#›</a:t>
            </a:fld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342275B-32AD-4515-CFDB-A17EB9FC3CE6}"/>
              </a:ext>
            </a:extLst>
          </p:cNvPr>
          <p:cNvCxnSpPr>
            <a:cxnSpLocks/>
          </p:cNvCxnSpPr>
          <p:nvPr userDrawn="1"/>
        </p:nvCxnSpPr>
        <p:spPr>
          <a:xfrm>
            <a:off x="11498433" y="719138"/>
            <a:ext cx="0" cy="5418137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Rectangle 47">
            <a:extLst>
              <a:ext uri="{FF2B5EF4-FFF2-40B4-BE49-F238E27FC236}">
                <a16:creationId xmlns:a16="http://schemas.microsoft.com/office/drawing/2014/main" id="{618B5F02-6076-8D40-79FD-10AF47A46C20}"/>
              </a:ext>
            </a:extLst>
          </p:cNvPr>
          <p:cNvSpPr/>
          <p:nvPr userDrawn="1"/>
        </p:nvSpPr>
        <p:spPr>
          <a:xfrm>
            <a:off x="0" y="0"/>
            <a:ext cx="216000" cy="6858000"/>
          </a:xfrm>
          <a:prstGeom prst="rect">
            <a:avLst/>
          </a:prstGeom>
          <a:gradFill>
            <a:gsLst>
              <a:gs pos="0">
                <a:schemeClr val="tx2"/>
              </a:gs>
              <a:gs pos="4700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7ECB22F0-6D85-F8AE-E783-51377137A8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327" y="428400"/>
            <a:ext cx="4389140" cy="737967"/>
          </a:xfrm>
        </p:spPr>
        <p:txBody>
          <a:bodyPr anchor="t" anchorCtr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8120594D-471E-6091-2CE8-7CAA03BE48A8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181200" y="1846769"/>
            <a:ext cx="5136087" cy="3898760"/>
          </a:xfrm>
        </p:spPr>
        <p:txBody>
          <a:bodyPr>
            <a:normAutofit/>
          </a:bodyPr>
          <a:lstStyle>
            <a:lvl1pPr marL="0" indent="0">
              <a:lnSpc>
                <a:spcPct val="120000"/>
              </a:lnSpc>
              <a:spcBef>
                <a:spcPts val="500"/>
              </a:spcBef>
              <a:spcAft>
                <a:spcPts val="500"/>
              </a:spcAft>
              <a:buNone/>
              <a:defRPr/>
            </a:lvl1pPr>
            <a:lvl2pPr marL="0" indent="0">
              <a:lnSpc>
                <a:spcPct val="120000"/>
              </a:lnSpc>
              <a:spcBef>
                <a:spcPts val="500"/>
              </a:spcBef>
              <a:spcAft>
                <a:spcPts val="500"/>
              </a:spcAft>
              <a:buNone/>
              <a:defRPr/>
            </a:lvl2pPr>
            <a:lvl3pPr marL="0" indent="0">
              <a:lnSpc>
                <a:spcPct val="120000"/>
              </a:lnSpc>
              <a:spcBef>
                <a:spcPts val="500"/>
              </a:spcBef>
              <a:spcAft>
                <a:spcPts val="500"/>
              </a:spcAft>
              <a:buNone/>
              <a:defRPr/>
            </a:lvl3pPr>
            <a:lvl4pPr marL="0" indent="0">
              <a:lnSpc>
                <a:spcPct val="120000"/>
              </a:lnSpc>
              <a:spcBef>
                <a:spcPts val="500"/>
              </a:spcBef>
              <a:spcAft>
                <a:spcPts val="500"/>
              </a:spcAft>
              <a:buNone/>
              <a:defRPr/>
            </a:lvl4pPr>
            <a:lvl5pPr marL="0" indent="0">
              <a:lnSpc>
                <a:spcPct val="120000"/>
              </a:lnSpc>
              <a:spcBef>
                <a:spcPts val="500"/>
              </a:spcBef>
              <a:spcAft>
                <a:spcPts val="500"/>
              </a:spcAft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D4B8BE9B-B09F-B81C-1246-3D4ACFA4BD8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93567" y="1846769"/>
            <a:ext cx="4389140" cy="3898760"/>
          </a:xfrm>
        </p:spPr>
        <p:txBody>
          <a:bodyPr>
            <a:normAutofit/>
          </a:bodyPr>
          <a:lstStyle>
            <a:lvl1pPr marL="0" indent="0">
              <a:lnSpc>
                <a:spcPct val="120000"/>
              </a:lnSpc>
              <a:spcBef>
                <a:spcPts val="500"/>
              </a:spcBef>
              <a:spcAft>
                <a:spcPts val="500"/>
              </a:spcAft>
              <a:buNone/>
              <a:defRPr>
                <a:solidFill>
                  <a:schemeClr val="tx1">
                    <a:lumMod val="10000"/>
                    <a:lumOff val="90000"/>
                  </a:schemeClr>
                </a:solidFill>
              </a:defRPr>
            </a:lvl1pPr>
            <a:lvl2pPr marL="0" indent="0">
              <a:lnSpc>
                <a:spcPct val="120000"/>
              </a:lnSpc>
              <a:spcBef>
                <a:spcPts val="500"/>
              </a:spcBef>
              <a:spcAft>
                <a:spcPts val="500"/>
              </a:spcAft>
              <a:buNone/>
              <a:defRPr>
                <a:solidFill>
                  <a:schemeClr val="tx1">
                    <a:lumMod val="10000"/>
                    <a:lumOff val="90000"/>
                  </a:schemeClr>
                </a:solidFill>
              </a:defRPr>
            </a:lvl2pPr>
            <a:lvl3pPr marL="0" indent="0">
              <a:lnSpc>
                <a:spcPct val="120000"/>
              </a:lnSpc>
              <a:spcBef>
                <a:spcPts val="500"/>
              </a:spcBef>
              <a:spcAft>
                <a:spcPts val="500"/>
              </a:spcAft>
              <a:buClr>
                <a:schemeClr val="bg1"/>
              </a:buClr>
              <a:buNone/>
              <a:defRPr>
                <a:solidFill>
                  <a:schemeClr val="tx1">
                    <a:lumMod val="10000"/>
                    <a:lumOff val="90000"/>
                  </a:schemeClr>
                </a:solidFill>
              </a:defRPr>
            </a:lvl3pPr>
            <a:lvl4pPr marL="0" indent="0">
              <a:lnSpc>
                <a:spcPct val="120000"/>
              </a:lnSpc>
              <a:spcBef>
                <a:spcPts val="500"/>
              </a:spcBef>
              <a:spcAft>
                <a:spcPts val="500"/>
              </a:spcAft>
              <a:buNone/>
              <a:defRPr>
                <a:solidFill>
                  <a:schemeClr val="tx1">
                    <a:lumMod val="10000"/>
                    <a:lumOff val="90000"/>
                  </a:schemeClr>
                </a:solidFill>
              </a:defRPr>
            </a:lvl4pPr>
            <a:lvl5pPr marL="0" indent="0">
              <a:lnSpc>
                <a:spcPct val="120000"/>
              </a:lnSpc>
              <a:spcBef>
                <a:spcPts val="500"/>
              </a:spcBef>
              <a:spcAft>
                <a:spcPts val="500"/>
              </a:spcAft>
              <a:buClr>
                <a:schemeClr val="bg1"/>
              </a:buClr>
              <a:buNone/>
              <a:defRPr>
                <a:solidFill>
                  <a:schemeClr val="tx1">
                    <a:lumMod val="10000"/>
                    <a:lumOff val="90000"/>
                  </a:schemeClr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49430828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tone grey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E64770CE-4A37-DDCA-3318-B14CC8879E3A}"/>
              </a:ext>
            </a:extLst>
          </p:cNvPr>
          <p:cNvSpPr/>
          <p:nvPr userDrawn="1"/>
        </p:nvSpPr>
        <p:spPr>
          <a:xfrm>
            <a:off x="-1" y="1"/>
            <a:ext cx="5503333" cy="6858000"/>
          </a:xfrm>
          <a:prstGeom prst="rect">
            <a:avLst/>
          </a:prstGeom>
          <a:solidFill>
            <a:srgbClr val="F0F0F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33A4049-3B9D-CB45-E43B-E0A9AAB247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EFF3D0-6BED-D444-BEB4-872DDA21BA8D}" type="datetime1">
              <a:rPr lang="en-GB" smtClean="0"/>
              <a:t>02/10/2024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1236C78-74A4-36FB-38A4-6655849816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Powering the world of work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A28DA8-1A2A-96B9-0102-C36892E16A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31A8E9-B4CF-5643-AF96-CB4C768DAD63}" type="slidenum">
              <a:rPr lang="en-US" smtClean="0"/>
              <a:t>‹#›</a:t>
            </a:fld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342275B-32AD-4515-CFDB-A17EB9FC3CE6}"/>
              </a:ext>
            </a:extLst>
          </p:cNvPr>
          <p:cNvCxnSpPr>
            <a:cxnSpLocks/>
          </p:cNvCxnSpPr>
          <p:nvPr userDrawn="1"/>
        </p:nvCxnSpPr>
        <p:spPr>
          <a:xfrm>
            <a:off x="11498433" y="719138"/>
            <a:ext cx="0" cy="5418137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Rectangle 47">
            <a:extLst>
              <a:ext uri="{FF2B5EF4-FFF2-40B4-BE49-F238E27FC236}">
                <a16:creationId xmlns:a16="http://schemas.microsoft.com/office/drawing/2014/main" id="{618B5F02-6076-8D40-79FD-10AF47A46C20}"/>
              </a:ext>
            </a:extLst>
          </p:cNvPr>
          <p:cNvSpPr/>
          <p:nvPr userDrawn="1"/>
        </p:nvSpPr>
        <p:spPr>
          <a:xfrm>
            <a:off x="0" y="0"/>
            <a:ext cx="216000" cy="6858000"/>
          </a:xfrm>
          <a:prstGeom prst="rect">
            <a:avLst/>
          </a:prstGeom>
          <a:gradFill>
            <a:gsLst>
              <a:gs pos="0">
                <a:schemeClr val="tx2"/>
              </a:gs>
              <a:gs pos="4700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7ECB22F0-6D85-F8AE-E783-51377137A8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327" y="428400"/>
            <a:ext cx="4389140" cy="737967"/>
          </a:xfrm>
        </p:spPr>
        <p:txBody>
          <a:bodyPr anchor="t" anchorCtr="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8120594D-471E-6091-2CE8-7CAA03BE48A8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182226" y="1846769"/>
            <a:ext cx="5137200" cy="3898760"/>
          </a:xfrm>
        </p:spPr>
        <p:txBody>
          <a:bodyPr>
            <a:normAutofit/>
          </a:bodyPr>
          <a:lstStyle>
            <a:lvl1pPr marL="0" indent="0">
              <a:lnSpc>
                <a:spcPct val="120000"/>
              </a:lnSpc>
              <a:spcBef>
                <a:spcPts val="500"/>
              </a:spcBef>
              <a:spcAft>
                <a:spcPts val="500"/>
              </a:spcAft>
              <a:buNone/>
              <a:defRPr/>
            </a:lvl1pPr>
            <a:lvl2pPr marL="0" indent="0">
              <a:lnSpc>
                <a:spcPct val="120000"/>
              </a:lnSpc>
              <a:spcBef>
                <a:spcPts val="500"/>
              </a:spcBef>
              <a:spcAft>
                <a:spcPts val="500"/>
              </a:spcAft>
              <a:buNone/>
              <a:defRPr/>
            </a:lvl2pPr>
            <a:lvl3pPr marL="0" indent="0">
              <a:lnSpc>
                <a:spcPct val="120000"/>
              </a:lnSpc>
              <a:spcBef>
                <a:spcPts val="500"/>
              </a:spcBef>
              <a:spcAft>
                <a:spcPts val="500"/>
              </a:spcAft>
              <a:buNone/>
              <a:defRPr/>
            </a:lvl3pPr>
            <a:lvl4pPr marL="0" indent="0">
              <a:lnSpc>
                <a:spcPct val="120000"/>
              </a:lnSpc>
              <a:spcBef>
                <a:spcPts val="500"/>
              </a:spcBef>
              <a:spcAft>
                <a:spcPts val="500"/>
              </a:spcAft>
              <a:buNone/>
              <a:defRPr/>
            </a:lvl4pPr>
            <a:lvl5pPr marL="0" indent="0">
              <a:lnSpc>
                <a:spcPct val="120000"/>
              </a:lnSpc>
              <a:spcBef>
                <a:spcPts val="500"/>
              </a:spcBef>
              <a:spcAft>
                <a:spcPts val="500"/>
              </a:spcAft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Text Placeholder 14">
            <a:extLst>
              <a:ext uri="{FF2B5EF4-FFF2-40B4-BE49-F238E27FC236}">
                <a16:creationId xmlns:a16="http://schemas.microsoft.com/office/drawing/2014/main" id="{88F1D0C3-E345-DA1A-3668-DE9F8B01367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91804" y="1846769"/>
            <a:ext cx="4389140" cy="3898758"/>
          </a:xfrm>
        </p:spPr>
        <p:txBody>
          <a:bodyPr>
            <a:normAutofit/>
          </a:bodyPr>
          <a:lstStyle>
            <a:lvl1pPr marL="0" indent="0">
              <a:lnSpc>
                <a:spcPct val="120000"/>
              </a:lnSpc>
              <a:spcBef>
                <a:spcPts val="500"/>
              </a:spcBef>
              <a:spcAft>
                <a:spcPts val="500"/>
              </a:spcAft>
              <a:buNone/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0" indent="0">
              <a:lnSpc>
                <a:spcPct val="120000"/>
              </a:lnSpc>
              <a:spcBef>
                <a:spcPts val="500"/>
              </a:spcBef>
              <a:spcAft>
                <a:spcPts val="500"/>
              </a:spcAft>
              <a:buNone/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 marL="0" indent="0">
              <a:lnSpc>
                <a:spcPct val="120000"/>
              </a:lnSpc>
              <a:spcBef>
                <a:spcPts val="500"/>
              </a:spcBef>
              <a:spcAft>
                <a:spcPts val="500"/>
              </a:spcAft>
              <a:buNone/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 marL="0" indent="0">
              <a:lnSpc>
                <a:spcPct val="120000"/>
              </a:lnSpc>
              <a:spcBef>
                <a:spcPts val="500"/>
              </a:spcBef>
              <a:spcAft>
                <a:spcPts val="500"/>
              </a:spcAft>
              <a:buNone/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 marL="0" indent="0">
              <a:lnSpc>
                <a:spcPct val="120000"/>
              </a:lnSpc>
              <a:spcBef>
                <a:spcPts val="500"/>
              </a:spcBef>
              <a:spcAft>
                <a:spcPts val="500"/>
              </a:spcAft>
              <a:buNone/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02117159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ist two tone dark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E64770CE-4A37-DDCA-3318-B14CC8879E3A}"/>
              </a:ext>
            </a:extLst>
          </p:cNvPr>
          <p:cNvSpPr/>
          <p:nvPr userDrawn="1"/>
        </p:nvSpPr>
        <p:spPr>
          <a:xfrm>
            <a:off x="-1" y="1"/>
            <a:ext cx="5503333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33A4049-3B9D-CB45-E43B-E0A9AAB247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EFF3D0-6BED-D444-BEB4-872DDA21BA8D}" type="datetime1">
              <a:rPr lang="en-GB" smtClean="0"/>
              <a:t>02/10/2024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1236C78-74A4-36FB-38A4-6655849816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Powering the world of work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A28DA8-1A2A-96B9-0102-C36892E16A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31A8E9-B4CF-5643-AF96-CB4C768DAD63}" type="slidenum">
              <a:rPr lang="en-US" smtClean="0"/>
              <a:t>‹#›</a:t>
            </a:fld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342275B-32AD-4515-CFDB-A17EB9FC3CE6}"/>
              </a:ext>
            </a:extLst>
          </p:cNvPr>
          <p:cNvCxnSpPr>
            <a:cxnSpLocks/>
          </p:cNvCxnSpPr>
          <p:nvPr userDrawn="1"/>
        </p:nvCxnSpPr>
        <p:spPr>
          <a:xfrm>
            <a:off x="11498433" y="719138"/>
            <a:ext cx="0" cy="5418137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Rectangle 47">
            <a:extLst>
              <a:ext uri="{FF2B5EF4-FFF2-40B4-BE49-F238E27FC236}">
                <a16:creationId xmlns:a16="http://schemas.microsoft.com/office/drawing/2014/main" id="{618B5F02-6076-8D40-79FD-10AF47A46C20}"/>
              </a:ext>
            </a:extLst>
          </p:cNvPr>
          <p:cNvSpPr/>
          <p:nvPr userDrawn="1"/>
        </p:nvSpPr>
        <p:spPr>
          <a:xfrm>
            <a:off x="0" y="0"/>
            <a:ext cx="216000" cy="6858000"/>
          </a:xfrm>
          <a:prstGeom prst="rect">
            <a:avLst/>
          </a:prstGeom>
          <a:gradFill>
            <a:gsLst>
              <a:gs pos="0">
                <a:schemeClr val="tx2"/>
              </a:gs>
              <a:gs pos="4700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7ECB22F0-6D85-F8AE-E783-51377137A8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327" y="428400"/>
            <a:ext cx="4389140" cy="737967"/>
          </a:xfrm>
        </p:spPr>
        <p:txBody>
          <a:bodyPr anchor="t" anchorCtr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D4B8BE9B-B09F-B81C-1246-3D4ACFA4BD8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93567" y="1851473"/>
            <a:ext cx="4389140" cy="3898760"/>
          </a:xfrm>
        </p:spPr>
        <p:txBody>
          <a:bodyPr>
            <a:normAutofit/>
          </a:bodyPr>
          <a:lstStyle>
            <a:lvl1pPr marL="0" indent="0">
              <a:lnSpc>
                <a:spcPct val="120000"/>
              </a:lnSpc>
              <a:spcBef>
                <a:spcPts val="500"/>
              </a:spcBef>
              <a:spcAft>
                <a:spcPts val="500"/>
              </a:spcAft>
              <a:buNone/>
              <a:defRPr>
                <a:solidFill>
                  <a:schemeClr val="tx1">
                    <a:lumMod val="10000"/>
                    <a:lumOff val="90000"/>
                  </a:schemeClr>
                </a:solidFill>
              </a:defRPr>
            </a:lvl1pPr>
            <a:lvl2pPr marL="0" indent="0">
              <a:lnSpc>
                <a:spcPct val="120000"/>
              </a:lnSpc>
              <a:spcBef>
                <a:spcPts val="500"/>
              </a:spcBef>
              <a:spcAft>
                <a:spcPts val="500"/>
              </a:spcAft>
              <a:buNone/>
              <a:defRPr>
                <a:solidFill>
                  <a:schemeClr val="tx1">
                    <a:lumMod val="10000"/>
                    <a:lumOff val="90000"/>
                  </a:schemeClr>
                </a:solidFill>
              </a:defRPr>
            </a:lvl2pPr>
            <a:lvl3pPr marL="0" indent="0">
              <a:lnSpc>
                <a:spcPct val="120000"/>
              </a:lnSpc>
              <a:spcBef>
                <a:spcPts val="500"/>
              </a:spcBef>
              <a:spcAft>
                <a:spcPts val="500"/>
              </a:spcAft>
              <a:buClr>
                <a:schemeClr val="bg1"/>
              </a:buClr>
              <a:buNone/>
              <a:defRPr>
                <a:solidFill>
                  <a:schemeClr val="tx1">
                    <a:lumMod val="10000"/>
                    <a:lumOff val="90000"/>
                  </a:schemeClr>
                </a:solidFill>
              </a:defRPr>
            </a:lvl3pPr>
            <a:lvl4pPr marL="0" indent="0">
              <a:lnSpc>
                <a:spcPct val="120000"/>
              </a:lnSpc>
              <a:spcBef>
                <a:spcPts val="500"/>
              </a:spcBef>
              <a:spcAft>
                <a:spcPts val="500"/>
              </a:spcAft>
              <a:buNone/>
              <a:defRPr>
                <a:solidFill>
                  <a:schemeClr val="tx1">
                    <a:lumMod val="10000"/>
                    <a:lumOff val="90000"/>
                  </a:schemeClr>
                </a:solidFill>
              </a:defRPr>
            </a:lvl4pPr>
            <a:lvl5pPr marL="0" indent="0">
              <a:lnSpc>
                <a:spcPct val="120000"/>
              </a:lnSpc>
              <a:spcBef>
                <a:spcPts val="500"/>
              </a:spcBef>
              <a:spcAft>
                <a:spcPts val="500"/>
              </a:spcAft>
              <a:buClr>
                <a:srgbClr val="FFFFFF"/>
              </a:buClr>
              <a:buNone/>
              <a:defRPr>
                <a:solidFill>
                  <a:schemeClr val="tx1">
                    <a:lumMod val="10000"/>
                    <a:lumOff val="90000"/>
                  </a:schemeClr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ext Placeholder 22">
            <a:extLst>
              <a:ext uri="{FF2B5EF4-FFF2-40B4-BE49-F238E27FC236}">
                <a16:creationId xmlns:a16="http://schemas.microsoft.com/office/drawing/2014/main" id="{41C8889A-6528-B848-1329-A7980A7003B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182727" y="1851473"/>
            <a:ext cx="5119437" cy="256394"/>
          </a:xfrm>
        </p:spPr>
        <p:txBody>
          <a:bodyPr rIns="108000"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Title here</a:t>
            </a:r>
            <a:endParaRPr lang="en-US"/>
          </a:p>
        </p:txBody>
      </p:sp>
      <p:sp>
        <p:nvSpPr>
          <p:cNvPr id="10" name="Text Placeholder 24">
            <a:extLst>
              <a:ext uri="{FF2B5EF4-FFF2-40B4-BE49-F238E27FC236}">
                <a16:creationId xmlns:a16="http://schemas.microsoft.com/office/drawing/2014/main" id="{1C738329-0758-27D3-3984-08F17C14C43B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182226" y="2243728"/>
            <a:ext cx="5119920" cy="687600"/>
          </a:xfrm>
        </p:spPr>
        <p:txBody>
          <a:bodyPr rIns="108000"/>
          <a:lstStyle>
            <a:lvl1pPr marL="0" algn="l" defTabSz="914400" rtl="0" eaLnBrk="1" latinLnBrk="0" hangingPunct="1">
              <a:lnSpc>
                <a:spcPct val="120000"/>
              </a:lnSpc>
              <a:spcBef>
                <a:spcPct val="0"/>
              </a:spcBef>
              <a:buNone/>
              <a:defRPr lang="en-US" sz="1200" b="0" i="0" kern="1200" dirty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22">
            <a:extLst>
              <a:ext uri="{FF2B5EF4-FFF2-40B4-BE49-F238E27FC236}">
                <a16:creationId xmlns:a16="http://schemas.microsoft.com/office/drawing/2014/main" id="{0A6D7031-04A0-C6B3-BB14-64B090A80F5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182727" y="3197955"/>
            <a:ext cx="5119437" cy="256394"/>
          </a:xfrm>
        </p:spPr>
        <p:txBody>
          <a:bodyPr rIns="108000"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Title here</a:t>
            </a:r>
            <a:endParaRPr lang="en-US"/>
          </a:p>
        </p:txBody>
      </p:sp>
      <p:sp>
        <p:nvSpPr>
          <p:cNvPr id="12" name="Text Placeholder 24">
            <a:extLst>
              <a:ext uri="{FF2B5EF4-FFF2-40B4-BE49-F238E27FC236}">
                <a16:creationId xmlns:a16="http://schemas.microsoft.com/office/drawing/2014/main" id="{CE2392C5-6868-9156-A256-9EE4ED9B0416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182226" y="3590210"/>
            <a:ext cx="5119920" cy="687600"/>
          </a:xfrm>
        </p:spPr>
        <p:txBody>
          <a:bodyPr rIns="108000"/>
          <a:lstStyle>
            <a:lvl1pPr marL="0" algn="l" defTabSz="914400" rtl="0" eaLnBrk="1" latinLnBrk="0" hangingPunct="1">
              <a:lnSpc>
                <a:spcPct val="120000"/>
              </a:lnSpc>
              <a:spcBef>
                <a:spcPct val="0"/>
              </a:spcBef>
              <a:buNone/>
              <a:defRPr lang="en-US" sz="1200" b="0" i="0" kern="1200" dirty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22">
            <a:extLst>
              <a:ext uri="{FF2B5EF4-FFF2-40B4-BE49-F238E27FC236}">
                <a16:creationId xmlns:a16="http://schemas.microsoft.com/office/drawing/2014/main" id="{4A3C6B70-1CE8-60B1-9654-5BFD810229A4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182727" y="4544437"/>
            <a:ext cx="5119437" cy="256394"/>
          </a:xfrm>
        </p:spPr>
        <p:txBody>
          <a:bodyPr rIns="108000"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Title here</a:t>
            </a:r>
            <a:endParaRPr lang="en-US"/>
          </a:p>
        </p:txBody>
      </p:sp>
      <p:sp>
        <p:nvSpPr>
          <p:cNvPr id="16" name="Text Placeholder 24">
            <a:extLst>
              <a:ext uri="{FF2B5EF4-FFF2-40B4-BE49-F238E27FC236}">
                <a16:creationId xmlns:a16="http://schemas.microsoft.com/office/drawing/2014/main" id="{CEB5BE14-4E0F-DE49-3AC8-CE8ECC9D0224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182226" y="4936692"/>
            <a:ext cx="5119920" cy="687600"/>
          </a:xfrm>
        </p:spPr>
        <p:txBody>
          <a:bodyPr rIns="108000"/>
          <a:lstStyle>
            <a:lvl1pPr marL="0" algn="l" defTabSz="914400" rtl="0" eaLnBrk="1" latinLnBrk="0" hangingPunct="1">
              <a:lnSpc>
                <a:spcPct val="120000"/>
              </a:lnSpc>
              <a:spcBef>
                <a:spcPct val="0"/>
              </a:spcBef>
              <a:buNone/>
              <a:defRPr lang="en-US" sz="1200" b="0" i="0" kern="1200" dirty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57097588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ist two tone grey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E64770CE-4A37-DDCA-3318-B14CC8879E3A}"/>
              </a:ext>
            </a:extLst>
          </p:cNvPr>
          <p:cNvSpPr/>
          <p:nvPr userDrawn="1"/>
        </p:nvSpPr>
        <p:spPr>
          <a:xfrm>
            <a:off x="-1" y="1"/>
            <a:ext cx="5503333" cy="6858000"/>
          </a:xfrm>
          <a:prstGeom prst="rect">
            <a:avLst/>
          </a:prstGeom>
          <a:solidFill>
            <a:srgbClr val="F0F0F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33A4049-3B9D-CB45-E43B-E0A9AAB247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EFF3D0-6BED-D444-BEB4-872DDA21BA8D}" type="datetime1">
              <a:rPr lang="en-GB" smtClean="0"/>
              <a:t>02/10/2024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1236C78-74A4-36FB-38A4-6655849816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Powering the world of work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A28DA8-1A2A-96B9-0102-C36892E16A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31A8E9-B4CF-5643-AF96-CB4C768DAD63}" type="slidenum">
              <a:rPr lang="en-US" smtClean="0"/>
              <a:t>‹#›</a:t>
            </a:fld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342275B-32AD-4515-CFDB-A17EB9FC3CE6}"/>
              </a:ext>
            </a:extLst>
          </p:cNvPr>
          <p:cNvCxnSpPr>
            <a:cxnSpLocks/>
          </p:cNvCxnSpPr>
          <p:nvPr userDrawn="1"/>
        </p:nvCxnSpPr>
        <p:spPr>
          <a:xfrm>
            <a:off x="11498433" y="719138"/>
            <a:ext cx="0" cy="5418137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Rectangle 47">
            <a:extLst>
              <a:ext uri="{FF2B5EF4-FFF2-40B4-BE49-F238E27FC236}">
                <a16:creationId xmlns:a16="http://schemas.microsoft.com/office/drawing/2014/main" id="{618B5F02-6076-8D40-79FD-10AF47A46C20}"/>
              </a:ext>
            </a:extLst>
          </p:cNvPr>
          <p:cNvSpPr/>
          <p:nvPr userDrawn="1"/>
        </p:nvSpPr>
        <p:spPr>
          <a:xfrm>
            <a:off x="0" y="0"/>
            <a:ext cx="216000" cy="6858000"/>
          </a:xfrm>
          <a:prstGeom prst="rect">
            <a:avLst/>
          </a:prstGeom>
          <a:gradFill>
            <a:gsLst>
              <a:gs pos="0">
                <a:schemeClr val="tx2"/>
              </a:gs>
              <a:gs pos="4700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7ECB22F0-6D85-F8AE-E783-51377137A8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327" y="428400"/>
            <a:ext cx="4389140" cy="737967"/>
          </a:xfrm>
        </p:spPr>
        <p:txBody>
          <a:bodyPr anchor="t" anchorCtr="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D4B8BE9B-B09F-B81C-1246-3D4ACFA4BD8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93567" y="1851473"/>
            <a:ext cx="4389140" cy="3898760"/>
          </a:xfrm>
        </p:spPr>
        <p:txBody>
          <a:bodyPr/>
          <a:lstStyle>
            <a:lvl1pPr marL="0" indent="0">
              <a:spcBef>
                <a:spcPts val="500"/>
              </a:spcBef>
              <a:spcAft>
                <a:spcPts val="500"/>
              </a:spcAft>
              <a:buNone/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0" indent="0">
              <a:spcBef>
                <a:spcPts val="500"/>
              </a:spcBef>
              <a:spcAft>
                <a:spcPts val="500"/>
              </a:spcAft>
              <a:buNone/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 marL="0" indent="0">
              <a:spcBef>
                <a:spcPts val="500"/>
              </a:spcBef>
              <a:spcAft>
                <a:spcPts val="500"/>
              </a:spcAft>
              <a:buNone/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 marL="0" indent="0">
              <a:spcBef>
                <a:spcPts val="500"/>
              </a:spcBef>
              <a:spcAft>
                <a:spcPts val="500"/>
              </a:spcAft>
              <a:buNone/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 marL="0" indent="0">
              <a:spcBef>
                <a:spcPts val="500"/>
              </a:spcBef>
              <a:spcAft>
                <a:spcPts val="500"/>
              </a:spcAft>
              <a:buNone/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ext Placeholder 22">
            <a:extLst>
              <a:ext uri="{FF2B5EF4-FFF2-40B4-BE49-F238E27FC236}">
                <a16:creationId xmlns:a16="http://schemas.microsoft.com/office/drawing/2014/main" id="{41C8889A-6528-B848-1329-A7980A7003B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182727" y="1851473"/>
            <a:ext cx="5119437" cy="256394"/>
          </a:xfrm>
        </p:spPr>
        <p:txBody>
          <a:bodyPr rIns="108000"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Title here</a:t>
            </a:r>
            <a:endParaRPr lang="en-US"/>
          </a:p>
        </p:txBody>
      </p:sp>
      <p:sp>
        <p:nvSpPr>
          <p:cNvPr id="10" name="Text Placeholder 24">
            <a:extLst>
              <a:ext uri="{FF2B5EF4-FFF2-40B4-BE49-F238E27FC236}">
                <a16:creationId xmlns:a16="http://schemas.microsoft.com/office/drawing/2014/main" id="{1C738329-0758-27D3-3984-08F17C14C43B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182226" y="2243728"/>
            <a:ext cx="5119920" cy="687600"/>
          </a:xfrm>
        </p:spPr>
        <p:txBody>
          <a:bodyPr rIns="108000"/>
          <a:lstStyle>
            <a:lvl1pPr marL="0" algn="l" defTabSz="914400" rtl="0" eaLnBrk="1" latinLnBrk="0" hangingPunct="1">
              <a:lnSpc>
                <a:spcPct val="120000"/>
              </a:lnSpc>
              <a:spcBef>
                <a:spcPct val="0"/>
              </a:spcBef>
              <a:buNone/>
              <a:defRPr lang="en-US" sz="1200" b="0" i="0" kern="1200" dirty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22">
            <a:extLst>
              <a:ext uri="{FF2B5EF4-FFF2-40B4-BE49-F238E27FC236}">
                <a16:creationId xmlns:a16="http://schemas.microsoft.com/office/drawing/2014/main" id="{0A6D7031-04A0-C6B3-BB14-64B090A80F5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182727" y="3197955"/>
            <a:ext cx="5119437" cy="256394"/>
          </a:xfrm>
        </p:spPr>
        <p:txBody>
          <a:bodyPr rIns="108000"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Title here</a:t>
            </a:r>
            <a:endParaRPr lang="en-US"/>
          </a:p>
        </p:txBody>
      </p:sp>
      <p:sp>
        <p:nvSpPr>
          <p:cNvPr id="12" name="Text Placeholder 24">
            <a:extLst>
              <a:ext uri="{FF2B5EF4-FFF2-40B4-BE49-F238E27FC236}">
                <a16:creationId xmlns:a16="http://schemas.microsoft.com/office/drawing/2014/main" id="{CE2392C5-6868-9156-A256-9EE4ED9B0416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182226" y="3590210"/>
            <a:ext cx="5119920" cy="687600"/>
          </a:xfrm>
        </p:spPr>
        <p:txBody>
          <a:bodyPr rIns="108000"/>
          <a:lstStyle>
            <a:lvl1pPr marL="0" algn="l" defTabSz="914400" rtl="0" eaLnBrk="1" latinLnBrk="0" hangingPunct="1">
              <a:lnSpc>
                <a:spcPct val="120000"/>
              </a:lnSpc>
              <a:spcBef>
                <a:spcPct val="0"/>
              </a:spcBef>
              <a:buNone/>
              <a:defRPr lang="en-US" sz="1200" b="0" i="0" kern="1200" dirty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22">
            <a:extLst>
              <a:ext uri="{FF2B5EF4-FFF2-40B4-BE49-F238E27FC236}">
                <a16:creationId xmlns:a16="http://schemas.microsoft.com/office/drawing/2014/main" id="{4A3C6B70-1CE8-60B1-9654-5BFD810229A4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182727" y="4544437"/>
            <a:ext cx="5119437" cy="256394"/>
          </a:xfrm>
        </p:spPr>
        <p:txBody>
          <a:bodyPr rIns="108000"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Title here</a:t>
            </a:r>
            <a:endParaRPr lang="en-US"/>
          </a:p>
        </p:txBody>
      </p:sp>
      <p:sp>
        <p:nvSpPr>
          <p:cNvPr id="16" name="Text Placeholder 24">
            <a:extLst>
              <a:ext uri="{FF2B5EF4-FFF2-40B4-BE49-F238E27FC236}">
                <a16:creationId xmlns:a16="http://schemas.microsoft.com/office/drawing/2014/main" id="{CEB5BE14-4E0F-DE49-3AC8-CE8ECC9D0224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182226" y="4936692"/>
            <a:ext cx="5119920" cy="687600"/>
          </a:xfrm>
        </p:spPr>
        <p:txBody>
          <a:bodyPr rIns="108000"/>
          <a:lstStyle>
            <a:lvl1pPr marL="0" algn="l" defTabSz="914400" rtl="0" eaLnBrk="1" latinLnBrk="0" hangingPunct="1">
              <a:lnSpc>
                <a:spcPct val="120000"/>
              </a:lnSpc>
              <a:spcBef>
                <a:spcPct val="0"/>
              </a:spcBef>
              <a:buNone/>
              <a:defRPr lang="en-US" sz="1200" b="0" i="0" kern="1200" dirty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176414395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nel grey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A2F335D6-6758-9CBA-100D-E8E3431A6C8D}"/>
              </a:ext>
            </a:extLst>
          </p:cNvPr>
          <p:cNvSpPr/>
          <p:nvPr userDrawn="1"/>
        </p:nvSpPr>
        <p:spPr>
          <a:xfrm>
            <a:off x="695325" y="728662"/>
            <a:ext cx="4933315" cy="5400675"/>
          </a:xfrm>
          <a:prstGeom prst="roundRect">
            <a:avLst>
              <a:gd name="adj" fmla="val 5926"/>
            </a:avLst>
          </a:prstGeom>
          <a:solidFill>
            <a:srgbClr val="F0F0F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33A4049-3B9D-CB45-E43B-E0A9AAB247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EFF3D0-6BED-D444-BEB4-872DDA21BA8D}" type="datetime1">
              <a:rPr lang="en-GB" smtClean="0"/>
              <a:t>02/10/2024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1236C78-74A4-36FB-38A4-6655849816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Powering the world of work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A28DA8-1A2A-96B9-0102-C36892E16A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31A8E9-B4CF-5643-AF96-CB4C768DAD63}" type="slidenum">
              <a:rPr lang="en-US" smtClean="0"/>
              <a:t>‹#›</a:t>
            </a:fld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342275B-32AD-4515-CFDB-A17EB9FC3CE6}"/>
              </a:ext>
            </a:extLst>
          </p:cNvPr>
          <p:cNvCxnSpPr>
            <a:cxnSpLocks/>
          </p:cNvCxnSpPr>
          <p:nvPr userDrawn="1"/>
        </p:nvCxnSpPr>
        <p:spPr>
          <a:xfrm>
            <a:off x="11498433" y="719138"/>
            <a:ext cx="0" cy="5418137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Rectangle 47">
            <a:extLst>
              <a:ext uri="{FF2B5EF4-FFF2-40B4-BE49-F238E27FC236}">
                <a16:creationId xmlns:a16="http://schemas.microsoft.com/office/drawing/2014/main" id="{618B5F02-6076-8D40-79FD-10AF47A46C20}"/>
              </a:ext>
            </a:extLst>
          </p:cNvPr>
          <p:cNvSpPr/>
          <p:nvPr userDrawn="1"/>
        </p:nvSpPr>
        <p:spPr>
          <a:xfrm>
            <a:off x="0" y="0"/>
            <a:ext cx="216000" cy="6858000"/>
          </a:xfrm>
          <a:prstGeom prst="rect">
            <a:avLst/>
          </a:prstGeom>
          <a:gradFill>
            <a:gsLst>
              <a:gs pos="0">
                <a:schemeClr val="tx2"/>
              </a:gs>
              <a:gs pos="4700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7ECB22F0-6D85-F8AE-E783-51377137A8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97317" y="1241703"/>
            <a:ext cx="3907158" cy="737967"/>
          </a:xfrm>
        </p:spPr>
        <p:txBody>
          <a:bodyPr anchor="t" anchorCtr="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9" name="Text Placeholder 22">
            <a:extLst>
              <a:ext uri="{FF2B5EF4-FFF2-40B4-BE49-F238E27FC236}">
                <a16:creationId xmlns:a16="http://schemas.microsoft.com/office/drawing/2014/main" id="{41C8889A-6528-B848-1329-A7980A7003B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182727" y="1581193"/>
            <a:ext cx="5119437" cy="256394"/>
          </a:xfrm>
        </p:spPr>
        <p:txBody>
          <a:bodyPr rIns="108000"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Title here</a:t>
            </a:r>
            <a:endParaRPr lang="en-US"/>
          </a:p>
        </p:txBody>
      </p:sp>
      <p:sp>
        <p:nvSpPr>
          <p:cNvPr id="10" name="Text Placeholder 24">
            <a:extLst>
              <a:ext uri="{FF2B5EF4-FFF2-40B4-BE49-F238E27FC236}">
                <a16:creationId xmlns:a16="http://schemas.microsoft.com/office/drawing/2014/main" id="{1C738329-0758-27D3-3984-08F17C14C43B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182226" y="1973448"/>
            <a:ext cx="5119920" cy="687600"/>
          </a:xfrm>
        </p:spPr>
        <p:txBody>
          <a:bodyPr rIns="108000"/>
          <a:lstStyle>
            <a:lvl1pPr marL="0" algn="l" defTabSz="914400" rtl="0" eaLnBrk="1" latinLnBrk="0" hangingPunct="1">
              <a:lnSpc>
                <a:spcPct val="120000"/>
              </a:lnSpc>
              <a:spcBef>
                <a:spcPct val="0"/>
              </a:spcBef>
              <a:buNone/>
              <a:defRPr lang="en-US" sz="1200" b="0" i="0" kern="1200" dirty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22">
            <a:extLst>
              <a:ext uri="{FF2B5EF4-FFF2-40B4-BE49-F238E27FC236}">
                <a16:creationId xmlns:a16="http://schemas.microsoft.com/office/drawing/2014/main" id="{0A6D7031-04A0-C6B3-BB14-64B090A80F5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182727" y="2927675"/>
            <a:ext cx="5119437" cy="256394"/>
          </a:xfrm>
        </p:spPr>
        <p:txBody>
          <a:bodyPr rIns="108000"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Title here</a:t>
            </a:r>
            <a:endParaRPr lang="en-US"/>
          </a:p>
        </p:txBody>
      </p:sp>
      <p:sp>
        <p:nvSpPr>
          <p:cNvPr id="12" name="Text Placeholder 24">
            <a:extLst>
              <a:ext uri="{FF2B5EF4-FFF2-40B4-BE49-F238E27FC236}">
                <a16:creationId xmlns:a16="http://schemas.microsoft.com/office/drawing/2014/main" id="{CE2392C5-6868-9156-A256-9EE4ED9B0416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182226" y="3319930"/>
            <a:ext cx="5119920" cy="687600"/>
          </a:xfrm>
        </p:spPr>
        <p:txBody>
          <a:bodyPr rIns="108000"/>
          <a:lstStyle>
            <a:lvl1pPr marL="0" algn="l" defTabSz="914400" rtl="0" eaLnBrk="1" latinLnBrk="0" hangingPunct="1">
              <a:lnSpc>
                <a:spcPct val="120000"/>
              </a:lnSpc>
              <a:spcBef>
                <a:spcPct val="0"/>
              </a:spcBef>
              <a:buNone/>
              <a:defRPr lang="en-US" sz="1200" b="0" i="0" kern="1200" dirty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22">
            <a:extLst>
              <a:ext uri="{FF2B5EF4-FFF2-40B4-BE49-F238E27FC236}">
                <a16:creationId xmlns:a16="http://schemas.microsoft.com/office/drawing/2014/main" id="{4A3C6B70-1CE8-60B1-9654-5BFD810229A4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182727" y="4274157"/>
            <a:ext cx="5119437" cy="256394"/>
          </a:xfrm>
        </p:spPr>
        <p:txBody>
          <a:bodyPr rIns="108000"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Title here</a:t>
            </a:r>
            <a:endParaRPr lang="en-US"/>
          </a:p>
        </p:txBody>
      </p:sp>
      <p:sp>
        <p:nvSpPr>
          <p:cNvPr id="16" name="Text Placeholder 24">
            <a:extLst>
              <a:ext uri="{FF2B5EF4-FFF2-40B4-BE49-F238E27FC236}">
                <a16:creationId xmlns:a16="http://schemas.microsoft.com/office/drawing/2014/main" id="{CEB5BE14-4E0F-DE49-3AC8-CE8ECC9D0224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182226" y="4666412"/>
            <a:ext cx="5119920" cy="687600"/>
          </a:xfrm>
        </p:spPr>
        <p:txBody>
          <a:bodyPr rIns="108000"/>
          <a:lstStyle>
            <a:lvl1pPr marL="0" algn="l" defTabSz="914400" rtl="0" eaLnBrk="1" latinLnBrk="0" hangingPunct="1">
              <a:lnSpc>
                <a:spcPct val="120000"/>
              </a:lnSpc>
              <a:spcBef>
                <a:spcPct val="0"/>
              </a:spcBef>
              <a:buNone/>
              <a:defRPr lang="en-US" sz="1200" b="0" i="0" kern="1200" dirty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CE7B6667-506C-FD4E-B98D-E90E1226DA55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1198800" y="2253600"/>
            <a:ext cx="3906000" cy="3412800"/>
          </a:xfrm>
        </p:spPr>
        <p:txBody>
          <a:bodyPr>
            <a:normAutofit/>
          </a:bodyPr>
          <a:lstStyle>
            <a:lvl1pPr marL="0" indent="0">
              <a:spcBef>
                <a:spcPts val="500"/>
              </a:spcBef>
              <a:spcAft>
                <a:spcPts val="500"/>
              </a:spcAft>
              <a:buNone/>
              <a:defRPr/>
            </a:lvl1pPr>
            <a:lvl2pPr marL="0" indent="0">
              <a:spcBef>
                <a:spcPts val="500"/>
              </a:spcBef>
              <a:spcAft>
                <a:spcPts val="500"/>
              </a:spcAft>
              <a:buNone/>
              <a:defRPr/>
            </a:lvl2pPr>
            <a:lvl3pPr marL="0" indent="0">
              <a:spcBef>
                <a:spcPts val="500"/>
              </a:spcBef>
              <a:spcAft>
                <a:spcPts val="500"/>
              </a:spcAft>
              <a:buNone/>
              <a:defRPr/>
            </a:lvl3pPr>
            <a:lvl4pPr marL="0" indent="0">
              <a:spcBef>
                <a:spcPts val="500"/>
              </a:spcBef>
              <a:spcAft>
                <a:spcPts val="500"/>
              </a:spcAft>
              <a:buNone/>
              <a:defRPr/>
            </a:lvl4pPr>
            <a:lvl5pPr marL="0" indent="0">
              <a:spcBef>
                <a:spcPts val="500"/>
              </a:spcBef>
              <a:spcAft>
                <a:spcPts val="500"/>
              </a:spcAft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53015738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nel two grey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A2F335D6-6758-9CBA-100D-E8E3431A6C8D}"/>
              </a:ext>
            </a:extLst>
          </p:cNvPr>
          <p:cNvSpPr/>
          <p:nvPr userDrawn="1"/>
        </p:nvSpPr>
        <p:spPr>
          <a:xfrm>
            <a:off x="695325" y="728662"/>
            <a:ext cx="4933315" cy="5400675"/>
          </a:xfrm>
          <a:prstGeom prst="roundRect">
            <a:avLst>
              <a:gd name="adj" fmla="val 5926"/>
            </a:avLst>
          </a:prstGeom>
          <a:solidFill>
            <a:srgbClr val="F0F0F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33A4049-3B9D-CB45-E43B-E0A9AAB247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EFF3D0-6BED-D444-BEB4-872DDA21BA8D}" type="datetime1">
              <a:rPr lang="en-GB" smtClean="0"/>
              <a:t>02/10/2024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1236C78-74A4-36FB-38A4-6655849816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Powering the world of work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A28DA8-1A2A-96B9-0102-C36892E16A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31A8E9-B4CF-5643-AF96-CB4C768DAD63}" type="slidenum">
              <a:rPr lang="en-US" smtClean="0"/>
              <a:t>‹#›</a:t>
            </a:fld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342275B-32AD-4515-CFDB-A17EB9FC3CE6}"/>
              </a:ext>
            </a:extLst>
          </p:cNvPr>
          <p:cNvCxnSpPr>
            <a:cxnSpLocks/>
          </p:cNvCxnSpPr>
          <p:nvPr userDrawn="1"/>
        </p:nvCxnSpPr>
        <p:spPr>
          <a:xfrm>
            <a:off x="11498433" y="719138"/>
            <a:ext cx="0" cy="5418137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Rectangle 47">
            <a:extLst>
              <a:ext uri="{FF2B5EF4-FFF2-40B4-BE49-F238E27FC236}">
                <a16:creationId xmlns:a16="http://schemas.microsoft.com/office/drawing/2014/main" id="{618B5F02-6076-8D40-79FD-10AF47A46C20}"/>
              </a:ext>
            </a:extLst>
          </p:cNvPr>
          <p:cNvSpPr/>
          <p:nvPr userDrawn="1"/>
        </p:nvSpPr>
        <p:spPr>
          <a:xfrm>
            <a:off x="0" y="0"/>
            <a:ext cx="216000" cy="6858000"/>
          </a:xfrm>
          <a:prstGeom prst="rect">
            <a:avLst/>
          </a:prstGeom>
          <a:gradFill>
            <a:gsLst>
              <a:gs pos="0">
                <a:schemeClr val="tx2"/>
              </a:gs>
              <a:gs pos="4700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7ECB22F0-6D85-F8AE-E783-51377137A8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97317" y="1241703"/>
            <a:ext cx="3907158" cy="737967"/>
          </a:xfrm>
        </p:spPr>
        <p:txBody>
          <a:bodyPr anchor="t" anchorCtr="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57485060-BE01-A5D9-B293-66FAB8DC4CC3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1198800" y="2253600"/>
            <a:ext cx="3906000" cy="3412800"/>
          </a:xfrm>
        </p:spPr>
        <p:txBody>
          <a:bodyPr/>
          <a:lstStyle>
            <a:lvl1pPr marL="0" indent="0">
              <a:spcBef>
                <a:spcPts val="500"/>
              </a:spcBef>
              <a:spcAft>
                <a:spcPts val="500"/>
              </a:spcAft>
              <a:buNone/>
              <a:defRPr/>
            </a:lvl1pPr>
            <a:lvl2pPr marL="0" indent="0">
              <a:spcBef>
                <a:spcPts val="500"/>
              </a:spcBef>
              <a:spcAft>
                <a:spcPts val="500"/>
              </a:spcAft>
              <a:buNone/>
              <a:defRPr/>
            </a:lvl2pPr>
            <a:lvl3pPr marL="0" indent="0">
              <a:spcBef>
                <a:spcPts val="500"/>
              </a:spcBef>
              <a:spcAft>
                <a:spcPts val="500"/>
              </a:spcAft>
              <a:buNone/>
              <a:defRPr/>
            </a:lvl3pPr>
            <a:lvl4pPr marL="0" indent="0">
              <a:spcBef>
                <a:spcPts val="500"/>
              </a:spcBef>
              <a:spcAft>
                <a:spcPts val="500"/>
              </a:spcAft>
              <a:buNone/>
              <a:defRPr/>
            </a:lvl4pPr>
            <a:lvl5pPr marL="0" indent="0">
              <a:spcBef>
                <a:spcPts val="500"/>
              </a:spcBef>
              <a:spcAft>
                <a:spcPts val="500"/>
              </a:spcAft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CA25DDAD-617F-6741-E0BA-C4133B13819D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6181200" y="1687513"/>
            <a:ext cx="4932000" cy="4424400"/>
          </a:xfrm>
        </p:spPr>
        <p:txBody>
          <a:bodyPr/>
          <a:lstStyle>
            <a:lvl1pPr marL="0" indent="0">
              <a:spcBef>
                <a:spcPts val="500"/>
              </a:spcBef>
              <a:spcAft>
                <a:spcPts val="500"/>
              </a:spcAft>
              <a:buNone/>
              <a:defRPr/>
            </a:lvl1pPr>
            <a:lvl2pPr marL="0" indent="0">
              <a:spcBef>
                <a:spcPts val="500"/>
              </a:spcBef>
              <a:spcAft>
                <a:spcPts val="500"/>
              </a:spcAft>
              <a:buNone/>
              <a:defRPr/>
            </a:lvl2pPr>
            <a:lvl3pPr marL="0" indent="0">
              <a:spcBef>
                <a:spcPts val="500"/>
              </a:spcBef>
              <a:spcAft>
                <a:spcPts val="500"/>
              </a:spcAft>
              <a:buNone/>
              <a:defRPr/>
            </a:lvl3pPr>
            <a:lvl4pPr marL="0" indent="0">
              <a:spcBef>
                <a:spcPts val="500"/>
              </a:spcBef>
              <a:spcAft>
                <a:spcPts val="500"/>
              </a:spcAft>
              <a:buNone/>
              <a:defRPr/>
            </a:lvl4pPr>
            <a:lvl5pPr marL="0" indent="0">
              <a:spcBef>
                <a:spcPts val="500"/>
              </a:spcBef>
              <a:spcAft>
                <a:spcPts val="500"/>
              </a:spcAft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64597447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 and li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Picture Placeholder 32">
            <a:extLst>
              <a:ext uri="{FF2B5EF4-FFF2-40B4-BE49-F238E27FC236}">
                <a16:creationId xmlns:a16="http://schemas.microsoft.com/office/drawing/2014/main" id="{49811210-6F11-5159-3CEE-661D6E145CE6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0" y="1597689"/>
            <a:ext cx="5314446" cy="4069582"/>
          </a:xfrm>
          <a:solidFill>
            <a:srgbClr val="F0F0F5"/>
          </a:solidFill>
        </p:spPr>
        <p:txBody>
          <a:bodyPr anchor="ctr"/>
          <a:lstStyle>
            <a:lvl1pPr marL="90000" indent="0" algn="ctr">
              <a:buNone/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20" name="Title 1">
            <a:extLst>
              <a:ext uri="{FF2B5EF4-FFF2-40B4-BE49-F238E27FC236}">
                <a16:creationId xmlns:a16="http://schemas.microsoft.com/office/drawing/2014/main" id="{9155D1B6-A36C-3770-3DE0-E1FC043738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326" y="428400"/>
            <a:ext cx="10605600" cy="518685"/>
          </a:xfrm>
        </p:spPr>
        <p:txBody>
          <a:bodyPr anchor="t" anchorCtr="0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33A4049-3B9D-CB45-E43B-E0A9AAB247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EFF3D0-6BED-D444-BEB4-872DDA21BA8D}" type="datetime1">
              <a:rPr lang="en-GB" smtClean="0"/>
              <a:t>02/10/2024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1236C78-74A4-36FB-38A4-6655849816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Powering the world of work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A28DA8-1A2A-96B9-0102-C36892E16A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31A8E9-B4CF-5643-AF96-CB4C768DAD63}" type="slidenum">
              <a:rPr lang="en-US" smtClean="0"/>
              <a:t>‹#›</a:t>
            </a:fld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342275B-32AD-4515-CFDB-A17EB9FC3CE6}"/>
              </a:ext>
            </a:extLst>
          </p:cNvPr>
          <p:cNvCxnSpPr>
            <a:cxnSpLocks/>
          </p:cNvCxnSpPr>
          <p:nvPr userDrawn="1"/>
        </p:nvCxnSpPr>
        <p:spPr>
          <a:xfrm>
            <a:off x="11498433" y="719138"/>
            <a:ext cx="0" cy="5418137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 Placeholder 22">
            <a:extLst>
              <a:ext uri="{FF2B5EF4-FFF2-40B4-BE49-F238E27FC236}">
                <a16:creationId xmlns:a16="http://schemas.microsoft.com/office/drawing/2014/main" id="{F18D3783-8BAD-F494-8B12-7CF7AE3055ED}"/>
              </a:ext>
            </a:extLst>
          </p:cNvPr>
          <p:cNvSpPr>
            <a:spLocks noGrp="1"/>
          </p:cNvSpPr>
          <p:nvPr userDrawn="1">
            <p:ph type="body" sz="quarter" idx="13" hasCustomPrompt="1"/>
          </p:nvPr>
        </p:nvSpPr>
        <p:spPr>
          <a:xfrm>
            <a:off x="6182226" y="1704516"/>
            <a:ext cx="5119437" cy="256394"/>
          </a:xfrm>
        </p:spPr>
        <p:txBody>
          <a:bodyPr rIns="108000"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Title here</a:t>
            </a:r>
            <a:endParaRPr lang="en-US"/>
          </a:p>
        </p:txBody>
      </p:sp>
      <p:sp>
        <p:nvSpPr>
          <p:cNvPr id="25" name="Text Placeholder 24">
            <a:extLst>
              <a:ext uri="{FF2B5EF4-FFF2-40B4-BE49-F238E27FC236}">
                <a16:creationId xmlns:a16="http://schemas.microsoft.com/office/drawing/2014/main" id="{4CE49D2F-57C5-C6D7-6216-B2D75F0E9F8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181725" y="2096771"/>
            <a:ext cx="5119920" cy="687600"/>
          </a:xfrm>
        </p:spPr>
        <p:txBody>
          <a:bodyPr rIns="108000"/>
          <a:lstStyle>
            <a:lvl1pPr marL="0" algn="l" defTabSz="914400" rtl="0" eaLnBrk="1" latinLnBrk="0" hangingPunct="1">
              <a:lnSpc>
                <a:spcPct val="120000"/>
              </a:lnSpc>
              <a:spcBef>
                <a:spcPct val="0"/>
              </a:spcBef>
              <a:buNone/>
              <a:defRPr lang="en-US" sz="1200" b="0" i="0" kern="1200" dirty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22">
            <a:extLst>
              <a:ext uri="{FF2B5EF4-FFF2-40B4-BE49-F238E27FC236}">
                <a16:creationId xmlns:a16="http://schemas.microsoft.com/office/drawing/2014/main" id="{FF193B1F-8EF5-CCA3-E8B2-AD9CB5654F6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182226" y="3050998"/>
            <a:ext cx="5119437" cy="256394"/>
          </a:xfrm>
        </p:spPr>
        <p:txBody>
          <a:bodyPr rIns="108000"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Title here</a:t>
            </a:r>
            <a:endParaRPr lang="en-US"/>
          </a:p>
        </p:txBody>
      </p:sp>
      <p:sp>
        <p:nvSpPr>
          <p:cNvPr id="27" name="Text Placeholder 24">
            <a:extLst>
              <a:ext uri="{FF2B5EF4-FFF2-40B4-BE49-F238E27FC236}">
                <a16:creationId xmlns:a16="http://schemas.microsoft.com/office/drawing/2014/main" id="{EE743EC8-1A09-95A3-0597-13315B963DD1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181725" y="3443253"/>
            <a:ext cx="5119920" cy="687600"/>
          </a:xfrm>
        </p:spPr>
        <p:txBody>
          <a:bodyPr rIns="108000"/>
          <a:lstStyle>
            <a:lvl1pPr marL="0" algn="l" defTabSz="914400" rtl="0" eaLnBrk="1" latinLnBrk="0" hangingPunct="1">
              <a:lnSpc>
                <a:spcPct val="120000"/>
              </a:lnSpc>
              <a:spcBef>
                <a:spcPct val="0"/>
              </a:spcBef>
              <a:buNone/>
              <a:defRPr lang="en-US" sz="1200" b="0" i="0" kern="1200" dirty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Text Placeholder 22">
            <a:extLst>
              <a:ext uri="{FF2B5EF4-FFF2-40B4-BE49-F238E27FC236}">
                <a16:creationId xmlns:a16="http://schemas.microsoft.com/office/drawing/2014/main" id="{BAFC6E54-9A0B-DDE9-4401-256A542869C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182226" y="4392028"/>
            <a:ext cx="5119437" cy="256394"/>
          </a:xfrm>
        </p:spPr>
        <p:txBody>
          <a:bodyPr rIns="108000"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Title here</a:t>
            </a:r>
            <a:endParaRPr lang="en-US"/>
          </a:p>
        </p:txBody>
      </p:sp>
      <p:sp>
        <p:nvSpPr>
          <p:cNvPr id="29" name="Text Placeholder 24">
            <a:extLst>
              <a:ext uri="{FF2B5EF4-FFF2-40B4-BE49-F238E27FC236}">
                <a16:creationId xmlns:a16="http://schemas.microsoft.com/office/drawing/2014/main" id="{17ACAF80-DFD5-AA6B-61A0-54EBA4EBE35D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181725" y="4784283"/>
            <a:ext cx="5119920" cy="687600"/>
          </a:xfrm>
        </p:spPr>
        <p:txBody>
          <a:bodyPr rIns="108000"/>
          <a:lstStyle>
            <a:lvl1pPr marL="0" algn="l" defTabSz="914400" rtl="0" eaLnBrk="1" latinLnBrk="0" hangingPunct="1">
              <a:lnSpc>
                <a:spcPct val="120000"/>
              </a:lnSpc>
              <a:spcBef>
                <a:spcPct val="0"/>
              </a:spcBef>
              <a:buNone/>
              <a:defRPr lang="en-US" sz="1200" b="0" i="0" kern="1200" dirty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426099392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 and lis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Picture Placeholder 32">
            <a:extLst>
              <a:ext uri="{FF2B5EF4-FFF2-40B4-BE49-F238E27FC236}">
                <a16:creationId xmlns:a16="http://schemas.microsoft.com/office/drawing/2014/main" id="{49811210-6F11-5159-3CEE-661D6E145CE6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996794" y="1593767"/>
            <a:ext cx="4114800" cy="4107087"/>
          </a:xfrm>
          <a:prstGeom prst="roundRect">
            <a:avLst>
              <a:gd name="adj" fmla="val 7615"/>
            </a:avLst>
          </a:prstGeom>
          <a:solidFill>
            <a:srgbClr val="F0F0F5"/>
          </a:solidFill>
        </p:spPr>
        <p:txBody>
          <a:bodyPr anchor="ctr"/>
          <a:lstStyle>
            <a:lvl1pPr marL="90000" indent="0" algn="ctr">
              <a:buNone/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20" name="Title 1">
            <a:extLst>
              <a:ext uri="{FF2B5EF4-FFF2-40B4-BE49-F238E27FC236}">
                <a16:creationId xmlns:a16="http://schemas.microsoft.com/office/drawing/2014/main" id="{9155D1B6-A36C-3770-3DE0-E1FC043738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327" y="428400"/>
            <a:ext cx="10606318" cy="518685"/>
          </a:xfrm>
        </p:spPr>
        <p:txBody>
          <a:bodyPr anchor="t" anchorCtr="0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33A4049-3B9D-CB45-E43B-E0A9AAB247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EFF3D0-6BED-D444-BEB4-872DDA21BA8D}" type="datetime1">
              <a:rPr lang="en-GB" smtClean="0"/>
              <a:t>02/10/2024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1236C78-74A4-36FB-38A4-6655849816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Powering the world of work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A28DA8-1A2A-96B9-0102-C36892E16A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31A8E9-B4CF-5643-AF96-CB4C768DAD63}" type="slidenum">
              <a:rPr lang="en-US" smtClean="0"/>
              <a:t>‹#›</a:t>
            </a:fld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342275B-32AD-4515-CFDB-A17EB9FC3CE6}"/>
              </a:ext>
            </a:extLst>
          </p:cNvPr>
          <p:cNvCxnSpPr>
            <a:cxnSpLocks/>
          </p:cNvCxnSpPr>
          <p:nvPr userDrawn="1"/>
        </p:nvCxnSpPr>
        <p:spPr>
          <a:xfrm>
            <a:off x="11498433" y="719138"/>
            <a:ext cx="0" cy="5418137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 Placeholder 22">
            <a:extLst>
              <a:ext uri="{FF2B5EF4-FFF2-40B4-BE49-F238E27FC236}">
                <a16:creationId xmlns:a16="http://schemas.microsoft.com/office/drawing/2014/main" id="{F18D3783-8BAD-F494-8B12-7CF7AE3055ED}"/>
              </a:ext>
            </a:extLst>
          </p:cNvPr>
          <p:cNvSpPr>
            <a:spLocks noGrp="1"/>
          </p:cNvSpPr>
          <p:nvPr userDrawn="1">
            <p:ph type="body" sz="quarter" idx="13" hasCustomPrompt="1"/>
          </p:nvPr>
        </p:nvSpPr>
        <p:spPr>
          <a:xfrm>
            <a:off x="6182226" y="1704516"/>
            <a:ext cx="5119437" cy="256394"/>
          </a:xfrm>
        </p:spPr>
        <p:txBody>
          <a:bodyPr rIns="108000"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Title here</a:t>
            </a:r>
            <a:endParaRPr lang="en-US"/>
          </a:p>
        </p:txBody>
      </p:sp>
      <p:sp>
        <p:nvSpPr>
          <p:cNvPr id="25" name="Text Placeholder 24">
            <a:extLst>
              <a:ext uri="{FF2B5EF4-FFF2-40B4-BE49-F238E27FC236}">
                <a16:creationId xmlns:a16="http://schemas.microsoft.com/office/drawing/2014/main" id="{4CE49D2F-57C5-C6D7-6216-B2D75F0E9F8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181725" y="2096771"/>
            <a:ext cx="5119920" cy="687600"/>
          </a:xfrm>
        </p:spPr>
        <p:txBody>
          <a:bodyPr rIns="108000"/>
          <a:lstStyle>
            <a:lvl1pPr marL="0" algn="l" defTabSz="914400" rtl="0" eaLnBrk="1" latinLnBrk="0" hangingPunct="1">
              <a:lnSpc>
                <a:spcPct val="120000"/>
              </a:lnSpc>
              <a:spcBef>
                <a:spcPct val="0"/>
              </a:spcBef>
              <a:buNone/>
              <a:defRPr lang="en-US" sz="1200" b="0" i="0" kern="1200" dirty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22">
            <a:extLst>
              <a:ext uri="{FF2B5EF4-FFF2-40B4-BE49-F238E27FC236}">
                <a16:creationId xmlns:a16="http://schemas.microsoft.com/office/drawing/2014/main" id="{FF193B1F-8EF5-CCA3-E8B2-AD9CB5654F6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182226" y="3050998"/>
            <a:ext cx="5119437" cy="256394"/>
          </a:xfrm>
        </p:spPr>
        <p:txBody>
          <a:bodyPr rIns="108000"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Title here</a:t>
            </a:r>
            <a:endParaRPr lang="en-US"/>
          </a:p>
        </p:txBody>
      </p:sp>
      <p:sp>
        <p:nvSpPr>
          <p:cNvPr id="27" name="Text Placeholder 24">
            <a:extLst>
              <a:ext uri="{FF2B5EF4-FFF2-40B4-BE49-F238E27FC236}">
                <a16:creationId xmlns:a16="http://schemas.microsoft.com/office/drawing/2014/main" id="{EE743EC8-1A09-95A3-0597-13315B963DD1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181725" y="3443253"/>
            <a:ext cx="5119920" cy="687600"/>
          </a:xfrm>
        </p:spPr>
        <p:txBody>
          <a:bodyPr rIns="108000"/>
          <a:lstStyle>
            <a:lvl1pPr marL="0" algn="l" defTabSz="914400" rtl="0" eaLnBrk="1" latinLnBrk="0" hangingPunct="1">
              <a:lnSpc>
                <a:spcPct val="120000"/>
              </a:lnSpc>
              <a:spcBef>
                <a:spcPct val="0"/>
              </a:spcBef>
              <a:buNone/>
              <a:defRPr lang="en-US" sz="1200" b="0" i="0" kern="1200" dirty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Text Placeholder 22">
            <a:extLst>
              <a:ext uri="{FF2B5EF4-FFF2-40B4-BE49-F238E27FC236}">
                <a16:creationId xmlns:a16="http://schemas.microsoft.com/office/drawing/2014/main" id="{BAFC6E54-9A0B-DDE9-4401-256A542869C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182226" y="4397480"/>
            <a:ext cx="5119437" cy="256394"/>
          </a:xfrm>
        </p:spPr>
        <p:txBody>
          <a:bodyPr rIns="108000"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Title here</a:t>
            </a:r>
            <a:endParaRPr lang="en-US"/>
          </a:p>
        </p:txBody>
      </p:sp>
      <p:sp>
        <p:nvSpPr>
          <p:cNvPr id="29" name="Text Placeholder 24">
            <a:extLst>
              <a:ext uri="{FF2B5EF4-FFF2-40B4-BE49-F238E27FC236}">
                <a16:creationId xmlns:a16="http://schemas.microsoft.com/office/drawing/2014/main" id="{17ACAF80-DFD5-AA6B-61A0-54EBA4EBE35D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181725" y="4789735"/>
            <a:ext cx="5119920" cy="687600"/>
          </a:xfrm>
        </p:spPr>
        <p:txBody>
          <a:bodyPr rIns="108000"/>
          <a:lstStyle>
            <a:lvl1pPr marL="0" algn="l" defTabSz="914400" rtl="0" eaLnBrk="1" latinLnBrk="0" hangingPunct="1">
              <a:lnSpc>
                <a:spcPct val="120000"/>
              </a:lnSpc>
              <a:spcBef>
                <a:spcPct val="0"/>
              </a:spcBef>
              <a:buNone/>
              <a:defRPr lang="en-US" sz="1200" b="0" i="0" kern="1200" dirty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52EE144-5BB5-C5BE-3211-4ACE9671E42F}"/>
              </a:ext>
            </a:extLst>
          </p:cNvPr>
          <p:cNvSpPr/>
          <p:nvPr userDrawn="1"/>
        </p:nvSpPr>
        <p:spPr>
          <a:xfrm>
            <a:off x="0" y="0"/>
            <a:ext cx="216000" cy="6858000"/>
          </a:xfrm>
          <a:prstGeom prst="rect">
            <a:avLst/>
          </a:prstGeom>
          <a:gradFill>
            <a:gsLst>
              <a:gs pos="0">
                <a:schemeClr val="tx2"/>
              </a:gs>
              <a:gs pos="4700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8629240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image backgrou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FB566984-B347-149E-5EF6-AAEE91A2E0DA}"/>
              </a:ext>
            </a:extLst>
          </p:cNvPr>
          <p:cNvSpPr/>
          <p:nvPr userDrawn="1"/>
        </p:nvSpPr>
        <p:spPr>
          <a:xfrm>
            <a:off x="488878" y="0"/>
            <a:ext cx="216000" cy="6858000"/>
          </a:xfrm>
          <a:prstGeom prst="rect">
            <a:avLst/>
          </a:prstGeom>
          <a:gradFill>
            <a:gsLst>
              <a:gs pos="0">
                <a:schemeClr val="tx2"/>
              </a:gs>
              <a:gs pos="4700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33A4049-3B9D-CB45-E43B-E0A9AAB247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EFF3D0-6BED-D444-BEB4-872DDA21BA8D}" type="datetime1">
              <a:rPr lang="en-GB" smtClean="0"/>
              <a:t>02/10/2024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1236C78-74A4-36FB-38A4-6655849816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Powering the world of work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A28DA8-1A2A-96B9-0102-C36892E16A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31A8E9-B4CF-5643-AF96-CB4C768DAD63}" type="slidenum">
              <a:rPr lang="en-US" smtClean="0"/>
              <a:t>‹#›</a:t>
            </a:fld>
            <a:endParaRPr lang="en-US"/>
          </a:p>
        </p:txBody>
      </p:sp>
      <p:sp>
        <p:nvSpPr>
          <p:cNvPr id="8" name="Slide Number Placeholder 1">
            <a:extLst>
              <a:ext uri="{FF2B5EF4-FFF2-40B4-BE49-F238E27FC236}">
                <a16:creationId xmlns:a16="http://schemas.microsoft.com/office/drawing/2014/main" id="{819C1E24-F3BE-1545-B466-259D2F466505}"/>
              </a:ext>
            </a:extLst>
          </p:cNvPr>
          <p:cNvSpPr txBox="1">
            <a:spLocks/>
          </p:cNvSpPr>
          <p:nvPr userDrawn="1"/>
        </p:nvSpPr>
        <p:spPr>
          <a:xfrm>
            <a:off x="11301647" y="6356350"/>
            <a:ext cx="39005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lang="en-US" sz="1200" b="1" i="0" kern="1200" smtClean="0">
                <a:solidFill>
                  <a:schemeClr val="tx1">
                    <a:lumMod val="25000"/>
                    <a:lumOff val="75000"/>
                  </a:schemeClr>
                </a:solidFill>
                <a:latin typeface="Montserrat SemiBold" pitchFamily="2" charset="77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531A8E9-B4CF-5643-AF96-CB4C768DAD63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26" name="Title 1">
            <a:extLst>
              <a:ext uri="{FF2B5EF4-FFF2-40B4-BE49-F238E27FC236}">
                <a16:creationId xmlns:a16="http://schemas.microsoft.com/office/drawing/2014/main" id="{A462540C-F753-3056-E12C-65BA9F963C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77412" y="428399"/>
            <a:ext cx="5090026" cy="738000"/>
          </a:xfrm>
        </p:spPr>
        <p:txBody>
          <a:bodyPr anchor="t" anchorCtr="0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7" name="Text Placeholder 22">
            <a:extLst>
              <a:ext uri="{FF2B5EF4-FFF2-40B4-BE49-F238E27FC236}">
                <a16:creationId xmlns:a16="http://schemas.microsoft.com/office/drawing/2014/main" id="{AB79E9F5-9B26-D766-6D16-3F285766002C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77971" y="1944056"/>
            <a:ext cx="4910175" cy="256394"/>
          </a:xfrm>
        </p:spPr>
        <p:txBody>
          <a:bodyPr rIns="108000"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Title here</a:t>
            </a:r>
            <a:endParaRPr lang="en-US"/>
          </a:p>
        </p:txBody>
      </p:sp>
      <p:sp>
        <p:nvSpPr>
          <p:cNvPr id="28" name="Text Placeholder 24">
            <a:extLst>
              <a:ext uri="{FF2B5EF4-FFF2-40B4-BE49-F238E27FC236}">
                <a16:creationId xmlns:a16="http://schemas.microsoft.com/office/drawing/2014/main" id="{0EEF6B20-7D2D-8BE4-DEB0-1CB4EAA1F78E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077412" y="2336311"/>
            <a:ext cx="4910638" cy="687600"/>
          </a:xfrm>
        </p:spPr>
        <p:txBody>
          <a:bodyPr rIns="108000"/>
          <a:lstStyle>
            <a:lvl1pPr marL="0" algn="l" defTabSz="914400" rtl="0" eaLnBrk="1" latinLnBrk="0" hangingPunct="1">
              <a:lnSpc>
                <a:spcPct val="120000"/>
              </a:lnSpc>
              <a:spcBef>
                <a:spcPct val="0"/>
              </a:spcBef>
              <a:buNone/>
              <a:defRPr lang="en-US" sz="1200" b="0" i="0" kern="1200" dirty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Text Placeholder 22">
            <a:extLst>
              <a:ext uri="{FF2B5EF4-FFF2-40B4-BE49-F238E27FC236}">
                <a16:creationId xmlns:a16="http://schemas.microsoft.com/office/drawing/2014/main" id="{E2D47398-A81A-2F66-E483-91B10294E3CD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77971" y="3290538"/>
            <a:ext cx="4910175" cy="256394"/>
          </a:xfrm>
        </p:spPr>
        <p:txBody>
          <a:bodyPr rIns="108000"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Title here</a:t>
            </a:r>
            <a:endParaRPr lang="en-US"/>
          </a:p>
        </p:txBody>
      </p:sp>
      <p:sp>
        <p:nvSpPr>
          <p:cNvPr id="30" name="Text Placeholder 24">
            <a:extLst>
              <a:ext uri="{FF2B5EF4-FFF2-40B4-BE49-F238E27FC236}">
                <a16:creationId xmlns:a16="http://schemas.microsoft.com/office/drawing/2014/main" id="{EDA391CD-BF5E-4808-FA75-365989C2200E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1077412" y="3682793"/>
            <a:ext cx="4910638" cy="687600"/>
          </a:xfrm>
        </p:spPr>
        <p:txBody>
          <a:bodyPr rIns="108000"/>
          <a:lstStyle>
            <a:lvl1pPr marL="0" algn="l" defTabSz="914400" rtl="0" eaLnBrk="1" latinLnBrk="0" hangingPunct="1">
              <a:lnSpc>
                <a:spcPct val="120000"/>
              </a:lnSpc>
              <a:spcBef>
                <a:spcPct val="0"/>
              </a:spcBef>
              <a:buNone/>
              <a:defRPr lang="en-US" sz="1200" b="0" i="0" kern="1200" dirty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Text Placeholder 22">
            <a:extLst>
              <a:ext uri="{FF2B5EF4-FFF2-40B4-BE49-F238E27FC236}">
                <a16:creationId xmlns:a16="http://schemas.microsoft.com/office/drawing/2014/main" id="{8B28A51F-7A4D-0432-A413-F17616ABC40C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077971" y="4637020"/>
            <a:ext cx="4910175" cy="256394"/>
          </a:xfrm>
        </p:spPr>
        <p:txBody>
          <a:bodyPr rIns="108000"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Title here</a:t>
            </a:r>
            <a:endParaRPr lang="en-US"/>
          </a:p>
        </p:txBody>
      </p:sp>
      <p:sp>
        <p:nvSpPr>
          <p:cNvPr id="32" name="Text Placeholder 24">
            <a:extLst>
              <a:ext uri="{FF2B5EF4-FFF2-40B4-BE49-F238E27FC236}">
                <a16:creationId xmlns:a16="http://schemas.microsoft.com/office/drawing/2014/main" id="{40B90ED3-2AF3-6557-DEDB-F226C1F67491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1077412" y="5029275"/>
            <a:ext cx="4910638" cy="687600"/>
          </a:xfrm>
        </p:spPr>
        <p:txBody>
          <a:bodyPr rIns="108000"/>
          <a:lstStyle>
            <a:lvl1pPr marL="0" algn="l" defTabSz="914400" rtl="0" eaLnBrk="1" latinLnBrk="0" hangingPunct="1">
              <a:lnSpc>
                <a:spcPct val="120000"/>
              </a:lnSpc>
              <a:spcBef>
                <a:spcPct val="0"/>
              </a:spcBef>
              <a:buNone/>
              <a:defRPr lang="en-US" sz="1200" b="0" i="0" kern="1200" dirty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Freeform 33">
            <a:extLst>
              <a:ext uri="{FF2B5EF4-FFF2-40B4-BE49-F238E27FC236}">
                <a16:creationId xmlns:a16="http://schemas.microsoft.com/office/drawing/2014/main" id="{71B9B645-A9EB-1AA3-6ACA-3315C5441FE5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12191999" cy="6858000"/>
          </a:xfrm>
          <a:custGeom>
            <a:avLst/>
            <a:gdLst>
              <a:gd name="connsiteX0" fmla="*/ 6399839 w 12191999"/>
              <a:gd name="connsiteY0" fmla="*/ 0 h 6858000"/>
              <a:gd name="connsiteX1" fmla="*/ 12191999 w 12191999"/>
              <a:gd name="connsiteY1" fmla="*/ 0 h 6858000"/>
              <a:gd name="connsiteX2" fmla="*/ 12191999 w 12191999"/>
              <a:gd name="connsiteY2" fmla="*/ 6858000 h 6858000"/>
              <a:gd name="connsiteX3" fmla="*/ 6399839 w 12191999"/>
              <a:gd name="connsiteY3" fmla="*/ 6858000 h 6858000"/>
              <a:gd name="connsiteX4" fmla="*/ 0 w 12191999"/>
              <a:gd name="connsiteY4" fmla="*/ 0 h 6858000"/>
              <a:gd name="connsiteX5" fmla="*/ 488877 w 12191999"/>
              <a:gd name="connsiteY5" fmla="*/ 0 h 6858000"/>
              <a:gd name="connsiteX6" fmla="*/ 488877 w 12191999"/>
              <a:gd name="connsiteY6" fmla="*/ 6858000 h 6858000"/>
              <a:gd name="connsiteX7" fmla="*/ 0 w 12191999"/>
              <a:gd name="connsiteY7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191999" h="6858000">
                <a:moveTo>
                  <a:pt x="6399839" y="0"/>
                </a:moveTo>
                <a:lnTo>
                  <a:pt x="12191999" y="0"/>
                </a:lnTo>
                <a:lnTo>
                  <a:pt x="12191999" y="6858000"/>
                </a:lnTo>
                <a:lnTo>
                  <a:pt x="6399839" y="6858000"/>
                </a:lnTo>
                <a:close/>
                <a:moveTo>
                  <a:pt x="0" y="0"/>
                </a:moveTo>
                <a:lnTo>
                  <a:pt x="488877" y="0"/>
                </a:lnTo>
                <a:lnTo>
                  <a:pt x="488877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F0F0F5"/>
          </a:solidFill>
        </p:spPr>
        <p:txBody>
          <a:bodyPr wrap="square" anchor="ctr">
            <a:noAutofit/>
          </a:bodyPr>
          <a:lstStyle>
            <a:lvl1pPr marL="90000" indent="0" algn="r">
              <a:buNone/>
              <a:defRPr/>
            </a:lvl1pPr>
          </a:lstStyle>
          <a:p>
            <a:r>
              <a:rPr lang="en-US"/>
              <a:t>Click icon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310376043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ulleted 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33A4049-3B9D-CB45-E43B-E0A9AAB247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EFF3D0-6BED-D444-BEB4-872DDA21BA8D}" type="datetime1">
              <a:rPr lang="en-GB" smtClean="0"/>
              <a:t>02/10/2024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1236C78-74A4-36FB-38A4-6655849816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Powering the world of work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A28DA8-1A2A-96B9-0102-C36892E16A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31A8E9-B4CF-5643-AF96-CB4C768DAD63}" type="slidenum">
              <a:rPr lang="en-US" smtClean="0"/>
              <a:t>‹#›</a:t>
            </a:fld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342275B-32AD-4515-CFDB-A17EB9FC3CE6}"/>
              </a:ext>
            </a:extLst>
          </p:cNvPr>
          <p:cNvCxnSpPr>
            <a:cxnSpLocks/>
          </p:cNvCxnSpPr>
          <p:nvPr userDrawn="1"/>
        </p:nvCxnSpPr>
        <p:spPr>
          <a:xfrm>
            <a:off x="11498433" y="719138"/>
            <a:ext cx="0" cy="5418137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Rectangle 47">
            <a:extLst>
              <a:ext uri="{FF2B5EF4-FFF2-40B4-BE49-F238E27FC236}">
                <a16:creationId xmlns:a16="http://schemas.microsoft.com/office/drawing/2014/main" id="{618B5F02-6076-8D40-79FD-10AF47A46C20}"/>
              </a:ext>
            </a:extLst>
          </p:cNvPr>
          <p:cNvSpPr/>
          <p:nvPr userDrawn="1"/>
        </p:nvSpPr>
        <p:spPr>
          <a:xfrm>
            <a:off x="0" y="0"/>
            <a:ext cx="216000" cy="6858000"/>
          </a:xfrm>
          <a:prstGeom prst="rect">
            <a:avLst/>
          </a:prstGeom>
          <a:gradFill>
            <a:gsLst>
              <a:gs pos="0">
                <a:schemeClr val="tx2"/>
              </a:gs>
              <a:gs pos="4700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7ECB22F0-6D85-F8AE-E783-51377137A8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326" y="428400"/>
            <a:ext cx="10606321" cy="687600"/>
          </a:xfrm>
        </p:spPr>
        <p:txBody>
          <a:bodyPr anchor="t" anchorCtr="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5E05DFCF-753F-8AAE-BDF9-C4847038832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95325" y="1425600"/>
            <a:ext cx="10606321" cy="4703738"/>
          </a:xfrm>
        </p:spPr>
        <p:txBody>
          <a:bodyPr/>
          <a:lstStyle>
            <a:lvl1pPr>
              <a:lnSpc>
                <a:spcPct val="120000"/>
              </a:lnSpc>
              <a:defRPr/>
            </a:lvl1pPr>
            <a:lvl2pPr>
              <a:lnSpc>
                <a:spcPct val="120000"/>
              </a:lnSpc>
              <a:defRPr/>
            </a:lvl2pPr>
            <a:lvl3pPr>
              <a:lnSpc>
                <a:spcPct val="120000"/>
              </a:lnSpc>
              <a:defRPr/>
            </a:lvl3pPr>
            <a:lvl4pPr>
              <a:lnSpc>
                <a:spcPct val="120000"/>
              </a:lnSpc>
              <a:defRPr/>
            </a:lvl4pPr>
            <a:lvl5pPr>
              <a:lnSpc>
                <a:spcPct val="120000"/>
              </a:lnSpc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91007598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ulleted 2 Colum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33A4049-3B9D-CB45-E43B-E0A9AAB247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EFF3D0-6BED-D444-BEB4-872DDA21BA8D}" type="datetime1">
              <a:rPr lang="en-GB" smtClean="0"/>
              <a:t>02/10/2024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1236C78-74A4-36FB-38A4-6655849816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Powering the world of work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A28DA8-1A2A-96B9-0102-C36892E16A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31A8E9-B4CF-5643-AF96-CB4C768DAD63}" type="slidenum">
              <a:rPr lang="en-US" smtClean="0"/>
              <a:t>‹#›</a:t>
            </a:fld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342275B-32AD-4515-CFDB-A17EB9FC3CE6}"/>
              </a:ext>
            </a:extLst>
          </p:cNvPr>
          <p:cNvCxnSpPr>
            <a:cxnSpLocks/>
          </p:cNvCxnSpPr>
          <p:nvPr userDrawn="1"/>
        </p:nvCxnSpPr>
        <p:spPr>
          <a:xfrm>
            <a:off x="11498433" y="719138"/>
            <a:ext cx="0" cy="5418137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Rectangle 47">
            <a:extLst>
              <a:ext uri="{FF2B5EF4-FFF2-40B4-BE49-F238E27FC236}">
                <a16:creationId xmlns:a16="http://schemas.microsoft.com/office/drawing/2014/main" id="{618B5F02-6076-8D40-79FD-10AF47A46C20}"/>
              </a:ext>
            </a:extLst>
          </p:cNvPr>
          <p:cNvSpPr/>
          <p:nvPr userDrawn="1"/>
        </p:nvSpPr>
        <p:spPr>
          <a:xfrm>
            <a:off x="0" y="0"/>
            <a:ext cx="216000" cy="6858000"/>
          </a:xfrm>
          <a:prstGeom prst="rect">
            <a:avLst/>
          </a:prstGeom>
          <a:gradFill>
            <a:gsLst>
              <a:gs pos="0">
                <a:schemeClr val="tx2"/>
              </a:gs>
              <a:gs pos="4700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7ECB22F0-6D85-F8AE-E783-51377137A83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95327" y="428400"/>
            <a:ext cx="10606319" cy="687600"/>
          </a:xfrm>
        </p:spPr>
        <p:txBody>
          <a:bodyPr anchor="t" anchorCtr="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GB"/>
              <a:t>2 column layout </a:t>
            </a:r>
            <a:endParaRPr lang="en-US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BFBE95FB-3017-DADE-892F-13E7D40E0C72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94800" y="1425600"/>
            <a:ext cx="5292000" cy="4703763"/>
          </a:xfrm>
        </p:spPr>
        <p:txBody>
          <a:bodyPr rIns="14400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16" name="Content Placeholder 15">
            <a:extLst>
              <a:ext uri="{FF2B5EF4-FFF2-40B4-BE49-F238E27FC236}">
                <a16:creationId xmlns:a16="http://schemas.microsoft.com/office/drawing/2014/main" id="{4FE3A2E7-1F0F-EE32-54FC-483C1B486503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6181725" y="1425600"/>
            <a:ext cx="5292725" cy="4703762"/>
          </a:xfrm>
        </p:spPr>
        <p:txBody>
          <a:bodyPr rIns="14400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38017447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ulleted 3 Colum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33A4049-3B9D-CB45-E43B-E0A9AAB247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EFF3D0-6BED-D444-BEB4-872DDA21BA8D}" type="datetime1">
              <a:rPr lang="en-GB" smtClean="0"/>
              <a:t>02/10/2024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1236C78-74A4-36FB-38A4-6655849816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Powering the world of work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A28DA8-1A2A-96B9-0102-C36892E16A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31A8E9-B4CF-5643-AF96-CB4C768DAD63}" type="slidenum">
              <a:rPr lang="en-US" smtClean="0"/>
              <a:t>‹#›</a:t>
            </a:fld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342275B-32AD-4515-CFDB-A17EB9FC3CE6}"/>
              </a:ext>
            </a:extLst>
          </p:cNvPr>
          <p:cNvCxnSpPr>
            <a:cxnSpLocks/>
          </p:cNvCxnSpPr>
          <p:nvPr userDrawn="1"/>
        </p:nvCxnSpPr>
        <p:spPr>
          <a:xfrm>
            <a:off x="11498433" y="719138"/>
            <a:ext cx="0" cy="5418137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Rectangle 47">
            <a:extLst>
              <a:ext uri="{FF2B5EF4-FFF2-40B4-BE49-F238E27FC236}">
                <a16:creationId xmlns:a16="http://schemas.microsoft.com/office/drawing/2014/main" id="{618B5F02-6076-8D40-79FD-10AF47A46C20}"/>
              </a:ext>
            </a:extLst>
          </p:cNvPr>
          <p:cNvSpPr/>
          <p:nvPr userDrawn="1"/>
        </p:nvSpPr>
        <p:spPr>
          <a:xfrm>
            <a:off x="0" y="0"/>
            <a:ext cx="216000" cy="6858000"/>
          </a:xfrm>
          <a:prstGeom prst="rect">
            <a:avLst/>
          </a:prstGeom>
          <a:gradFill>
            <a:gsLst>
              <a:gs pos="0">
                <a:schemeClr val="tx2"/>
              </a:gs>
              <a:gs pos="4700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7ECB22F0-6D85-F8AE-E783-51377137A83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95327" y="428400"/>
            <a:ext cx="10606320" cy="687600"/>
          </a:xfrm>
        </p:spPr>
        <p:txBody>
          <a:bodyPr anchor="t" anchorCtr="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GB"/>
              <a:t>3 column layout</a:t>
            </a:r>
            <a:endParaRPr lang="en-US"/>
          </a:p>
        </p:txBody>
      </p:sp>
      <p:sp>
        <p:nvSpPr>
          <p:cNvPr id="20" name="Text Placeholder 21">
            <a:extLst>
              <a:ext uri="{FF2B5EF4-FFF2-40B4-BE49-F238E27FC236}">
                <a16:creationId xmlns:a16="http://schemas.microsoft.com/office/drawing/2014/main" id="{299BC757-1618-AA5B-E811-446151C537F9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704377" y="1412876"/>
            <a:ext cx="3392438" cy="549466"/>
          </a:xfrm>
        </p:spPr>
        <p:txBody>
          <a:bodyPr rIns="108000" anchor="b"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Item here</a:t>
            </a:r>
            <a:endParaRPr lang="en-US"/>
          </a:p>
        </p:txBody>
      </p:sp>
      <p:sp>
        <p:nvSpPr>
          <p:cNvPr id="5" name="Text Placeholder 21">
            <a:extLst>
              <a:ext uri="{FF2B5EF4-FFF2-40B4-BE49-F238E27FC236}">
                <a16:creationId xmlns:a16="http://schemas.microsoft.com/office/drawing/2014/main" id="{B7E141D0-D9B3-455C-EEDE-4DCE0B6CFF8C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4306793" y="1412876"/>
            <a:ext cx="3392438" cy="549466"/>
          </a:xfrm>
        </p:spPr>
        <p:txBody>
          <a:bodyPr rIns="108000" anchor="b"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Item here</a:t>
            </a:r>
            <a:endParaRPr lang="en-US"/>
          </a:p>
        </p:txBody>
      </p:sp>
      <p:sp>
        <p:nvSpPr>
          <p:cNvPr id="9" name="Text Placeholder 21">
            <a:extLst>
              <a:ext uri="{FF2B5EF4-FFF2-40B4-BE49-F238E27FC236}">
                <a16:creationId xmlns:a16="http://schemas.microsoft.com/office/drawing/2014/main" id="{63506340-35FC-C29C-ECA6-E18ACF788B77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7909209" y="1412876"/>
            <a:ext cx="3392438" cy="549466"/>
          </a:xfrm>
        </p:spPr>
        <p:txBody>
          <a:bodyPr rIns="108000" anchor="b"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Item here</a:t>
            </a:r>
            <a:endParaRPr lang="en-US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67A58C3F-4AF2-5203-B79A-85304ECE660D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693738" y="2120900"/>
            <a:ext cx="3403600" cy="4016375"/>
          </a:xfrm>
        </p:spPr>
        <p:txBody>
          <a:bodyPr rIns="108000"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D9D4218F-21E0-836D-1281-7B919D8FB3B9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4305600" y="2120900"/>
            <a:ext cx="3391200" cy="4010400"/>
          </a:xfrm>
        </p:spPr>
        <p:txBody>
          <a:bodyPr rIns="108000"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C48AC3CA-21D5-5DE9-5215-889DD6CCC3A9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7909200" y="2120400"/>
            <a:ext cx="3405600" cy="4010025"/>
          </a:xfrm>
        </p:spPr>
        <p:txBody>
          <a:bodyPr rIns="108000"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2608354996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ulleted 4 Colum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33A4049-3B9D-CB45-E43B-E0A9AAB247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EFF3D0-6BED-D444-BEB4-872DDA21BA8D}" type="datetime1">
              <a:rPr lang="en-GB" smtClean="0"/>
              <a:t>02/10/2024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1236C78-74A4-36FB-38A4-6655849816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Powering the world of work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A28DA8-1A2A-96B9-0102-C36892E16A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31A8E9-B4CF-5643-AF96-CB4C768DAD63}" type="slidenum">
              <a:rPr lang="en-US" smtClean="0"/>
              <a:t>‹#›</a:t>
            </a:fld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342275B-32AD-4515-CFDB-A17EB9FC3CE6}"/>
              </a:ext>
            </a:extLst>
          </p:cNvPr>
          <p:cNvCxnSpPr>
            <a:cxnSpLocks/>
          </p:cNvCxnSpPr>
          <p:nvPr userDrawn="1"/>
        </p:nvCxnSpPr>
        <p:spPr>
          <a:xfrm>
            <a:off x="11498433" y="719138"/>
            <a:ext cx="0" cy="5418137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Rectangle 47">
            <a:extLst>
              <a:ext uri="{FF2B5EF4-FFF2-40B4-BE49-F238E27FC236}">
                <a16:creationId xmlns:a16="http://schemas.microsoft.com/office/drawing/2014/main" id="{618B5F02-6076-8D40-79FD-10AF47A46C20}"/>
              </a:ext>
            </a:extLst>
          </p:cNvPr>
          <p:cNvSpPr/>
          <p:nvPr userDrawn="1"/>
        </p:nvSpPr>
        <p:spPr>
          <a:xfrm>
            <a:off x="0" y="0"/>
            <a:ext cx="216000" cy="6858000"/>
          </a:xfrm>
          <a:prstGeom prst="rect">
            <a:avLst/>
          </a:prstGeom>
          <a:gradFill>
            <a:gsLst>
              <a:gs pos="0">
                <a:schemeClr val="tx2"/>
              </a:gs>
              <a:gs pos="4700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7ECB22F0-6D85-F8AE-E783-51377137A83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95327" y="428400"/>
            <a:ext cx="10606320" cy="687600"/>
          </a:xfrm>
        </p:spPr>
        <p:txBody>
          <a:bodyPr anchor="t" anchorCtr="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GB"/>
              <a:t>4 column layout</a:t>
            </a:r>
            <a:endParaRPr lang="en-US"/>
          </a:p>
        </p:txBody>
      </p:sp>
      <p:sp>
        <p:nvSpPr>
          <p:cNvPr id="20" name="Text Placeholder 21">
            <a:extLst>
              <a:ext uri="{FF2B5EF4-FFF2-40B4-BE49-F238E27FC236}">
                <a16:creationId xmlns:a16="http://schemas.microsoft.com/office/drawing/2014/main" id="{299BC757-1618-AA5B-E811-446151C537F9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704378" y="1412875"/>
            <a:ext cx="2520000" cy="544679"/>
          </a:xfrm>
        </p:spPr>
        <p:txBody>
          <a:bodyPr rIns="108000" anchor="b"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18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Item here</a:t>
            </a:r>
            <a:endParaRPr lang="en-US"/>
          </a:p>
        </p:txBody>
      </p:sp>
      <p:sp>
        <p:nvSpPr>
          <p:cNvPr id="31" name="Text Placeholder 21">
            <a:extLst>
              <a:ext uri="{FF2B5EF4-FFF2-40B4-BE49-F238E27FC236}">
                <a16:creationId xmlns:a16="http://schemas.microsoft.com/office/drawing/2014/main" id="{408044AA-06B3-8EC5-025E-E0C370AA3F1B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3396801" y="1412875"/>
            <a:ext cx="2520000" cy="544679"/>
          </a:xfrm>
        </p:spPr>
        <p:txBody>
          <a:bodyPr rIns="108000" anchor="b"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18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Item here</a:t>
            </a:r>
            <a:endParaRPr lang="en-US"/>
          </a:p>
        </p:txBody>
      </p:sp>
      <p:sp>
        <p:nvSpPr>
          <p:cNvPr id="33" name="Text Placeholder 21">
            <a:extLst>
              <a:ext uri="{FF2B5EF4-FFF2-40B4-BE49-F238E27FC236}">
                <a16:creationId xmlns:a16="http://schemas.microsoft.com/office/drawing/2014/main" id="{6324656E-F595-8EF0-301D-E96ABD1BC781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6089224" y="1412875"/>
            <a:ext cx="2520000" cy="544679"/>
          </a:xfrm>
        </p:spPr>
        <p:txBody>
          <a:bodyPr rIns="108000" anchor="b"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18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Item here</a:t>
            </a:r>
            <a:endParaRPr lang="en-US"/>
          </a:p>
        </p:txBody>
      </p:sp>
      <p:sp>
        <p:nvSpPr>
          <p:cNvPr id="35" name="Text Placeholder 21">
            <a:extLst>
              <a:ext uri="{FF2B5EF4-FFF2-40B4-BE49-F238E27FC236}">
                <a16:creationId xmlns:a16="http://schemas.microsoft.com/office/drawing/2014/main" id="{ABE22CCF-2F3A-7BF7-D06A-98DA8FDF195D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8781647" y="1417662"/>
            <a:ext cx="2520000" cy="544679"/>
          </a:xfrm>
        </p:spPr>
        <p:txBody>
          <a:bodyPr rIns="108000" anchor="b"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18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Item here</a:t>
            </a:r>
            <a:endParaRPr lang="en-US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C25359EB-9A8A-74DE-9807-20FC1CFC6CDA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704850" y="2120900"/>
            <a:ext cx="2519363" cy="4010400"/>
          </a:xfrm>
        </p:spPr>
        <p:txBody>
          <a:bodyPr rIns="108000"/>
          <a:lstStyle>
            <a:lvl1pPr>
              <a:defRPr sz="1600"/>
            </a:lvl1pPr>
            <a:lvl2pPr>
              <a:defRPr sz="1400"/>
            </a:lvl2pPr>
            <a:lvl3pPr>
              <a:defRPr sz="1200"/>
            </a:lvl3pPr>
            <a:lvl4pPr>
              <a:defRPr sz="1100"/>
            </a:lvl4pPr>
            <a:lvl5pPr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BAF02570-AAC4-EB67-6803-AFEF5ADB1742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3397250" y="2120900"/>
            <a:ext cx="2519363" cy="4008438"/>
          </a:xfrm>
        </p:spPr>
        <p:txBody>
          <a:bodyPr rIns="108000"/>
          <a:lstStyle>
            <a:lvl1pPr>
              <a:defRPr sz="1600"/>
            </a:lvl1pPr>
            <a:lvl2pPr>
              <a:defRPr sz="1400"/>
            </a:lvl2pPr>
            <a:lvl3pPr>
              <a:defRPr sz="1200"/>
            </a:lvl3pPr>
            <a:lvl4pPr>
              <a:defRPr sz="1050"/>
            </a:lvl4pPr>
            <a:lvl5pPr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1ADF1DC0-C063-7FD0-F2DB-E264C6887974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6091200" y="2120900"/>
            <a:ext cx="2520000" cy="4008438"/>
          </a:xfrm>
        </p:spPr>
        <p:txBody>
          <a:bodyPr rIns="108000"/>
          <a:lstStyle>
            <a:lvl1pPr>
              <a:defRPr sz="1600"/>
            </a:lvl1pPr>
            <a:lvl2pPr>
              <a:defRPr sz="1400"/>
            </a:lvl2pPr>
            <a:lvl3pPr>
              <a:defRPr sz="1200"/>
            </a:lvl3pPr>
            <a:lvl4pPr>
              <a:defRPr sz="1050"/>
            </a:lvl4pPr>
            <a:lvl5pPr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E53BD47F-EE45-B3AF-33B4-9D794F8668D6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>
          <a:xfrm>
            <a:off x="8780400" y="2120900"/>
            <a:ext cx="2520000" cy="4008438"/>
          </a:xfrm>
        </p:spPr>
        <p:txBody>
          <a:bodyPr rIns="108000"/>
          <a:lstStyle>
            <a:lvl1pPr>
              <a:defRPr sz="1600"/>
            </a:lvl1pPr>
            <a:lvl2pPr>
              <a:defRPr sz="1400"/>
            </a:lvl2pPr>
            <a:lvl3pPr>
              <a:defRPr sz="1200"/>
            </a:lvl3pPr>
            <a:lvl4pPr>
              <a:defRPr sz="1050"/>
            </a:lvl4pPr>
            <a:lvl5pPr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3484214546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ulleted Quadrant 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33A4049-3B9D-CB45-E43B-E0A9AAB247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EFF3D0-6BED-D444-BEB4-872DDA21BA8D}" type="datetime1">
              <a:rPr lang="en-GB" smtClean="0"/>
              <a:t>02/10/2024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1236C78-74A4-36FB-38A4-6655849816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Powering the world of work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A28DA8-1A2A-96B9-0102-C36892E16A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31A8E9-B4CF-5643-AF96-CB4C768DAD63}" type="slidenum">
              <a:rPr lang="en-US" smtClean="0"/>
              <a:t>‹#›</a:t>
            </a:fld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342275B-32AD-4515-CFDB-A17EB9FC3CE6}"/>
              </a:ext>
            </a:extLst>
          </p:cNvPr>
          <p:cNvCxnSpPr>
            <a:cxnSpLocks/>
          </p:cNvCxnSpPr>
          <p:nvPr userDrawn="1"/>
        </p:nvCxnSpPr>
        <p:spPr>
          <a:xfrm>
            <a:off x="11498433" y="719138"/>
            <a:ext cx="0" cy="5418137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Rectangle 47">
            <a:extLst>
              <a:ext uri="{FF2B5EF4-FFF2-40B4-BE49-F238E27FC236}">
                <a16:creationId xmlns:a16="http://schemas.microsoft.com/office/drawing/2014/main" id="{618B5F02-6076-8D40-79FD-10AF47A46C20}"/>
              </a:ext>
            </a:extLst>
          </p:cNvPr>
          <p:cNvSpPr/>
          <p:nvPr userDrawn="1"/>
        </p:nvSpPr>
        <p:spPr>
          <a:xfrm>
            <a:off x="0" y="0"/>
            <a:ext cx="216000" cy="6858000"/>
          </a:xfrm>
          <a:prstGeom prst="rect">
            <a:avLst/>
          </a:prstGeom>
          <a:gradFill>
            <a:gsLst>
              <a:gs pos="0">
                <a:schemeClr val="tx2"/>
              </a:gs>
              <a:gs pos="4700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7ECB22F0-6D85-F8AE-E783-51377137A8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327" y="428400"/>
            <a:ext cx="10606317" cy="687600"/>
          </a:xfrm>
        </p:spPr>
        <p:txBody>
          <a:bodyPr anchor="t" anchorCtr="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FC17876D-F756-34ED-FE38-BD84C113B5B8}"/>
              </a:ext>
            </a:extLst>
          </p:cNvPr>
          <p:cNvCxnSpPr>
            <a:cxnSpLocks/>
          </p:cNvCxnSpPr>
          <p:nvPr userDrawn="1"/>
        </p:nvCxnSpPr>
        <p:spPr>
          <a:xfrm>
            <a:off x="694220" y="3762829"/>
            <a:ext cx="10666101" cy="0"/>
          </a:xfrm>
          <a:prstGeom prst="straightConnector1">
            <a:avLst/>
          </a:prstGeom>
          <a:ln w="12700">
            <a:solidFill>
              <a:schemeClr val="tx1">
                <a:lumMod val="25000"/>
                <a:lumOff val="75000"/>
              </a:schemeClr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82E65298-43BA-FFF3-327B-46CE2692E53C}"/>
              </a:ext>
            </a:extLst>
          </p:cNvPr>
          <p:cNvCxnSpPr>
            <a:cxnSpLocks/>
          </p:cNvCxnSpPr>
          <p:nvPr userDrawn="1"/>
        </p:nvCxnSpPr>
        <p:spPr>
          <a:xfrm flipV="1">
            <a:off x="5988050" y="1417662"/>
            <a:ext cx="0" cy="4711676"/>
          </a:xfrm>
          <a:prstGeom prst="straightConnector1">
            <a:avLst/>
          </a:prstGeom>
          <a:ln w="12700">
            <a:solidFill>
              <a:schemeClr val="tx1">
                <a:lumMod val="25000"/>
                <a:lumOff val="75000"/>
              </a:schemeClr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 Placeholder 21">
            <a:extLst>
              <a:ext uri="{FF2B5EF4-FFF2-40B4-BE49-F238E27FC236}">
                <a16:creationId xmlns:a16="http://schemas.microsoft.com/office/drawing/2014/main" id="{299BC757-1618-AA5B-E811-446151C537F9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704377" y="1417662"/>
            <a:ext cx="5121654" cy="317667"/>
          </a:xfrm>
        </p:spPr>
        <p:txBody>
          <a:bodyPr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Item here</a:t>
            </a:r>
            <a:endParaRPr lang="en-US"/>
          </a:p>
        </p:txBody>
      </p:sp>
      <p:sp>
        <p:nvSpPr>
          <p:cNvPr id="22" name="Text Placeholder 21">
            <a:extLst>
              <a:ext uri="{FF2B5EF4-FFF2-40B4-BE49-F238E27FC236}">
                <a16:creationId xmlns:a16="http://schemas.microsoft.com/office/drawing/2014/main" id="{6E240717-6CDE-B21A-B545-87AA56D83907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170400" y="1417662"/>
            <a:ext cx="5121654" cy="317667"/>
          </a:xfrm>
        </p:spPr>
        <p:txBody>
          <a:bodyPr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Item here</a:t>
            </a:r>
            <a:endParaRPr lang="en-US"/>
          </a:p>
        </p:txBody>
      </p:sp>
      <p:sp>
        <p:nvSpPr>
          <p:cNvPr id="24" name="Text Placeholder 21">
            <a:extLst>
              <a:ext uri="{FF2B5EF4-FFF2-40B4-BE49-F238E27FC236}">
                <a16:creationId xmlns:a16="http://schemas.microsoft.com/office/drawing/2014/main" id="{594E577C-B103-1B87-CEEE-02CFA31AC47C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704377" y="3956211"/>
            <a:ext cx="5121654" cy="317667"/>
          </a:xfrm>
        </p:spPr>
        <p:txBody>
          <a:bodyPr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Item here</a:t>
            </a:r>
            <a:endParaRPr lang="en-US"/>
          </a:p>
        </p:txBody>
      </p:sp>
      <p:sp>
        <p:nvSpPr>
          <p:cNvPr id="26" name="Text Placeholder 21">
            <a:extLst>
              <a:ext uri="{FF2B5EF4-FFF2-40B4-BE49-F238E27FC236}">
                <a16:creationId xmlns:a16="http://schemas.microsoft.com/office/drawing/2014/main" id="{FC45ADDA-AC55-0B94-398F-94F6B3B7DB97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169005" y="3956211"/>
            <a:ext cx="5121654" cy="317667"/>
          </a:xfrm>
        </p:spPr>
        <p:txBody>
          <a:bodyPr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Item here</a:t>
            </a:r>
            <a:endParaRPr lang="en-US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9F173DC7-07F3-ABA3-D297-B2C121C32F7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704850" y="1841500"/>
            <a:ext cx="5121275" cy="1717200"/>
          </a:xfrm>
        </p:spPr>
        <p:txBody>
          <a:bodyPr rIns="10800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6135DC4F-2FA0-7E50-CF62-9AFB6B3E217D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169025" y="1841500"/>
            <a:ext cx="5121275" cy="1717200"/>
          </a:xfrm>
        </p:spPr>
        <p:txBody>
          <a:bodyPr rIns="10800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93E6E024-9AF9-8E7F-A55A-8D12D291FDEB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705600" y="4381200"/>
            <a:ext cx="5122800" cy="1717200"/>
          </a:xfrm>
        </p:spPr>
        <p:txBody>
          <a:bodyPr rIns="10800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F4D3BF96-B778-BA87-9A0E-995A78533748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6169025" y="4381500"/>
            <a:ext cx="5122800" cy="1717200"/>
          </a:xfrm>
        </p:spPr>
        <p:txBody>
          <a:bodyPr rIns="10800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85984144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ulleted two tone dark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E64770CE-4A37-DDCA-3318-B14CC8879E3A}"/>
              </a:ext>
            </a:extLst>
          </p:cNvPr>
          <p:cNvSpPr/>
          <p:nvPr userDrawn="1"/>
        </p:nvSpPr>
        <p:spPr>
          <a:xfrm>
            <a:off x="-1" y="1"/>
            <a:ext cx="5503333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40000"/>
              </a:lnSpc>
            </a:pPr>
            <a:endParaRPr lang="en-US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33A4049-3B9D-CB45-E43B-E0A9AAB247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EFF3D0-6BED-D444-BEB4-872DDA21BA8D}" type="datetime1">
              <a:rPr lang="en-GB" smtClean="0"/>
              <a:t>02/10/2024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1236C78-74A4-36FB-38A4-6655849816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Powering the world of work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A28DA8-1A2A-96B9-0102-C36892E16A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31A8E9-B4CF-5643-AF96-CB4C768DAD63}" type="slidenum">
              <a:rPr lang="en-US" smtClean="0"/>
              <a:t>‹#›</a:t>
            </a:fld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342275B-32AD-4515-CFDB-A17EB9FC3CE6}"/>
              </a:ext>
            </a:extLst>
          </p:cNvPr>
          <p:cNvCxnSpPr>
            <a:cxnSpLocks/>
          </p:cNvCxnSpPr>
          <p:nvPr userDrawn="1"/>
        </p:nvCxnSpPr>
        <p:spPr>
          <a:xfrm>
            <a:off x="11498433" y="719138"/>
            <a:ext cx="0" cy="5418137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Rectangle 47">
            <a:extLst>
              <a:ext uri="{FF2B5EF4-FFF2-40B4-BE49-F238E27FC236}">
                <a16:creationId xmlns:a16="http://schemas.microsoft.com/office/drawing/2014/main" id="{618B5F02-6076-8D40-79FD-10AF47A46C20}"/>
              </a:ext>
            </a:extLst>
          </p:cNvPr>
          <p:cNvSpPr/>
          <p:nvPr userDrawn="1"/>
        </p:nvSpPr>
        <p:spPr>
          <a:xfrm>
            <a:off x="0" y="0"/>
            <a:ext cx="216000" cy="6858000"/>
          </a:xfrm>
          <a:prstGeom prst="rect">
            <a:avLst/>
          </a:prstGeom>
          <a:gradFill>
            <a:gsLst>
              <a:gs pos="0">
                <a:schemeClr val="tx2"/>
              </a:gs>
              <a:gs pos="4700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7ECB22F0-6D85-F8AE-E783-51377137A8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327" y="428400"/>
            <a:ext cx="4389140" cy="737967"/>
          </a:xfrm>
        </p:spPr>
        <p:txBody>
          <a:bodyPr anchor="t" anchorCtr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8120594D-471E-6091-2CE8-7CAA03BE48A8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181200" y="1846769"/>
            <a:ext cx="5313600" cy="3898760"/>
          </a:xfrm>
        </p:spPr>
        <p:txBody>
          <a:bodyPr rIns="108000">
            <a:normAutofit/>
          </a:bodyPr>
          <a:lstStyle>
            <a:lvl1pPr>
              <a:lnSpc>
                <a:spcPct val="120000"/>
              </a:lnSpc>
              <a:defRPr/>
            </a:lvl1pPr>
            <a:lvl2pPr>
              <a:lnSpc>
                <a:spcPct val="120000"/>
              </a:lnSpc>
              <a:defRPr/>
            </a:lvl2pPr>
            <a:lvl3pPr>
              <a:lnSpc>
                <a:spcPct val="120000"/>
              </a:lnSpc>
              <a:defRPr/>
            </a:lvl3pPr>
            <a:lvl4pPr>
              <a:lnSpc>
                <a:spcPct val="120000"/>
              </a:lnSpc>
              <a:defRPr/>
            </a:lvl4pPr>
            <a:lvl5pPr>
              <a:lnSpc>
                <a:spcPct val="120000"/>
              </a:lnSpc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D4B8BE9B-B09F-B81C-1246-3D4ACFA4BD8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93567" y="1846769"/>
            <a:ext cx="4389140" cy="3898760"/>
          </a:xfrm>
        </p:spPr>
        <p:txBody>
          <a:bodyPr>
            <a:normAutofit/>
          </a:bodyPr>
          <a:lstStyle>
            <a:lvl1pPr>
              <a:lnSpc>
                <a:spcPct val="120000"/>
              </a:lnSpc>
              <a:defRPr>
                <a:solidFill>
                  <a:schemeClr val="tx1">
                    <a:lumMod val="10000"/>
                    <a:lumOff val="90000"/>
                  </a:schemeClr>
                </a:solidFill>
              </a:defRPr>
            </a:lvl1pPr>
            <a:lvl2pPr>
              <a:lnSpc>
                <a:spcPct val="120000"/>
              </a:lnSpc>
              <a:defRPr>
                <a:solidFill>
                  <a:schemeClr val="tx1">
                    <a:lumMod val="10000"/>
                    <a:lumOff val="90000"/>
                  </a:schemeClr>
                </a:solidFill>
              </a:defRPr>
            </a:lvl2pPr>
            <a:lvl3pPr>
              <a:lnSpc>
                <a:spcPct val="120000"/>
              </a:lnSpc>
              <a:buClr>
                <a:schemeClr val="bg1"/>
              </a:buClr>
              <a:defRPr>
                <a:solidFill>
                  <a:schemeClr val="tx1">
                    <a:lumMod val="10000"/>
                    <a:lumOff val="90000"/>
                  </a:schemeClr>
                </a:solidFill>
              </a:defRPr>
            </a:lvl3pPr>
            <a:lvl4pPr>
              <a:lnSpc>
                <a:spcPct val="120000"/>
              </a:lnSpc>
              <a:defRPr>
                <a:solidFill>
                  <a:schemeClr val="tx1">
                    <a:lumMod val="10000"/>
                    <a:lumOff val="90000"/>
                  </a:schemeClr>
                </a:solidFill>
              </a:defRPr>
            </a:lvl4pPr>
            <a:lvl5pPr>
              <a:lnSpc>
                <a:spcPct val="120000"/>
              </a:lnSpc>
              <a:buClr>
                <a:schemeClr val="bg1"/>
              </a:buClr>
              <a:defRPr>
                <a:solidFill>
                  <a:schemeClr val="tx1">
                    <a:lumMod val="10000"/>
                    <a:lumOff val="90000"/>
                  </a:schemeClr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680813665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ulleted two tone grey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E64770CE-4A37-DDCA-3318-B14CC8879E3A}"/>
              </a:ext>
            </a:extLst>
          </p:cNvPr>
          <p:cNvSpPr/>
          <p:nvPr userDrawn="1"/>
        </p:nvSpPr>
        <p:spPr>
          <a:xfrm>
            <a:off x="-1" y="1"/>
            <a:ext cx="5503333" cy="6858000"/>
          </a:xfrm>
          <a:prstGeom prst="rect">
            <a:avLst/>
          </a:prstGeom>
          <a:solidFill>
            <a:srgbClr val="F0F0F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33A4049-3B9D-CB45-E43B-E0A9AAB247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EFF3D0-6BED-D444-BEB4-872DDA21BA8D}" type="datetime1">
              <a:rPr lang="en-GB" smtClean="0"/>
              <a:t>02/10/2024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1236C78-74A4-36FB-38A4-6655849816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Powering the world of work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A28DA8-1A2A-96B9-0102-C36892E16A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31A8E9-B4CF-5643-AF96-CB4C768DAD63}" type="slidenum">
              <a:rPr lang="en-US" smtClean="0"/>
              <a:t>‹#›</a:t>
            </a:fld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342275B-32AD-4515-CFDB-A17EB9FC3CE6}"/>
              </a:ext>
            </a:extLst>
          </p:cNvPr>
          <p:cNvCxnSpPr>
            <a:cxnSpLocks/>
          </p:cNvCxnSpPr>
          <p:nvPr userDrawn="1"/>
        </p:nvCxnSpPr>
        <p:spPr>
          <a:xfrm>
            <a:off x="11498433" y="719138"/>
            <a:ext cx="0" cy="5418137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Rectangle 47">
            <a:extLst>
              <a:ext uri="{FF2B5EF4-FFF2-40B4-BE49-F238E27FC236}">
                <a16:creationId xmlns:a16="http://schemas.microsoft.com/office/drawing/2014/main" id="{618B5F02-6076-8D40-79FD-10AF47A46C20}"/>
              </a:ext>
            </a:extLst>
          </p:cNvPr>
          <p:cNvSpPr/>
          <p:nvPr userDrawn="1"/>
        </p:nvSpPr>
        <p:spPr>
          <a:xfrm>
            <a:off x="0" y="0"/>
            <a:ext cx="216000" cy="6858000"/>
          </a:xfrm>
          <a:prstGeom prst="rect">
            <a:avLst/>
          </a:prstGeom>
          <a:gradFill>
            <a:gsLst>
              <a:gs pos="0">
                <a:schemeClr val="tx2"/>
              </a:gs>
              <a:gs pos="4700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7ECB22F0-6D85-F8AE-E783-51377137A8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327" y="428400"/>
            <a:ext cx="4389140" cy="737967"/>
          </a:xfrm>
        </p:spPr>
        <p:txBody>
          <a:bodyPr anchor="t" anchorCtr="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8120594D-471E-6091-2CE8-7CAA03BE48A8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182226" y="1846769"/>
            <a:ext cx="5314446" cy="3898760"/>
          </a:xfrm>
        </p:spPr>
        <p:txBody>
          <a:bodyPr rIns="108000">
            <a:normAutofit/>
          </a:bodyPr>
          <a:lstStyle>
            <a:lvl1pPr>
              <a:lnSpc>
                <a:spcPct val="120000"/>
              </a:lnSpc>
              <a:defRPr/>
            </a:lvl1pPr>
            <a:lvl2pPr>
              <a:lnSpc>
                <a:spcPct val="120000"/>
              </a:lnSpc>
              <a:defRPr/>
            </a:lvl2pPr>
            <a:lvl3pPr>
              <a:lnSpc>
                <a:spcPct val="120000"/>
              </a:lnSpc>
              <a:defRPr/>
            </a:lvl3pPr>
            <a:lvl4pPr>
              <a:lnSpc>
                <a:spcPct val="120000"/>
              </a:lnSpc>
              <a:defRPr/>
            </a:lvl4pPr>
            <a:lvl5pPr>
              <a:lnSpc>
                <a:spcPct val="120000"/>
              </a:lnSpc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Text Placeholder 14">
            <a:extLst>
              <a:ext uri="{FF2B5EF4-FFF2-40B4-BE49-F238E27FC236}">
                <a16:creationId xmlns:a16="http://schemas.microsoft.com/office/drawing/2014/main" id="{88F1D0C3-E345-DA1A-3668-DE9F8B01367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91804" y="1846769"/>
            <a:ext cx="4389140" cy="3898758"/>
          </a:xfrm>
        </p:spPr>
        <p:txBody>
          <a:bodyPr>
            <a:normAutofit/>
          </a:bodyPr>
          <a:lstStyle>
            <a:lvl1pPr>
              <a:lnSpc>
                <a:spcPct val="120000"/>
              </a:lnSpc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lnSpc>
                <a:spcPct val="120000"/>
              </a:lnSpc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lnSpc>
                <a:spcPct val="120000"/>
              </a:lnSpc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lnSpc>
                <a:spcPct val="120000"/>
              </a:lnSpc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lnSpc>
                <a:spcPct val="120000"/>
              </a:lnSpc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700469796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ulleted list two tone dark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E64770CE-4A37-DDCA-3318-B14CC8879E3A}"/>
              </a:ext>
            </a:extLst>
          </p:cNvPr>
          <p:cNvSpPr/>
          <p:nvPr userDrawn="1"/>
        </p:nvSpPr>
        <p:spPr>
          <a:xfrm>
            <a:off x="-1" y="1"/>
            <a:ext cx="5503333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33A4049-3B9D-CB45-E43B-E0A9AAB247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EFF3D0-6BED-D444-BEB4-872DDA21BA8D}" type="datetime1">
              <a:rPr lang="en-GB" smtClean="0"/>
              <a:t>02/10/2024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1236C78-74A4-36FB-38A4-6655849816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Powering the world of work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A28DA8-1A2A-96B9-0102-C36892E16A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31A8E9-B4CF-5643-AF96-CB4C768DAD63}" type="slidenum">
              <a:rPr lang="en-US" smtClean="0"/>
              <a:t>‹#›</a:t>
            </a:fld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342275B-32AD-4515-CFDB-A17EB9FC3CE6}"/>
              </a:ext>
            </a:extLst>
          </p:cNvPr>
          <p:cNvCxnSpPr>
            <a:cxnSpLocks/>
          </p:cNvCxnSpPr>
          <p:nvPr userDrawn="1"/>
        </p:nvCxnSpPr>
        <p:spPr>
          <a:xfrm>
            <a:off x="11498433" y="719138"/>
            <a:ext cx="0" cy="5418137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Rectangle 47">
            <a:extLst>
              <a:ext uri="{FF2B5EF4-FFF2-40B4-BE49-F238E27FC236}">
                <a16:creationId xmlns:a16="http://schemas.microsoft.com/office/drawing/2014/main" id="{618B5F02-6076-8D40-79FD-10AF47A46C20}"/>
              </a:ext>
            </a:extLst>
          </p:cNvPr>
          <p:cNvSpPr/>
          <p:nvPr userDrawn="1"/>
        </p:nvSpPr>
        <p:spPr>
          <a:xfrm>
            <a:off x="0" y="0"/>
            <a:ext cx="216000" cy="6858000"/>
          </a:xfrm>
          <a:prstGeom prst="rect">
            <a:avLst/>
          </a:prstGeom>
          <a:gradFill>
            <a:gsLst>
              <a:gs pos="0">
                <a:schemeClr val="tx2"/>
              </a:gs>
              <a:gs pos="4700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7ECB22F0-6D85-F8AE-E783-51377137A8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327" y="428400"/>
            <a:ext cx="4389140" cy="737967"/>
          </a:xfrm>
        </p:spPr>
        <p:txBody>
          <a:bodyPr anchor="t" anchorCtr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D4B8BE9B-B09F-B81C-1246-3D4ACFA4BD8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93567" y="1851473"/>
            <a:ext cx="4389140" cy="3898760"/>
          </a:xfrm>
        </p:spPr>
        <p:txBody>
          <a:bodyPr>
            <a:normAutofit/>
          </a:bodyPr>
          <a:lstStyle>
            <a:lvl1pPr>
              <a:lnSpc>
                <a:spcPct val="120000"/>
              </a:lnSpc>
              <a:defRPr>
                <a:solidFill>
                  <a:schemeClr val="tx1">
                    <a:lumMod val="10000"/>
                    <a:lumOff val="90000"/>
                  </a:schemeClr>
                </a:solidFill>
              </a:defRPr>
            </a:lvl1pPr>
            <a:lvl2pPr>
              <a:lnSpc>
                <a:spcPct val="120000"/>
              </a:lnSpc>
              <a:defRPr>
                <a:solidFill>
                  <a:schemeClr val="tx1">
                    <a:lumMod val="10000"/>
                    <a:lumOff val="90000"/>
                  </a:schemeClr>
                </a:solidFill>
              </a:defRPr>
            </a:lvl2pPr>
            <a:lvl3pPr>
              <a:lnSpc>
                <a:spcPct val="120000"/>
              </a:lnSpc>
              <a:buClr>
                <a:schemeClr val="bg1"/>
              </a:buClr>
              <a:defRPr>
                <a:solidFill>
                  <a:schemeClr val="tx1">
                    <a:lumMod val="10000"/>
                    <a:lumOff val="90000"/>
                  </a:schemeClr>
                </a:solidFill>
              </a:defRPr>
            </a:lvl3pPr>
            <a:lvl4pPr>
              <a:lnSpc>
                <a:spcPct val="120000"/>
              </a:lnSpc>
              <a:defRPr>
                <a:solidFill>
                  <a:schemeClr val="tx1">
                    <a:lumMod val="10000"/>
                    <a:lumOff val="90000"/>
                  </a:schemeClr>
                </a:solidFill>
              </a:defRPr>
            </a:lvl4pPr>
            <a:lvl5pPr>
              <a:lnSpc>
                <a:spcPct val="120000"/>
              </a:lnSpc>
              <a:buClr>
                <a:srgbClr val="FFFFFF"/>
              </a:buClr>
              <a:defRPr>
                <a:solidFill>
                  <a:schemeClr val="tx1">
                    <a:lumMod val="10000"/>
                    <a:lumOff val="90000"/>
                  </a:schemeClr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ext Placeholder 22">
            <a:extLst>
              <a:ext uri="{FF2B5EF4-FFF2-40B4-BE49-F238E27FC236}">
                <a16:creationId xmlns:a16="http://schemas.microsoft.com/office/drawing/2014/main" id="{41C8889A-6528-B848-1329-A7980A7003B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182727" y="1851473"/>
            <a:ext cx="5119437" cy="256394"/>
          </a:xfrm>
        </p:spPr>
        <p:txBody>
          <a:bodyPr rIns="108000"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Title here</a:t>
            </a:r>
            <a:endParaRPr lang="en-US"/>
          </a:p>
        </p:txBody>
      </p:sp>
      <p:sp>
        <p:nvSpPr>
          <p:cNvPr id="10" name="Text Placeholder 24">
            <a:extLst>
              <a:ext uri="{FF2B5EF4-FFF2-40B4-BE49-F238E27FC236}">
                <a16:creationId xmlns:a16="http://schemas.microsoft.com/office/drawing/2014/main" id="{1C738329-0758-27D3-3984-08F17C14C43B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182226" y="2243728"/>
            <a:ext cx="5119920" cy="687600"/>
          </a:xfrm>
        </p:spPr>
        <p:txBody>
          <a:bodyPr rIns="108000"/>
          <a:lstStyle>
            <a:lvl1pPr marL="0" algn="l" defTabSz="914400" rtl="0" eaLnBrk="1" latinLnBrk="0" hangingPunct="1">
              <a:lnSpc>
                <a:spcPct val="120000"/>
              </a:lnSpc>
              <a:spcBef>
                <a:spcPct val="0"/>
              </a:spcBef>
              <a:buNone/>
              <a:defRPr lang="en-US" sz="1200" b="0" i="0" kern="1200" dirty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22">
            <a:extLst>
              <a:ext uri="{FF2B5EF4-FFF2-40B4-BE49-F238E27FC236}">
                <a16:creationId xmlns:a16="http://schemas.microsoft.com/office/drawing/2014/main" id="{0A6D7031-04A0-C6B3-BB14-64B090A80F5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182727" y="3197955"/>
            <a:ext cx="5119437" cy="256394"/>
          </a:xfrm>
        </p:spPr>
        <p:txBody>
          <a:bodyPr rIns="108000"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Title here</a:t>
            </a:r>
            <a:endParaRPr lang="en-US"/>
          </a:p>
        </p:txBody>
      </p:sp>
      <p:sp>
        <p:nvSpPr>
          <p:cNvPr id="12" name="Text Placeholder 24">
            <a:extLst>
              <a:ext uri="{FF2B5EF4-FFF2-40B4-BE49-F238E27FC236}">
                <a16:creationId xmlns:a16="http://schemas.microsoft.com/office/drawing/2014/main" id="{CE2392C5-6868-9156-A256-9EE4ED9B0416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182226" y="3590210"/>
            <a:ext cx="5119920" cy="687600"/>
          </a:xfrm>
        </p:spPr>
        <p:txBody>
          <a:bodyPr rIns="108000"/>
          <a:lstStyle>
            <a:lvl1pPr marL="0" algn="l" defTabSz="914400" rtl="0" eaLnBrk="1" latinLnBrk="0" hangingPunct="1">
              <a:lnSpc>
                <a:spcPct val="120000"/>
              </a:lnSpc>
              <a:spcBef>
                <a:spcPct val="0"/>
              </a:spcBef>
              <a:buNone/>
              <a:defRPr lang="en-US" sz="1200" b="0" i="0" kern="1200" dirty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22">
            <a:extLst>
              <a:ext uri="{FF2B5EF4-FFF2-40B4-BE49-F238E27FC236}">
                <a16:creationId xmlns:a16="http://schemas.microsoft.com/office/drawing/2014/main" id="{4A3C6B70-1CE8-60B1-9654-5BFD810229A4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182727" y="4544437"/>
            <a:ext cx="5119437" cy="256394"/>
          </a:xfrm>
        </p:spPr>
        <p:txBody>
          <a:bodyPr rIns="108000"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Title here</a:t>
            </a:r>
            <a:endParaRPr lang="en-US"/>
          </a:p>
        </p:txBody>
      </p:sp>
      <p:sp>
        <p:nvSpPr>
          <p:cNvPr id="16" name="Text Placeholder 24">
            <a:extLst>
              <a:ext uri="{FF2B5EF4-FFF2-40B4-BE49-F238E27FC236}">
                <a16:creationId xmlns:a16="http://schemas.microsoft.com/office/drawing/2014/main" id="{CEB5BE14-4E0F-DE49-3AC8-CE8ECC9D0224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182226" y="4936692"/>
            <a:ext cx="5119920" cy="687600"/>
          </a:xfrm>
        </p:spPr>
        <p:txBody>
          <a:bodyPr rIns="108000"/>
          <a:lstStyle>
            <a:lvl1pPr marL="0" algn="l" defTabSz="914400" rtl="0" eaLnBrk="1" latinLnBrk="0" hangingPunct="1">
              <a:lnSpc>
                <a:spcPct val="120000"/>
              </a:lnSpc>
              <a:spcBef>
                <a:spcPct val="0"/>
              </a:spcBef>
              <a:buNone/>
              <a:defRPr lang="en-US" sz="1200" b="0" i="0" kern="1200" dirty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865916201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ulleted list two tone grey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E64770CE-4A37-DDCA-3318-B14CC8879E3A}"/>
              </a:ext>
            </a:extLst>
          </p:cNvPr>
          <p:cNvSpPr/>
          <p:nvPr userDrawn="1"/>
        </p:nvSpPr>
        <p:spPr>
          <a:xfrm>
            <a:off x="-1" y="1"/>
            <a:ext cx="5503333" cy="6858000"/>
          </a:xfrm>
          <a:prstGeom prst="rect">
            <a:avLst/>
          </a:prstGeom>
          <a:solidFill>
            <a:srgbClr val="F0F0F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33A4049-3B9D-CB45-E43B-E0A9AAB247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EFF3D0-6BED-D444-BEB4-872DDA21BA8D}" type="datetime1">
              <a:rPr lang="en-GB" smtClean="0"/>
              <a:t>02/10/2024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1236C78-74A4-36FB-38A4-6655849816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Powering the world of work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A28DA8-1A2A-96B9-0102-C36892E16A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31A8E9-B4CF-5643-AF96-CB4C768DAD63}" type="slidenum">
              <a:rPr lang="en-US" smtClean="0"/>
              <a:t>‹#›</a:t>
            </a:fld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342275B-32AD-4515-CFDB-A17EB9FC3CE6}"/>
              </a:ext>
            </a:extLst>
          </p:cNvPr>
          <p:cNvCxnSpPr>
            <a:cxnSpLocks/>
          </p:cNvCxnSpPr>
          <p:nvPr userDrawn="1"/>
        </p:nvCxnSpPr>
        <p:spPr>
          <a:xfrm>
            <a:off x="11498433" y="719138"/>
            <a:ext cx="0" cy="5418137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Rectangle 47">
            <a:extLst>
              <a:ext uri="{FF2B5EF4-FFF2-40B4-BE49-F238E27FC236}">
                <a16:creationId xmlns:a16="http://schemas.microsoft.com/office/drawing/2014/main" id="{618B5F02-6076-8D40-79FD-10AF47A46C20}"/>
              </a:ext>
            </a:extLst>
          </p:cNvPr>
          <p:cNvSpPr/>
          <p:nvPr userDrawn="1"/>
        </p:nvSpPr>
        <p:spPr>
          <a:xfrm>
            <a:off x="0" y="0"/>
            <a:ext cx="216000" cy="6858000"/>
          </a:xfrm>
          <a:prstGeom prst="rect">
            <a:avLst/>
          </a:prstGeom>
          <a:gradFill>
            <a:gsLst>
              <a:gs pos="0">
                <a:schemeClr val="tx2"/>
              </a:gs>
              <a:gs pos="4700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7ECB22F0-6D85-F8AE-E783-51377137A8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327" y="428400"/>
            <a:ext cx="4389140" cy="737967"/>
          </a:xfrm>
        </p:spPr>
        <p:txBody>
          <a:bodyPr anchor="t" anchorCtr="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D4B8BE9B-B09F-B81C-1246-3D4ACFA4BD8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93567" y="1851473"/>
            <a:ext cx="4389140" cy="3898760"/>
          </a:xfrm>
        </p:spPr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ext Placeholder 22">
            <a:extLst>
              <a:ext uri="{FF2B5EF4-FFF2-40B4-BE49-F238E27FC236}">
                <a16:creationId xmlns:a16="http://schemas.microsoft.com/office/drawing/2014/main" id="{41C8889A-6528-B848-1329-A7980A7003B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182727" y="1851473"/>
            <a:ext cx="5119437" cy="256394"/>
          </a:xfrm>
        </p:spPr>
        <p:txBody>
          <a:bodyPr rIns="108000"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Title here</a:t>
            </a:r>
            <a:endParaRPr lang="en-US"/>
          </a:p>
        </p:txBody>
      </p:sp>
      <p:sp>
        <p:nvSpPr>
          <p:cNvPr id="10" name="Text Placeholder 24">
            <a:extLst>
              <a:ext uri="{FF2B5EF4-FFF2-40B4-BE49-F238E27FC236}">
                <a16:creationId xmlns:a16="http://schemas.microsoft.com/office/drawing/2014/main" id="{1C738329-0758-27D3-3984-08F17C14C43B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182226" y="2243728"/>
            <a:ext cx="5119920" cy="687600"/>
          </a:xfrm>
        </p:spPr>
        <p:txBody>
          <a:bodyPr rIns="108000"/>
          <a:lstStyle>
            <a:lvl1pPr marL="0" algn="l" defTabSz="914400" rtl="0" eaLnBrk="1" latinLnBrk="0" hangingPunct="1">
              <a:lnSpc>
                <a:spcPct val="120000"/>
              </a:lnSpc>
              <a:spcBef>
                <a:spcPct val="0"/>
              </a:spcBef>
              <a:buNone/>
              <a:defRPr lang="en-US" sz="1200" b="0" i="0" kern="1200" dirty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22">
            <a:extLst>
              <a:ext uri="{FF2B5EF4-FFF2-40B4-BE49-F238E27FC236}">
                <a16:creationId xmlns:a16="http://schemas.microsoft.com/office/drawing/2014/main" id="{0A6D7031-04A0-C6B3-BB14-64B090A80F5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182727" y="3197955"/>
            <a:ext cx="5119437" cy="256394"/>
          </a:xfrm>
        </p:spPr>
        <p:txBody>
          <a:bodyPr rIns="108000"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Title here</a:t>
            </a:r>
            <a:endParaRPr lang="en-US"/>
          </a:p>
        </p:txBody>
      </p:sp>
      <p:sp>
        <p:nvSpPr>
          <p:cNvPr id="12" name="Text Placeholder 24">
            <a:extLst>
              <a:ext uri="{FF2B5EF4-FFF2-40B4-BE49-F238E27FC236}">
                <a16:creationId xmlns:a16="http://schemas.microsoft.com/office/drawing/2014/main" id="{CE2392C5-6868-9156-A256-9EE4ED9B0416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182226" y="3590210"/>
            <a:ext cx="5119920" cy="687600"/>
          </a:xfrm>
        </p:spPr>
        <p:txBody>
          <a:bodyPr rIns="108000"/>
          <a:lstStyle>
            <a:lvl1pPr marL="0" algn="l" defTabSz="914400" rtl="0" eaLnBrk="1" latinLnBrk="0" hangingPunct="1">
              <a:lnSpc>
                <a:spcPct val="120000"/>
              </a:lnSpc>
              <a:spcBef>
                <a:spcPct val="0"/>
              </a:spcBef>
              <a:buNone/>
              <a:defRPr lang="en-US" sz="1200" b="0" i="0" kern="1200" dirty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22">
            <a:extLst>
              <a:ext uri="{FF2B5EF4-FFF2-40B4-BE49-F238E27FC236}">
                <a16:creationId xmlns:a16="http://schemas.microsoft.com/office/drawing/2014/main" id="{4A3C6B70-1CE8-60B1-9654-5BFD810229A4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182727" y="4544437"/>
            <a:ext cx="5119437" cy="256394"/>
          </a:xfrm>
        </p:spPr>
        <p:txBody>
          <a:bodyPr rIns="108000"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Title here</a:t>
            </a:r>
            <a:endParaRPr lang="en-US"/>
          </a:p>
        </p:txBody>
      </p:sp>
      <p:sp>
        <p:nvSpPr>
          <p:cNvPr id="16" name="Text Placeholder 24">
            <a:extLst>
              <a:ext uri="{FF2B5EF4-FFF2-40B4-BE49-F238E27FC236}">
                <a16:creationId xmlns:a16="http://schemas.microsoft.com/office/drawing/2014/main" id="{CEB5BE14-4E0F-DE49-3AC8-CE8ECC9D0224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182226" y="4936692"/>
            <a:ext cx="5119920" cy="687600"/>
          </a:xfrm>
        </p:spPr>
        <p:txBody>
          <a:bodyPr rIns="108000"/>
          <a:lstStyle>
            <a:lvl1pPr marL="0" algn="l" defTabSz="914400" rtl="0" eaLnBrk="1" latinLnBrk="0" hangingPunct="1">
              <a:lnSpc>
                <a:spcPct val="120000"/>
              </a:lnSpc>
              <a:spcBef>
                <a:spcPct val="0"/>
              </a:spcBef>
              <a:buNone/>
              <a:defRPr lang="en-US" sz="1200" b="0" i="0" kern="1200" dirty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4062611395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ulleted panel grey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A2F335D6-6758-9CBA-100D-E8E3431A6C8D}"/>
              </a:ext>
            </a:extLst>
          </p:cNvPr>
          <p:cNvSpPr/>
          <p:nvPr userDrawn="1"/>
        </p:nvSpPr>
        <p:spPr>
          <a:xfrm>
            <a:off x="695325" y="728662"/>
            <a:ext cx="4933315" cy="5400675"/>
          </a:xfrm>
          <a:prstGeom prst="roundRect">
            <a:avLst>
              <a:gd name="adj" fmla="val 5926"/>
            </a:avLst>
          </a:prstGeom>
          <a:solidFill>
            <a:srgbClr val="F0F0F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33A4049-3B9D-CB45-E43B-E0A9AAB247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EFF3D0-6BED-D444-BEB4-872DDA21BA8D}" type="datetime1">
              <a:rPr lang="en-GB" smtClean="0"/>
              <a:t>02/10/2024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1236C78-74A4-36FB-38A4-6655849816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Powering the world of work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A28DA8-1A2A-96B9-0102-C36892E16A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31A8E9-B4CF-5643-AF96-CB4C768DAD63}" type="slidenum">
              <a:rPr lang="en-US" smtClean="0"/>
              <a:t>‹#›</a:t>
            </a:fld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342275B-32AD-4515-CFDB-A17EB9FC3CE6}"/>
              </a:ext>
            </a:extLst>
          </p:cNvPr>
          <p:cNvCxnSpPr>
            <a:cxnSpLocks/>
          </p:cNvCxnSpPr>
          <p:nvPr userDrawn="1"/>
        </p:nvCxnSpPr>
        <p:spPr>
          <a:xfrm>
            <a:off x="11498433" y="719138"/>
            <a:ext cx="0" cy="5418137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Rectangle 47">
            <a:extLst>
              <a:ext uri="{FF2B5EF4-FFF2-40B4-BE49-F238E27FC236}">
                <a16:creationId xmlns:a16="http://schemas.microsoft.com/office/drawing/2014/main" id="{618B5F02-6076-8D40-79FD-10AF47A46C20}"/>
              </a:ext>
            </a:extLst>
          </p:cNvPr>
          <p:cNvSpPr/>
          <p:nvPr userDrawn="1"/>
        </p:nvSpPr>
        <p:spPr>
          <a:xfrm>
            <a:off x="0" y="0"/>
            <a:ext cx="216000" cy="6858000"/>
          </a:xfrm>
          <a:prstGeom prst="rect">
            <a:avLst/>
          </a:prstGeom>
          <a:gradFill>
            <a:gsLst>
              <a:gs pos="0">
                <a:schemeClr val="tx2"/>
              </a:gs>
              <a:gs pos="4700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7ECB22F0-6D85-F8AE-E783-51377137A8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97317" y="1241703"/>
            <a:ext cx="3907158" cy="737967"/>
          </a:xfrm>
        </p:spPr>
        <p:txBody>
          <a:bodyPr anchor="t" anchorCtr="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9" name="Text Placeholder 22">
            <a:extLst>
              <a:ext uri="{FF2B5EF4-FFF2-40B4-BE49-F238E27FC236}">
                <a16:creationId xmlns:a16="http://schemas.microsoft.com/office/drawing/2014/main" id="{41C8889A-6528-B848-1329-A7980A7003B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182727" y="1581193"/>
            <a:ext cx="5119437" cy="256394"/>
          </a:xfrm>
        </p:spPr>
        <p:txBody>
          <a:bodyPr rIns="108000"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Title here</a:t>
            </a:r>
            <a:endParaRPr lang="en-US"/>
          </a:p>
        </p:txBody>
      </p:sp>
      <p:sp>
        <p:nvSpPr>
          <p:cNvPr id="10" name="Text Placeholder 24">
            <a:extLst>
              <a:ext uri="{FF2B5EF4-FFF2-40B4-BE49-F238E27FC236}">
                <a16:creationId xmlns:a16="http://schemas.microsoft.com/office/drawing/2014/main" id="{1C738329-0758-27D3-3984-08F17C14C43B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182226" y="1973448"/>
            <a:ext cx="5119920" cy="687600"/>
          </a:xfrm>
        </p:spPr>
        <p:txBody>
          <a:bodyPr rIns="108000"/>
          <a:lstStyle>
            <a:lvl1pPr marL="0" algn="l" defTabSz="914400" rtl="0" eaLnBrk="1" latinLnBrk="0" hangingPunct="1">
              <a:lnSpc>
                <a:spcPct val="120000"/>
              </a:lnSpc>
              <a:spcBef>
                <a:spcPct val="0"/>
              </a:spcBef>
              <a:buNone/>
              <a:defRPr lang="en-US" sz="1200" b="0" i="0" kern="1200" dirty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22">
            <a:extLst>
              <a:ext uri="{FF2B5EF4-FFF2-40B4-BE49-F238E27FC236}">
                <a16:creationId xmlns:a16="http://schemas.microsoft.com/office/drawing/2014/main" id="{0A6D7031-04A0-C6B3-BB14-64B090A80F5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182727" y="2927675"/>
            <a:ext cx="5119437" cy="256394"/>
          </a:xfrm>
        </p:spPr>
        <p:txBody>
          <a:bodyPr rIns="108000"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Title here</a:t>
            </a:r>
            <a:endParaRPr lang="en-US"/>
          </a:p>
        </p:txBody>
      </p:sp>
      <p:sp>
        <p:nvSpPr>
          <p:cNvPr id="12" name="Text Placeholder 24">
            <a:extLst>
              <a:ext uri="{FF2B5EF4-FFF2-40B4-BE49-F238E27FC236}">
                <a16:creationId xmlns:a16="http://schemas.microsoft.com/office/drawing/2014/main" id="{CE2392C5-6868-9156-A256-9EE4ED9B0416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182226" y="3319930"/>
            <a:ext cx="5119920" cy="687600"/>
          </a:xfrm>
        </p:spPr>
        <p:txBody>
          <a:bodyPr rIns="108000"/>
          <a:lstStyle>
            <a:lvl1pPr marL="0" algn="l" defTabSz="914400" rtl="0" eaLnBrk="1" latinLnBrk="0" hangingPunct="1">
              <a:lnSpc>
                <a:spcPct val="120000"/>
              </a:lnSpc>
              <a:spcBef>
                <a:spcPct val="0"/>
              </a:spcBef>
              <a:buNone/>
              <a:defRPr lang="en-US" sz="1200" b="0" i="0" kern="1200" dirty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22">
            <a:extLst>
              <a:ext uri="{FF2B5EF4-FFF2-40B4-BE49-F238E27FC236}">
                <a16:creationId xmlns:a16="http://schemas.microsoft.com/office/drawing/2014/main" id="{4A3C6B70-1CE8-60B1-9654-5BFD810229A4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182727" y="4274157"/>
            <a:ext cx="5119437" cy="256394"/>
          </a:xfrm>
        </p:spPr>
        <p:txBody>
          <a:bodyPr rIns="108000"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Title here</a:t>
            </a:r>
            <a:endParaRPr lang="en-US"/>
          </a:p>
        </p:txBody>
      </p:sp>
      <p:sp>
        <p:nvSpPr>
          <p:cNvPr id="16" name="Text Placeholder 24">
            <a:extLst>
              <a:ext uri="{FF2B5EF4-FFF2-40B4-BE49-F238E27FC236}">
                <a16:creationId xmlns:a16="http://schemas.microsoft.com/office/drawing/2014/main" id="{CEB5BE14-4E0F-DE49-3AC8-CE8ECC9D0224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182226" y="4666412"/>
            <a:ext cx="5119920" cy="687600"/>
          </a:xfrm>
        </p:spPr>
        <p:txBody>
          <a:bodyPr rIns="108000"/>
          <a:lstStyle>
            <a:lvl1pPr marL="0" algn="l" defTabSz="914400" rtl="0" eaLnBrk="1" latinLnBrk="0" hangingPunct="1">
              <a:lnSpc>
                <a:spcPct val="120000"/>
              </a:lnSpc>
              <a:spcBef>
                <a:spcPct val="0"/>
              </a:spcBef>
              <a:buNone/>
              <a:defRPr lang="en-US" sz="1200" b="0" i="0" kern="1200" dirty="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CE7B6667-506C-FD4E-B98D-E90E1226DA55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1198800" y="2253600"/>
            <a:ext cx="3906000" cy="3412800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08258444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ulleted panel two  grey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A2F335D6-6758-9CBA-100D-E8E3431A6C8D}"/>
              </a:ext>
            </a:extLst>
          </p:cNvPr>
          <p:cNvSpPr/>
          <p:nvPr userDrawn="1"/>
        </p:nvSpPr>
        <p:spPr>
          <a:xfrm>
            <a:off x="695325" y="728662"/>
            <a:ext cx="4933315" cy="5400675"/>
          </a:xfrm>
          <a:prstGeom prst="roundRect">
            <a:avLst>
              <a:gd name="adj" fmla="val 5926"/>
            </a:avLst>
          </a:prstGeom>
          <a:solidFill>
            <a:srgbClr val="F0F0F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33A4049-3B9D-CB45-E43B-E0A9AAB247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EFF3D0-6BED-D444-BEB4-872DDA21BA8D}" type="datetime1">
              <a:rPr lang="en-GB" smtClean="0"/>
              <a:t>02/10/2024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1236C78-74A4-36FB-38A4-6655849816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Powering the world of work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A28DA8-1A2A-96B9-0102-C36892E16A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31A8E9-B4CF-5643-AF96-CB4C768DAD63}" type="slidenum">
              <a:rPr lang="en-US" smtClean="0"/>
              <a:t>‹#›</a:t>
            </a:fld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342275B-32AD-4515-CFDB-A17EB9FC3CE6}"/>
              </a:ext>
            </a:extLst>
          </p:cNvPr>
          <p:cNvCxnSpPr>
            <a:cxnSpLocks/>
          </p:cNvCxnSpPr>
          <p:nvPr userDrawn="1"/>
        </p:nvCxnSpPr>
        <p:spPr>
          <a:xfrm>
            <a:off x="11498433" y="719138"/>
            <a:ext cx="0" cy="5418137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Rectangle 47">
            <a:extLst>
              <a:ext uri="{FF2B5EF4-FFF2-40B4-BE49-F238E27FC236}">
                <a16:creationId xmlns:a16="http://schemas.microsoft.com/office/drawing/2014/main" id="{618B5F02-6076-8D40-79FD-10AF47A46C20}"/>
              </a:ext>
            </a:extLst>
          </p:cNvPr>
          <p:cNvSpPr/>
          <p:nvPr userDrawn="1"/>
        </p:nvSpPr>
        <p:spPr>
          <a:xfrm>
            <a:off x="0" y="0"/>
            <a:ext cx="216000" cy="6858000"/>
          </a:xfrm>
          <a:prstGeom prst="rect">
            <a:avLst/>
          </a:prstGeom>
          <a:gradFill>
            <a:gsLst>
              <a:gs pos="0">
                <a:schemeClr val="tx2"/>
              </a:gs>
              <a:gs pos="4700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7ECB22F0-6D85-F8AE-E783-51377137A8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97317" y="1241703"/>
            <a:ext cx="3907158" cy="737967"/>
          </a:xfrm>
        </p:spPr>
        <p:txBody>
          <a:bodyPr anchor="t" anchorCtr="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57485060-BE01-A5D9-B293-66FAB8DC4CC3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1198800" y="2253600"/>
            <a:ext cx="3906000" cy="3412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CA25DDAD-617F-6741-E0BA-C4133B13819D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6181200" y="1687513"/>
            <a:ext cx="4932000" cy="44244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48707423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sert Tabl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33A4049-3B9D-CB45-E43B-E0A9AAB247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EFF3D0-6BED-D444-BEB4-872DDA21BA8D}" type="datetime1">
              <a:rPr lang="en-GB" smtClean="0"/>
              <a:t>02/10/2024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1236C78-74A4-36FB-38A4-6655849816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Powering the world of work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A28DA8-1A2A-96B9-0102-C36892E16A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31A8E9-B4CF-5643-AF96-CB4C768DAD63}" type="slidenum">
              <a:rPr lang="en-US" smtClean="0"/>
              <a:t>‹#›</a:t>
            </a:fld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342275B-32AD-4515-CFDB-A17EB9FC3CE6}"/>
              </a:ext>
            </a:extLst>
          </p:cNvPr>
          <p:cNvCxnSpPr>
            <a:cxnSpLocks/>
          </p:cNvCxnSpPr>
          <p:nvPr userDrawn="1"/>
        </p:nvCxnSpPr>
        <p:spPr>
          <a:xfrm>
            <a:off x="11498433" y="719138"/>
            <a:ext cx="0" cy="5418137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Rectangle 47">
            <a:extLst>
              <a:ext uri="{FF2B5EF4-FFF2-40B4-BE49-F238E27FC236}">
                <a16:creationId xmlns:a16="http://schemas.microsoft.com/office/drawing/2014/main" id="{618B5F02-6076-8D40-79FD-10AF47A46C20}"/>
              </a:ext>
            </a:extLst>
          </p:cNvPr>
          <p:cNvSpPr/>
          <p:nvPr userDrawn="1"/>
        </p:nvSpPr>
        <p:spPr>
          <a:xfrm>
            <a:off x="0" y="0"/>
            <a:ext cx="216000" cy="6858000"/>
          </a:xfrm>
          <a:prstGeom prst="rect">
            <a:avLst/>
          </a:prstGeom>
          <a:gradFill>
            <a:gsLst>
              <a:gs pos="0">
                <a:schemeClr val="tx2"/>
              </a:gs>
              <a:gs pos="4700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7ECB22F0-6D85-F8AE-E783-51377137A8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326" y="428400"/>
            <a:ext cx="10606321" cy="687600"/>
          </a:xfrm>
        </p:spPr>
        <p:txBody>
          <a:bodyPr anchor="t" anchorCtr="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9" name="Table Placeholder 8">
            <a:extLst>
              <a:ext uri="{FF2B5EF4-FFF2-40B4-BE49-F238E27FC236}">
                <a16:creationId xmlns:a16="http://schemas.microsoft.com/office/drawing/2014/main" id="{654B5D95-4F83-359C-8FCD-E14BC4AC9C28}"/>
              </a:ext>
            </a:extLst>
          </p:cNvPr>
          <p:cNvSpPr>
            <a:spLocks noGrp="1"/>
          </p:cNvSpPr>
          <p:nvPr>
            <p:ph type="tbl" sz="quarter" idx="13"/>
          </p:nvPr>
        </p:nvSpPr>
        <p:spPr>
          <a:xfrm>
            <a:off x="704377" y="1412878"/>
            <a:ext cx="9125120" cy="4724400"/>
          </a:xfrm>
        </p:spPr>
        <p:txBody>
          <a:bodyPr/>
          <a:lstStyle>
            <a:lvl1pPr marL="90000" indent="0">
              <a:buNone/>
              <a:defRPr/>
            </a:lvl1pPr>
          </a:lstStyle>
          <a:p>
            <a:r>
              <a:rPr lang="en-US"/>
              <a:t>Click icon to add table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00819784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 whit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33A4049-3B9D-CB45-E43B-E0A9AAB247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EFF3D0-6BED-D444-BEB4-872DDA21BA8D}" type="datetime1">
              <a:rPr lang="en-GB" smtClean="0"/>
              <a:t>02/10/2024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1236C78-74A4-36FB-38A4-6655849816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Powering the world of work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A28DA8-1A2A-96B9-0102-C36892E16A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31A8E9-B4CF-5643-AF96-CB4C768DAD63}" type="slidenum">
              <a:rPr lang="en-US" smtClean="0"/>
              <a:t>‹#›</a:t>
            </a:fld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342275B-32AD-4515-CFDB-A17EB9FC3CE6}"/>
              </a:ext>
            </a:extLst>
          </p:cNvPr>
          <p:cNvCxnSpPr>
            <a:cxnSpLocks/>
          </p:cNvCxnSpPr>
          <p:nvPr userDrawn="1"/>
        </p:nvCxnSpPr>
        <p:spPr>
          <a:xfrm>
            <a:off x="11498433" y="719138"/>
            <a:ext cx="0" cy="5418137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Rectangle 47">
            <a:extLst>
              <a:ext uri="{FF2B5EF4-FFF2-40B4-BE49-F238E27FC236}">
                <a16:creationId xmlns:a16="http://schemas.microsoft.com/office/drawing/2014/main" id="{618B5F02-6076-8D40-79FD-10AF47A46C20}"/>
              </a:ext>
            </a:extLst>
          </p:cNvPr>
          <p:cNvSpPr/>
          <p:nvPr userDrawn="1"/>
        </p:nvSpPr>
        <p:spPr>
          <a:xfrm>
            <a:off x="0" y="0"/>
            <a:ext cx="216000" cy="6858000"/>
          </a:xfrm>
          <a:prstGeom prst="rect">
            <a:avLst/>
          </a:prstGeom>
          <a:gradFill>
            <a:gsLst>
              <a:gs pos="0">
                <a:schemeClr val="tx2"/>
              </a:gs>
              <a:gs pos="4700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7ECB22F0-6D85-F8AE-E783-51377137A8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327" y="428400"/>
            <a:ext cx="10606320" cy="687600"/>
          </a:xfrm>
        </p:spPr>
        <p:txBody>
          <a:bodyPr anchor="t" anchorCtr="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325264249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 grey">
    <p:bg>
      <p:bgPr>
        <a:solidFill>
          <a:srgbClr val="F0F0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33A4049-3B9D-CB45-E43B-E0A9AAB247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EFF3D0-6BED-D444-BEB4-872DDA21BA8D}" type="datetime1">
              <a:rPr lang="en-GB" smtClean="0"/>
              <a:t>02/10/2024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1236C78-74A4-36FB-38A4-6655849816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Powering the world of work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A28DA8-1A2A-96B9-0102-C36892E16A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31A8E9-B4CF-5643-AF96-CB4C768DAD63}" type="slidenum">
              <a:rPr lang="en-US" smtClean="0"/>
              <a:t>‹#›</a:t>
            </a:fld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342275B-32AD-4515-CFDB-A17EB9FC3CE6}"/>
              </a:ext>
            </a:extLst>
          </p:cNvPr>
          <p:cNvCxnSpPr>
            <a:cxnSpLocks/>
          </p:cNvCxnSpPr>
          <p:nvPr userDrawn="1"/>
        </p:nvCxnSpPr>
        <p:spPr>
          <a:xfrm>
            <a:off x="11498433" y="719138"/>
            <a:ext cx="0" cy="5418137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Rectangle 47">
            <a:extLst>
              <a:ext uri="{FF2B5EF4-FFF2-40B4-BE49-F238E27FC236}">
                <a16:creationId xmlns:a16="http://schemas.microsoft.com/office/drawing/2014/main" id="{618B5F02-6076-8D40-79FD-10AF47A46C20}"/>
              </a:ext>
            </a:extLst>
          </p:cNvPr>
          <p:cNvSpPr/>
          <p:nvPr userDrawn="1"/>
        </p:nvSpPr>
        <p:spPr>
          <a:xfrm>
            <a:off x="0" y="0"/>
            <a:ext cx="216000" cy="6858000"/>
          </a:xfrm>
          <a:prstGeom prst="rect">
            <a:avLst/>
          </a:prstGeom>
          <a:gradFill>
            <a:gsLst>
              <a:gs pos="0">
                <a:schemeClr val="tx2"/>
              </a:gs>
              <a:gs pos="4700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7ECB22F0-6D85-F8AE-E783-51377137A8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327" y="428400"/>
            <a:ext cx="10606320" cy="687600"/>
          </a:xfrm>
        </p:spPr>
        <p:txBody>
          <a:bodyPr anchor="t" anchorCtr="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124844419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 charcoal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33A4049-3B9D-CB45-E43B-E0A9AAB247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EFF3D0-6BED-D444-BEB4-872DDA21BA8D}" type="datetime1">
              <a:rPr lang="en-GB" smtClean="0"/>
              <a:t>02/10/2024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1236C78-74A4-36FB-38A4-6655849816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Powering the world of work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A28DA8-1A2A-96B9-0102-C36892E16A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31A8E9-B4CF-5643-AF96-CB4C768DAD63}" type="slidenum">
              <a:rPr lang="en-US" smtClean="0"/>
              <a:t>‹#›</a:t>
            </a:fld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342275B-32AD-4515-CFDB-A17EB9FC3CE6}"/>
              </a:ext>
            </a:extLst>
          </p:cNvPr>
          <p:cNvCxnSpPr>
            <a:cxnSpLocks/>
          </p:cNvCxnSpPr>
          <p:nvPr userDrawn="1"/>
        </p:nvCxnSpPr>
        <p:spPr>
          <a:xfrm>
            <a:off x="11498433" y="719138"/>
            <a:ext cx="0" cy="5418137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Rectangle 47">
            <a:extLst>
              <a:ext uri="{FF2B5EF4-FFF2-40B4-BE49-F238E27FC236}">
                <a16:creationId xmlns:a16="http://schemas.microsoft.com/office/drawing/2014/main" id="{618B5F02-6076-8D40-79FD-10AF47A46C20}"/>
              </a:ext>
            </a:extLst>
          </p:cNvPr>
          <p:cNvSpPr/>
          <p:nvPr userDrawn="1"/>
        </p:nvSpPr>
        <p:spPr>
          <a:xfrm>
            <a:off x="0" y="0"/>
            <a:ext cx="216000" cy="6858000"/>
          </a:xfrm>
          <a:prstGeom prst="rect">
            <a:avLst/>
          </a:prstGeom>
          <a:gradFill>
            <a:gsLst>
              <a:gs pos="0">
                <a:schemeClr val="tx2"/>
              </a:gs>
              <a:gs pos="4700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7ECB22F0-6D85-F8AE-E783-51377137A8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327" y="428400"/>
            <a:ext cx="10606320" cy="687600"/>
          </a:xfrm>
        </p:spPr>
        <p:txBody>
          <a:bodyPr anchor="t" anchorCtr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963866016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33A4049-3B9D-CB45-E43B-E0A9AAB247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EFF3D0-6BED-D444-BEB4-872DDA21BA8D}" type="datetime1">
              <a:rPr lang="en-GB" smtClean="0"/>
              <a:t>02/10/2024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1236C78-74A4-36FB-38A4-6655849816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Powering the world of work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A28DA8-1A2A-96B9-0102-C36892E16A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31A8E9-B4CF-5643-AF96-CB4C768DAD63}" type="slidenum">
              <a:rPr lang="en-US" smtClean="0"/>
              <a:t>‹#›</a:t>
            </a:fld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342275B-32AD-4515-CFDB-A17EB9FC3CE6}"/>
              </a:ext>
            </a:extLst>
          </p:cNvPr>
          <p:cNvCxnSpPr>
            <a:cxnSpLocks/>
          </p:cNvCxnSpPr>
          <p:nvPr userDrawn="1"/>
        </p:nvCxnSpPr>
        <p:spPr>
          <a:xfrm>
            <a:off x="11498433" y="719138"/>
            <a:ext cx="0" cy="5418137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Rectangle 47">
            <a:extLst>
              <a:ext uri="{FF2B5EF4-FFF2-40B4-BE49-F238E27FC236}">
                <a16:creationId xmlns:a16="http://schemas.microsoft.com/office/drawing/2014/main" id="{618B5F02-6076-8D40-79FD-10AF47A46C20}"/>
              </a:ext>
            </a:extLst>
          </p:cNvPr>
          <p:cNvSpPr/>
          <p:nvPr userDrawn="1"/>
        </p:nvSpPr>
        <p:spPr>
          <a:xfrm>
            <a:off x="0" y="0"/>
            <a:ext cx="216000" cy="6858000"/>
          </a:xfrm>
          <a:prstGeom prst="rect">
            <a:avLst/>
          </a:prstGeom>
          <a:gradFill>
            <a:gsLst>
              <a:gs pos="0">
                <a:schemeClr val="tx2"/>
              </a:gs>
              <a:gs pos="4700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itle 1">
            <a:extLst>
              <a:ext uri="{FF2B5EF4-FFF2-40B4-BE49-F238E27FC236}">
                <a16:creationId xmlns:a16="http://schemas.microsoft.com/office/drawing/2014/main" id="{B8BA8D7F-D345-CE85-01FD-667CD08FF0E9}"/>
              </a:ext>
            </a:extLst>
          </p:cNvPr>
          <p:cNvSpPr txBox="1">
            <a:spLocks/>
          </p:cNvSpPr>
          <p:nvPr userDrawn="1"/>
        </p:nvSpPr>
        <p:spPr>
          <a:xfrm>
            <a:off x="1134684" y="1553857"/>
            <a:ext cx="2522916" cy="400449"/>
          </a:xfrm>
          <a:prstGeom prst="rect">
            <a:avLst/>
          </a:prstGeom>
        </p:spPr>
        <p:txBody>
          <a:bodyPr lIns="0" tIns="0" rIns="0" bIns="0"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800" b="1" i="0" kern="120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r>
              <a:rPr lang="en-US" sz="7200">
                <a:solidFill>
                  <a:schemeClr val="tx2"/>
                </a:solidFill>
              </a:rPr>
              <a:t>“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3921C791-3CF7-9F1E-6CF5-71E067EDA48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066871" y="2353411"/>
            <a:ext cx="8750300" cy="1836738"/>
          </a:xfrm>
        </p:spPr>
        <p:txBody>
          <a:bodyPr/>
          <a:lstStyle>
            <a:lvl1pPr marL="0" indent="0" algn="l" defTabSz="914400" rtl="0" eaLnBrk="1" latinLnBrk="0" hangingPunct="1">
              <a:lnSpc>
                <a:spcPct val="130000"/>
              </a:lnSpc>
              <a:spcBef>
                <a:spcPct val="0"/>
              </a:spcBef>
              <a:buNone/>
              <a:defRPr lang="en-GB" sz="2800" kern="1200" dirty="0" smtClean="0">
                <a:solidFill>
                  <a:schemeClr val="tx1"/>
                </a:solidFill>
                <a:latin typeface="Montserrat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18">
            <a:extLst>
              <a:ext uri="{FF2B5EF4-FFF2-40B4-BE49-F238E27FC236}">
                <a16:creationId xmlns:a16="http://schemas.microsoft.com/office/drawing/2014/main" id="{E8E543BA-1BC9-CB4C-4EF7-7BF58873DE3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1066871" y="4377073"/>
            <a:ext cx="8750300" cy="365125"/>
          </a:xfrm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GB" sz="2000" b="1" kern="1200" dirty="0" smtClean="0">
                <a:solidFill>
                  <a:schemeClr val="tx2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719752438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slide 2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33A4049-3B9D-CB45-E43B-E0A9AAB247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EFF3D0-6BED-D444-BEB4-872DDA21BA8D}" type="datetime1">
              <a:rPr lang="en-GB" smtClean="0"/>
              <a:t>02/10/2024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1236C78-74A4-36FB-38A4-6655849816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Powering the world of work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A28DA8-1A2A-96B9-0102-C36892E16A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31A8E9-B4CF-5643-AF96-CB4C768DAD63}" type="slidenum">
              <a:rPr lang="en-US" smtClean="0"/>
              <a:t>‹#›</a:t>
            </a:fld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342275B-32AD-4515-CFDB-A17EB9FC3CE6}"/>
              </a:ext>
            </a:extLst>
          </p:cNvPr>
          <p:cNvCxnSpPr>
            <a:cxnSpLocks/>
          </p:cNvCxnSpPr>
          <p:nvPr userDrawn="1"/>
        </p:nvCxnSpPr>
        <p:spPr>
          <a:xfrm>
            <a:off x="11498433" y="719138"/>
            <a:ext cx="0" cy="5418137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Rectangle 47">
            <a:extLst>
              <a:ext uri="{FF2B5EF4-FFF2-40B4-BE49-F238E27FC236}">
                <a16:creationId xmlns:a16="http://schemas.microsoft.com/office/drawing/2014/main" id="{618B5F02-6076-8D40-79FD-10AF47A46C20}"/>
              </a:ext>
            </a:extLst>
          </p:cNvPr>
          <p:cNvSpPr/>
          <p:nvPr userDrawn="1"/>
        </p:nvSpPr>
        <p:spPr>
          <a:xfrm>
            <a:off x="0" y="0"/>
            <a:ext cx="216000" cy="6858000"/>
          </a:xfrm>
          <a:prstGeom prst="rect">
            <a:avLst/>
          </a:prstGeom>
          <a:gradFill>
            <a:gsLst>
              <a:gs pos="0">
                <a:schemeClr val="tx2"/>
              </a:gs>
              <a:gs pos="4700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itle 1">
            <a:extLst>
              <a:ext uri="{FF2B5EF4-FFF2-40B4-BE49-F238E27FC236}">
                <a16:creationId xmlns:a16="http://schemas.microsoft.com/office/drawing/2014/main" id="{B8BA8D7F-D345-CE85-01FD-667CD08FF0E9}"/>
              </a:ext>
            </a:extLst>
          </p:cNvPr>
          <p:cNvSpPr txBox="1">
            <a:spLocks/>
          </p:cNvSpPr>
          <p:nvPr userDrawn="1"/>
        </p:nvSpPr>
        <p:spPr>
          <a:xfrm>
            <a:off x="1134684" y="1553857"/>
            <a:ext cx="2522916" cy="400449"/>
          </a:xfrm>
          <a:prstGeom prst="rect">
            <a:avLst/>
          </a:prstGeom>
        </p:spPr>
        <p:txBody>
          <a:bodyPr lIns="0" tIns="0" rIns="0" bIns="0"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800" b="1" i="0" kern="120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r>
              <a:rPr lang="en-US" sz="7200">
                <a:solidFill>
                  <a:schemeClr val="tx2"/>
                </a:solidFill>
              </a:rPr>
              <a:t>“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3921C791-3CF7-9F1E-6CF5-71E067EDA48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066871" y="2353411"/>
            <a:ext cx="8750300" cy="1836738"/>
          </a:xfrm>
        </p:spPr>
        <p:txBody>
          <a:bodyPr/>
          <a:lstStyle>
            <a:lvl1pPr marL="0" indent="0" algn="l" defTabSz="914400" rtl="0" eaLnBrk="1" latinLnBrk="0" hangingPunct="1">
              <a:lnSpc>
                <a:spcPct val="130000"/>
              </a:lnSpc>
              <a:spcBef>
                <a:spcPct val="0"/>
              </a:spcBef>
              <a:buNone/>
              <a:defRPr lang="en-GB" sz="2800" kern="1200" dirty="0" smtClean="0">
                <a:solidFill>
                  <a:schemeClr val="bg1"/>
                </a:solidFill>
                <a:latin typeface="Montserrat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18">
            <a:extLst>
              <a:ext uri="{FF2B5EF4-FFF2-40B4-BE49-F238E27FC236}">
                <a16:creationId xmlns:a16="http://schemas.microsoft.com/office/drawing/2014/main" id="{E8E543BA-1BC9-CB4C-4EF7-7BF58873DE3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1066871" y="4377073"/>
            <a:ext cx="8750300" cy="365125"/>
          </a:xfrm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GB" sz="2000" b="1" kern="1200" dirty="0" smtClean="0">
                <a:solidFill>
                  <a:schemeClr val="tx2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621817254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melin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33A4049-3B9D-CB45-E43B-E0A9AAB247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EFF3D0-6BED-D444-BEB4-872DDA21BA8D}" type="datetime1">
              <a:rPr lang="en-GB" smtClean="0"/>
              <a:t>02/10/2024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1236C78-74A4-36FB-38A4-6655849816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Powering the world of work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A28DA8-1A2A-96B9-0102-C36892E16A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31A8E9-B4CF-5643-AF96-CB4C768DAD63}" type="slidenum">
              <a:rPr lang="en-US" smtClean="0"/>
              <a:t>‹#›</a:t>
            </a:fld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342275B-32AD-4515-CFDB-A17EB9FC3CE6}"/>
              </a:ext>
            </a:extLst>
          </p:cNvPr>
          <p:cNvCxnSpPr>
            <a:cxnSpLocks/>
          </p:cNvCxnSpPr>
          <p:nvPr userDrawn="1"/>
        </p:nvCxnSpPr>
        <p:spPr>
          <a:xfrm>
            <a:off x="11498433" y="719138"/>
            <a:ext cx="0" cy="5418137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Rectangle 47">
            <a:extLst>
              <a:ext uri="{FF2B5EF4-FFF2-40B4-BE49-F238E27FC236}">
                <a16:creationId xmlns:a16="http://schemas.microsoft.com/office/drawing/2014/main" id="{618B5F02-6076-8D40-79FD-10AF47A46C20}"/>
              </a:ext>
            </a:extLst>
          </p:cNvPr>
          <p:cNvSpPr/>
          <p:nvPr userDrawn="1"/>
        </p:nvSpPr>
        <p:spPr>
          <a:xfrm>
            <a:off x="0" y="0"/>
            <a:ext cx="216000" cy="6858000"/>
          </a:xfrm>
          <a:prstGeom prst="rect">
            <a:avLst/>
          </a:prstGeom>
          <a:gradFill>
            <a:gsLst>
              <a:gs pos="0">
                <a:schemeClr val="tx2"/>
              </a:gs>
              <a:gs pos="4700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7ECB22F0-6D85-F8AE-E783-51377137A8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327" y="428400"/>
            <a:ext cx="10606320" cy="687600"/>
          </a:xfrm>
        </p:spPr>
        <p:txBody>
          <a:bodyPr anchor="t" anchorCtr="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5B2EDB9E-36C5-331F-FE4B-FA11863C0368}"/>
              </a:ext>
            </a:extLst>
          </p:cNvPr>
          <p:cNvCxnSpPr>
            <a:cxnSpLocks/>
          </p:cNvCxnSpPr>
          <p:nvPr userDrawn="1"/>
        </p:nvCxnSpPr>
        <p:spPr>
          <a:xfrm>
            <a:off x="694220" y="3449320"/>
            <a:ext cx="10607427" cy="0"/>
          </a:xfrm>
          <a:prstGeom prst="straightConnector1">
            <a:avLst/>
          </a:prstGeom>
          <a:ln w="12700">
            <a:solidFill>
              <a:schemeClr val="tx1">
                <a:lumMod val="25000"/>
                <a:lumOff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ext Placeholder 22">
            <a:extLst>
              <a:ext uri="{FF2B5EF4-FFF2-40B4-BE49-F238E27FC236}">
                <a16:creationId xmlns:a16="http://schemas.microsoft.com/office/drawing/2014/main" id="{84A06105-1918-4D48-4012-403DC48E85B9}"/>
              </a:ext>
            </a:extLst>
          </p:cNvPr>
          <p:cNvSpPr>
            <a:spLocks noGrp="1"/>
          </p:cNvSpPr>
          <p:nvPr userDrawn="1">
            <p:ph type="body" sz="quarter" idx="14" hasCustomPrompt="1"/>
          </p:nvPr>
        </p:nvSpPr>
        <p:spPr>
          <a:xfrm>
            <a:off x="6177486" y="3961705"/>
            <a:ext cx="1806440" cy="256394"/>
          </a:xfrm>
        </p:spPr>
        <p:txBody>
          <a:bodyPr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Title here</a:t>
            </a:r>
            <a:endParaRPr lang="en-US"/>
          </a:p>
        </p:txBody>
      </p:sp>
      <p:sp>
        <p:nvSpPr>
          <p:cNvPr id="32" name="Text Placeholder 22">
            <a:extLst>
              <a:ext uri="{FF2B5EF4-FFF2-40B4-BE49-F238E27FC236}">
                <a16:creationId xmlns:a16="http://schemas.microsoft.com/office/drawing/2014/main" id="{07D37555-56E0-B06A-2BF1-E0CC74C220AE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2539982" y="3961705"/>
            <a:ext cx="1806440" cy="256394"/>
          </a:xfrm>
        </p:spPr>
        <p:txBody>
          <a:bodyPr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Title here</a:t>
            </a:r>
            <a:endParaRPr lang="en-US"/>
          </a:p>
        </p:txBody>
      </p:sp>
      <p:sp>
        <p:nvSpPr>
          <p:cNvPr id="34" name="Text Placeholder 22">
            <a:extLst>
              <a:ext uri="{FF2B5EF4-FFF2-40B4-BE49-F238E27FC236}">
                <a16:creationId xmlns:a16="http://schemas.microsoft.com/office/drawing/2014/main" id="{C02FD89F-3D60-2FD1-485C-6221111E6C81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7989012" y="1751068"/>
            <a:ext cx="1806440" cy="256394"/>
          </a:xfrm>
        </p:spPr>
        <p:txBody>
          <a:bodyPr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Title here</a:t>
            </a:r>
            <a:endParaRPr lang="en-US"/>
          </a:p>
        </p:txBody>
      </p:sp>
      <p:sp>
        <p:nvSpPr>
          <p:cNvPr id="36" name="Text Placeholder 22">
            <a:extLst>
              <a:ext uri="{FF2B5EF4-FFF2-40B4-BE49-F238E27FC236}">
                <a16:creationId xmlns:a16="http://schemas.microsoft.com/office/drawing/2014/main" id="{0B9962A7-CD41-6118-6450-821D8B75B925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371605" y="1751068"/>
            <a:ext cx="1806440" cy="256394"/>
          </a:xfrm>
        </p:spPr>
        <p:txBody>
          <a:bodyPr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Title here</a:t>
            </a:r>
            <a:endParaRPr lang="en-US"/>
          </a:p>
        </p:txBody>
      </p:sp>
      <p:sp>
        <p:nvSpPr>
          <p:cNvPr id="38" name="Text Placeholder 22">
            <a:extLst>
              <a:ext uri="{FF2B5EF4-FFF2-40B4-BE49-F238E27FC236}">
                <a16:creationId xmlns:a16="http://schemas.microsoft.com/office/drawing/2014/main" id="{692274A4-78DA-3E01-C255-AFE76F688619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703957" y="1751068"/>
            <a:ext cx="1806440" cy="256394"/>
          </a:xfrm>
        </p:spPr>
        <p:txBody>
          <a:bodyPr/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000" b="1" i="0" kern="1200" dirty="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lvl="0"/>
            <a:r>
              <a:rPr lang="en-GB"/>
              <a:t>Title here</a:t>
            </a:r>
            <a:endParaRPr lang="en-US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8F708F00-742F-2C43-A211-F3150213CA01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93737" y="2174875"/>
            <a:ext cx="1807200" cy="910800"/>
          </a:xfr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sz="1050"/>
            </a:lvl1pPr>
            <a:lvl2pPr marL="504000" indent="0">
              <a:buFont typeface="Arial" panose="020B0604020202020204" pitchFamily="34" charset="0"/>
              <a:buNone/>
              <a:defRPr sz="1050"/>
            </a:lvl2pPr>
            <a:lvl3pPr marL="972000" indent="0">
              <a:buNone/>
              <a:defRPr sz="1000"/>
            </a:lvl3pPr>
            <a:lvl4pPr marL="1368000" indent="0">
              <a:buNone/>
              <a:defRPr sz="900"/>
            </a:lvl4pPr>
            <a:lvl5pPr marL="1764000" indent="0">
              <a:buNone/>
              <a:defRPr sz="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2" name="Text Placeholder 9">
            <a:extLst>
              <a:ext uri="{FF2B5EF4-FFF2-40B4-BE49-F238E27FC236}">
                <a16:creationId xmlns:a16="http://schemas.microsoft.com/office/drawing/2014/main" id="{E9162AE8-E357-35E9-508B-41339494E136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4367194" y="2174875"/>
            <a:ext cx="1807200" cy="910800"/>
          </a:xfr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sz="1050"/>
            </a:lvl1pPr>
            <a:lvl2pPr marL="504000" indent="0">
              <a:buNone/>
              <a:defRPr sz="1050"/>
            </a:lvl2pPr>
            <a:lvl3pPr marL="972000" indent="0">
              <a:buNone/>
              <a:defRPr sz="1000"/>
            </a:lvl3pPr>
            <a:lvl4pPr marL="1368000" indent="0">
              <a:buNone/>
              <a:defRPr sz="900"/>
            </a:lvl4pPr>
            <a:lvl5pPr marL="1764000" indent="0">
              <a:buNone/>
              <a:defRPr sz="8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Text Placeholder 9">
            <a:extLst>
              <a:ext uri="{FF2B5EF4-FFF2-40B4-BE49-F238E27FC236}">
                <a16:creationId xmlns:a16="http://schemas.microsoft.com/office/drawing/2014/main" id="{63E3BD5D-175C-EF12-7FC9-0788773733F8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7988400" y="2174875"/>
            <a:ext cx="1807200" cy="910800"/>
          </a:xfr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sz="1050"/>
            </a:lvl1pPr>
            <a:lvl2pPr marL="504000" indent="0">
              <a:buNone/>
              <a:defRPr sz="1050"/>
            </a:lvl2pPr>
            <a:lvl3pPr marL="972000" indent="0">
              <a:buNone/>
              <a:defRPr sz="1000"/>
            </a:lvl3pPr>
            <a:lvl4pPr marL="1368000" indent="0">
              <a:buNone/>
              <a:defRPr sz="900"/>
            </a:lvl4pPr>
            <a:lvl5pPr marL="1764000" indent="0">
              <a:buNone/>
              <a:defRPr sz="8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9">
            <a:extLst>
              <a:ext uri="{FF2B5EF4-FFF2-40B4-BE49-F238E27FC236}">
                <a16:creationId xmlns:a16="http://schemas.microsoft.com/office/drawing/2014/main" id="{945307B8-8C12-0385-C7BA-5F63407DF0C5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2538000" y="4384800"/>
            <a:ext cx="1807200" cy="910800"/>
          </a:xfr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sz="1050"/>
            </a:lvl1pPr>
            <a:lvl2pPr marL="504000" indent="0">
              <a:buFont typeface="Arial" panose="020B0604020202020204" pitchFamily="34" charset="0"/>
              <a:buNone/>
              <a:defRPr sz="1050"/>
            </a:lvl2pPr>
            <a:lvl3pPr marL="972000" indent="0">
              <a:buNone/>
              <a:defRPr sz="1000"/>
            </a:lvl3pPr>
            <a:lvl4pPr marL="1368000" indent="0">
              <a:buNone/>
              <a:defRPr sz="900"/>
            </a:lvl4pPr>
            <a:lvl5pPr marL="1764000" indent="0">
              <a:buNone/>
              <a:defRPr sz="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7" name="Text Placeholder 9">
            <a:extLst>
              <a:ext uri="{FF2B5EF4-FFF2-40B4-BE49-F238E27FC236}">
                <a16:creationId xmlns:a16="http://schemas.microsoft.com/office/drawing/2014/main" id="{94DF3858-039A-438A-E4A1-4CB305DFB256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6177600" y="4384800"/>
            <a:ext cx="1807200" cy="910800"/>
          </a:xfr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sz="1050"/>
            </a:lvl1pPr>
            <a:lvl2pPr marL="504000" indent="0">
              <a:buFont typeface="Arial" panose="020B0604020202020204" pitchFamily="34" charset="0"/>
              <a:buNone/>
              <a:defRPr sz="1050"/>
            </a:lvl2pPr>
            <a:lvl3pPr marL="972000" indent="0">
              <a:buNone/>
              <a:defRPr sz="1000"/>
            </a:lvl3pPr>
            <a:lvl4pPr marL="1368000" indent="0">
              <a:buNone/>
              <a:defRPr sz="900"/>
            </a:lvl4pPr>
            <a:lvl5pPr marL="1764000" indent="0">
              <a:buNone/>
              <a:defRPr sz="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</p:spTree>
    <p:extLst>
      <p:ext uri="{BB962C8B-B14F-4D97-AF65-F5344CB8AC3E}">
        <p14:creationId xmlns:p14="http://schemas.microsoft.com/office/powerpoint/2010/main" val="2885187519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33A4049-3B9D-CB45-E43B-E0A9AAB247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EFF3D0-6BED-D444-BEB4-872DDA21BA8D}" type="datetime1">
              <a:rPr lang="en-GB" smtClean="0"/>
              <a:t>02/10/2024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1236C78-74A4-36FB-38A4-6655849816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Powering the world of work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A28DA8-1A2A-96B9-0102-C36892E16A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31A8E9-B4CF-5643-AF96-CB4C768DAD63}" type="slidenum">
              <a:rPr lang="en-US" smtClean="0"/>
              <a:t>‹#›</a:t>
            </a:fld>
            <a:endParaRPr lang="en-US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1019874D-C925-3220-1EB5-28B0C251DFD5}"/>
              </a:ext>
            </a:extLst>
          </p:cNvPr>
          <p:cNvCxnSpPr>
            <a:cxnSpLocks/>
          </p:cNvCxnSpPr>
          <p:nvPr userDrawn="1"/>
        </p:nvCxnSpPr>
        <p:spPr>
          <a:xfrm>
            <a:off x="11498433" y="719138"/>
            <a:ext cx="0" cy="5418137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62687269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rand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33A4049-3B9D-CB45-E43B-E0A9AAB247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EFF3D0-6BED-D444-BEB4-872DDA21BA8D}" type="datetime1">
              <a:rPr lang="en-GB" smtClean="0"/>
              <a:t>02/10/2024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1236C78-74A4-36FB-38A4-6655849816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Powering the world of work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A28DA8-1A2A-96B9-0102-C36892E16A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31A8E9-B4CF-5643-AF96-CB4C768DAD63}" type="slidenum">
              <a:rPr lang="en-US" smtClean="0"/>
              <a:t>‹#›</a:t>
            </a:fld>
            <a:endParaRPr lang="en-US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1019874D-C925-3220-1EB5-28B0C251DFD5}"/>
              </a:ext>
            </a:extLst>
          </p:cNvPr>
          <p:cNvCxnSpPr>
            <a:cxnSpLocks/>
          </p:cNvCxnSpPr>
          <p:nvPr userDrawn="1"/>
        </p:nvCxnSpPr>
        <p:spPr>
          <a:xfrm>
            <a:off x="11498433" y="719138"/>
            <a:ext cx="0" cy="5418137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itle 1">
            <a:extLst>
              <a:ext uri="{FF2B5EF4-FFF2-40B4-BE49-F238E27FC236}">
                <a16:creationId xmlns:a16="http://schemas.microsoft.com/office/drawing/2014/main" id="{29F81D18-B8A7-4EA1-250C-DCC372BC8E13}"/>
              </a:ext>
            </a:extLst>
          </p:cNvPr>
          <p:cNvSpPr txBox="1">
            <a:spLocks/>
          </p:cNvSpPr>
          <p:nvPr/>
        </p:nvSpPr>
        <p:spPr>
          <a:xfrm>
            <a:off x="1084349" y="3514204"/>
            <a:ext cx="7506842" cy="396967"/>
          </a:xfrm>
          <a:prstGeom prst="rect">
            <a:avLst/>
          </a:prstGeom>
        </p:spPr>
        <p:txBody>
          <a:bodyPr lIns="0" tIns="0" rIns="0" bIns="0" anchor="t" anchorCtr="0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800" b="1" i="0" kern="120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r>
              <a:rPr lang="en-US"/>
              <a:t>Powering the world of work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84BC7164-FD22-490B-65DA-7F9AF62F72F7}"/>
              </a:ext>
            </a:extLst>
          </p:cNvPr>
          <p:cNvGrpSpPr/>
          <p:nvPr userDrawn="1"/>
        </p:nvGrpSpPr>
        <p:grpSpPr>
          <a:xfrm>
            <a:off x="6417903" y="5486"/>
            <a:ext cx="4883744" cy="6828826"/>
            <a:chOff x="6549356" y="5486"/>
            <a:chExt cx="4883744" cy="6828826"/>
          </a:xfrm>
        </p:grpSpPr>
        <p:sp>
          <p:nvSpPr>
            <p:cNvPr id="9" name="Freeform 8">
              <a:extLst>
                <a:ext uri="{FF2B5EF4-FFF2-40B4-BE49-F238E27FC236}">
                  <a16:creationId xmlns:a16="http://schemas.microsoft.com/office/drawing/2014/main" id="{C1AD5FDC-FA8F-CB6F-3F0F-232D86DC0038}"/>
                </a:ext>
              </a:extLst>
            </p:cNvPr>
            <p:cNvSpPr/>
            <p:nvPr/>
          </p:nvSpPr>
          <p:spPr>
            <a:xfrm rot="21242962">
              <a:off x="6549356" y="5486"/>
              <a:ext cx="2540174" cy="1976639"/>
            </a:xfrm>
            <a:custGeom>
              <a:avLst/>
              <a:gdLst>
                <a:gd name="connsiteX0" fmla="*/ 1374372 w 2540174"/>
                <a:gd name="connsiteY0" fmla="*/ 0 h 1976639"/>
                <a:gd name="connsiteX1" fmla="*/ 2540174 w 2540174"/>
                <a:gd name="connsiteY1" fmla="*/ 121516 h 1976639"/>
                <a:gd name="connsiteX2" fmla="*/ 2319004 w 2540174"/>
                <a:gd name="connsiteY2" fmla="*/ 244769 h 1976639"/>
                <a:gd name="connsiteX3" fmla="*/ 1147936 w 2540174"/>
                <a:gd name="connsiteY3" fmla="*/ 1075407 h 1976639"/>
                <a:gd name="connsiteX4" fmla="*/ 351927 w 2540174"/>
                <a:gd name="connsiteY4" fmla="*/ 1976639 h 1976639"/>
                <a:gd name="connsiteX5" fmla="*/ 77094 w 2540174"/>
                <a:gd name="connsiteY5" fmla="*/ 1800399 h 1976639"/>
                <a:gd name="connsiteX6" fmla="*/ 25384 w 2540174"/>
                <a:gd name="connsiteY6" fmla="*/ 1712740 h 1976639"/>
                <a:gd name="connsiteX7" fmla="*/ 593545 w 2540174"/>
                <a:gd name="connsiteY7" fmla="*/ 672561 h 1976639"/>
                <a:gd name="connsiteX8" fmla="*/ 1248544 w 2540174"/>
                <a:gd name="connsiteY8" fmla="*/ 93328 h 19766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540174" h="1976639">
                  <a:moveTo>
                    <a:pt x="1374372" y="0"/>
                  </a:moveTo>
                  <a:lnTo>
                    <a:pt x="2540174" y="121516"/>
                  </a:lnTo>
                  <a:lnTo>
                    <a:pt x="2319004" y="244769"/>
                  </a:lnTo>
                  <a:cubicBezTo>
                    <a:pt x="1907647" y="484374"/>
                    <a:pt x="1512338" y="758000"/>
                    <a:pt x="1147936" y="1075407"/>
                  </a:cubicBezTo>
                  <a:cubicBezTo>
                    <a:pt x="932634" y="1262584"/>
                    <a:pt x="522408" y="1608641"/>
                    <a:pt x="351927" y="1976639"/>
                  </a:cubicBezTo>
                  <a:cubicBezTo>
                    <a:pt x="241261" y="1941139"/>
                    <a:pt x="145241" y="1885599"/>
                    <a:pt x="77094" y="1800399"/>
                  </a:cubicBezTo>
                  <a:cubicBezTo>
                    <a:pt x="54711" y="1772325"/>
                    <a:pt x="37606" y="1742994"/>
                    <a:pt x="25384" y="1712740"/>
                  </a:cubicBezTo>
                  <a:cubicBezTo>
                    <a:pt x="-120579" y="1354254"/>
                    <a:pt x="402248" y="859924"/>
                    <a:pt x="593545" y="672561"/>
                  </a:cubicBezTo>
                  <a:cubicBezTo>
                    <a:pt x="829125" y="442341"/>
                    <a:pt x="1041333" y="254555"/>
                    <a:pt x="1248544" y="93328"/>
                  </a:cubicBez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19500000" scaled="0"/>
            </a:gradFill>
            <a:ln w="760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" name="Freeform 9">
              <a:extLst>
                <a:ext uri="{FF2B5EF4-FFF2-40B4-BE49-F238E27FC236}">
                  <a16:creationId xmlns:a16="http://schemas.microsoft.com/office/drawing/2014/main" id="{41064200-2FDB-8854-6149-140FCEAC061C}"/>
                </a:ext>
              </a:extLst>
            </p:cNvPr>
            <p:cNvSpPr/>
            <p:nvPr/>
          </p:nvSpPr>
          <p:spPr>
            <a:xfrm rot="21242962">
              <a:off x="6699121" y="1589759"/>
              <a:ext cx="4219130" cy="1340463"/>
            </a:xfrm>
            <a:custGeom>
              <a:avLst/>
              <a:gdLst>
                <a:gd name="connsiteX0" fmla="*/ 3058208 w 3070412"/>
                <a:gd name="connsiteY0" fmla="*/ 567433 h 875159"/>
                <a:gd name="connsiteX1" fmla="*/ 3039346 w 3070412"/>
                <a:gd name="connsiteY1" fmla="*/ 875160 h 875159"/>
                <a:gd name="connsiteX2" fmla="*/ 2868298 w 3070412"/>
                <a:gd name="connsiteY2" fmla="*/ 798816 h 875159"/>
                <a:gd name="connsiteX3" fmla="*/ 979683 w 3070412"/>
                <a:gd name="connsiteY3" fmla="*/ 704601 h 875159"/>
                <a:gd name="connsiteX4" fmla="*/ 195266 w 3070412"/>
                <a:gd name="connsiteY4" fmla="*/ 473758 h 875159"/>
                <a:gd name="connsiteX5" fmla="*/ 195113 w 3070412"/>
                <a:gd name="connsiteY5" fmla="*/ 473872 h 875159"/>
                <a:gd name="connsiteX6" fmla="*/ 0 w 3070412"/>
                <a:gd name="connsiteY6" fmla="*/ 343 h 875159"/>
                <a:gd name="connsiteX7" fmla="*/ 441 w 3070412"/>
                <a:gd name="connsiteY7" fmla="*/ 0 h 875159"/>
                <a:gd name="connsiteX8" fmla="*/ 37503 w 3070412"/>
                <a:gd name="connsiteY8" fmla="*/ 56462 h 875159"/>
                <a:gd name="connsiteX9" fmla="*/ 235363 w 3070412"/>
                <a:gd name="connsiteY9" fmla="*/ 168656 h 875159"/>
                <a:gd name="connsiteX10" fmla="*/ 947887 w 3070412"/>
                <a:gd name="connsiteY10" fmla="*/ 184009 h 875159"/>
                <a:gd name="connsiteX11" fmla="*/ 1825472 w 3070412"/>
                <a:gd name="connsiteY11" fmla="*/ 155892 h 875159"/>
                <a:gd name="connsiteX12" fmla="*/ 3058208 w 3070412"/>
                <a:gd name="connsiteY12" fmla="*/ 567433 h 8751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070412" h="875159">
                  <a:moveTo>
                    <a:pt x="3058208" y="567433"/>
                  </a:moveTo>
                  <a:cubicBezTo>
                    <a:pt x="3079961" y="659647"/>
                    <a:pt x="3072009" y="763354"/>
                    <a:pt x="3039346" y="875160"/>
                  </a:cubicBezTo>
                  <a:cubicBezTo>
                    <a:pt x="2990644" y="846168"/>
                    <a:pt x="2933800" y="820425"/>
                    <a:pt x="2868298" y="798816"/>
                  </a:cubicBezTo>
                  <a:cubicBezTo>
                    <a:pt x="2285073" y="605788"/>
                    <a:pt x="1587119" y="714206"/>
                    <a:pt x="979683" y="704601"/>
                  </a:cubicBezTo>
                  <a:cubicBezTo>
                    <a:pt x="779495" y="701427"/>
                    <a:pt x="293484" y="720044"/>
                    <a:pt x="195266" y="473758"/>
                  </a:cubicBezTo>
                  <a:lnTo>
                    <a:pt x="195113" y="473872"/>
                  </a:lnTo>
                  <a:lnTo>
                    <a:pt x="0" y="343"/>
                  </a:lnTo>
                  <a:lnTo>
                    <a:pt x="441" y="0"/>
                  </a:lnTo>
                  <a:cubicBezTo>
                    <a:pt x="9237" y="19615"/>
                    <a:pt x="21456" y="38461"/>
                    <a:pt x="37503" y="56462"/>
                  </a:cubicBezTo>
                  <a:cubicBezTo>
                    <a:pt x="86349" y="111090"/>
                    <a:pt x="155511" y="146393"/>
                    <a:pt x="235363" y="168656"/>
                  </a:cubicBezTo>
                  <a:cubicBezTo>
                    <a:pt x="458597" y="230919"/>
                    <a:pt x="765701" y="190464"/>
                    <a:pt x="947887" y="184009"/>
                  </a:cubicBezTo>
                  <a:cubicBezTo>
                    <a:pt x="1240337" y="173597"/>
                    <a:pt x="1533015" y="163481"/>
                    <a:pt x="1825472" y="155892"/>
                  </a:cubicBezTo>
                  <a:cubicBezTo>
                    <a:pt x="2631802" y="103799"/>
                    <a:pt x="2990575" y="278491"/>
                    <a:pt x="3058208" y="567433"/>
                  </a:cubicBezTo>
                  <a:close/>
                </a:path>
              </a:pathLst>
            </a:custGeom>
            <a:gradFill>
              <a:gsLst>
                <a:gs pos="11000">
                  <a:schemeClr val="accent1"/>
                </a:gs>
                <a:gs pos="100000">
                  <a:schemeClr val="accent3"/>
                </a:gs>
              </a:gsLst>
              <a:lin ang="0" scaled="0"/>
            </a:gradFill>
            <a:ln w="760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" name="Freeform 10">
              <a:extLst>
                <a:ext uri="{FF2B5EF4-FFF2-40B4-BE49-F238E27FC236}">
                  <a16:creationId xmlns:a16="http://schemas.microsoft.com/office/drawing/2014/main" id="{F938A101-18F6-3C75-6073-A86841C7A113}"/>
                </a:ext>
              </a:extLst>
            </p:cNvPr>
            <p:cNvSpPr/>
            <p:nvPr/>
          </p:nvSpPr>
          <p:spPr>
            <a:xfrm rot="21242962">
              <a:off x="6992707" y="2304275"/>
              <a:ext cx="4440393" cy="4530037"/>
            </a:xfrm>
            <a:custGeom>
              <a:avLst/>
              <a:gdLst>
                <a:gd name="connsiteX0" fmla="*/ 4108292 w 4440393"/>
                <a:gd name="connsiteY0" fmla="*/ 0 h 4530037"/>
                <a:gd name="connsiteX1" fmla="*/ 4393250 w 4440393"/>
                <a:gd name="connsiteY1" fmla="*/ 857957 h 4530037"/>
                <a:gd name="connsiteX2" fmla="*/ 4390534 w 4440393"/>
                <a:gd name="connsiteY2" fmla="*/ 859203 h 4530037"/>
                <a:gd name="connsiteX3" fmla="*/ 3580177 w 4440393"/>
                <a:gd name="connsiteY3" fmla="*/ 2993784 h 4530037"/>
                <a:gd name="connsiteX4" fmla="*/ 2038526 w 4440393"/>
                <a:gd name="connsiteY4" fmla="*/ 4412429 h 4530037"/>
                <a:gd name="connsiteX5" fmla="*/ 1873976 w 4440393"/>
                <a:gd name="connsiteY5" fmla="*/ 4530037 h 4530037"/>
                <a:gd name="connsiteX6" fmla="*/ 0 w 4440393"/>
                <a:gd name="connsiteY6" fmla="*/ 4334707 h 4530037"/>
                <a:gd name="connsiteX7" fmla="*/ 120875 w 4440393"/>
                <a:gd name="connsiteY7" fmla="*/ 4237966 h 4530037"/>
                <a:gd name="connsiteX8" fmla="*/ 336429 w 4440393"/>
                <a:gd name="connsiteY8" fmla="*/ 4099796 h 4530037"/>
                <a:gd name="connsiteX9" fmla="*/ 2937303 w 4440393"/>
                <a:gd name="connsiteY9" fmla="*/ 2230809 h 4530037"/>
                <a:gd name="connsiteX10" fmla="*/ 4085552 w 4440393"/>
                <a:gd name="connsiteY10" fmla="*/ 476188 h 4530037"/>
                <a:gd name="connsiteX11" fmla="*/ 4108292 w 4440393"/>
                <a:gd name="connsiteY11" fmla="*/ 0 h 45300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4440393" h="4530037">
                  <a:moveTo>
                    <a:pt x="4108292" y="0"/>
                  </a:moveTo>
                  <a:lnTo>
                    <a:pt x="4393250" y="857957"/>
                  </a:lnTo>
                  <a:lnTo>
                    <a:pt x="4390534" y="859203"/>
                  </a:lnTo>
                  <a:cubicBezTo>
                    <a:pt x="4623606" y="1512532"/>
                    <a:pt x="3986268" y="2501821"/>
                    <a:pt x="3580177" y="2993784"/>
                  </a:cubicBezTo>
                  <a:cubicBezTo>
                    <a:pt x="3155563" y="3504232"/>
                    <a:pt x="2621580" y="3982170"/>
                    <a:pt x="2038526" y="4412429"/>
                  </a:cubicBezTo>
                  <a:lnTo>
                    <a:pt x="1873976" y="4530037"/>
                  </a:lnTo>
                  <a:lnTo>
                    <a:pt x="0" y="4334707"/>
                  </a:lnTo>
                  <a:lnTo>
                    <a:pt x="120875" y="4237966"/>
                  </a:lnTo>
                  <a:cubicBezTo>
                    <a:pt x="190323" y="4188073"/>
                    <a:pt x="262240" y="4141930"/>
                    <a:pt x="336429" y="4099796"/>
                  </a:cubicBezTo>
                  <a:cubicBezTo>
                    <a:pt x="1176090" y="3623375"/>
                    <a:pt x="2223431" y="2976436"/>
                    <a:pt x="2937303" y="2230809"/>
                  </a:cubicBezTo>
                  <a:cubicBezTo>
                    <a:pt x="3502699" y="1640262"/>
                    <a:pt x="3951723" y="1002334"/>
                    <a:pt x="4085552" y="476188"/>
                  </a:cubicBezTo>
                  <a:cubicBezTo>
                    <a:pt x="4129606" y="303504"/>
                    <a:pt x="4139472" y="143037"/>
                    <a:pt x="4108292" y="0"/>
                  </a:cubicBezTo>
                  <a:close/>
                </a:path>
              </a:pathLst>
            </a:custGeom>
            <a:gradFill flip="none" rotWithShape="1">
              <a:gsLst>
                <a:gs pos="0">
                  <a:schemeClr val="tx2"/>
                </a:gs>
                <a:gs pos="99000">
                  <a:schemeClr val="accent1"/>
                </a:gs>
              </a:gsLst>
              <a:lin ang="18900000" scaled="1"/>
              <a:tileRect/>
            </a:gradFill>
            <a:ln w="760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pic>
        <p:nvPicPr>
          <p:cNvPr id="13" name="Graphic 12">
            <a:extLst>
              <a:ext uri="{FF2B5EF4-FFF2-40B4-BE49-F238E27FC236}">
                <a16:creationId xmlns:a16="http://schemas.microsoft.com/office/drawing/2014/main" id="{7D060999-7EDC-78DA-BCA4-FF58F392538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1117011" y="2970825"/>
            <a:ext cx="3103464" cy="3879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83372152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hank you sign off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33A4049-3B9D-CB45-E43B-E0A9AAB247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EFF3D0-6BED-D444-BEB4-872DDA21BA8D}" type="datetime1">
              <a:rPr lang="en-GB" smtClean="0"/>
              <a:t>02/10/2024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1236C78-74A4-36FB-38A4-6655849816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Powering the world of work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A28DA8-1A2A-96B9-0102-C36892E16A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31A8E9-B4CF-5643-AF96-CB4C768DAD63}" type="slidenum">
              <a:rPr lang="en-US" smtClean="0"/>
              <a:t>‹#›</a:t>
            </a:fld>
            <a:endParaRPr lang="en-US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1019874D-C925-3220-1EB5-28B0C251DFD5}"/>
              </a:ext>
            </a:extLst>
          </p:cNvPr>
          <p:cNvCxnSpPr>
            <a:cxnSpLocks/>
          </p:cNvCxnSpPr>
          <p:nvPr userDrawn="1"/>
        </p:nvCxnSpPr>
        <p:spPr>
          <a:xfrm>
            <a:off x="11498433" y="719138"/>
            <a:ext cx="0" cy="5418137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itle 1">
            <a:extLst>
              <a:ext uri="{FF2B5EF4-FFF2-40B4-BE49-F238E27FC236}">
                <a16:creationId xmlns:a16="http://schemas.microsoft.com/office/drawing/2014/main" id="{2A73A0B3-E323-EBD2-098B-3E1A25761AA4}"/>
              </a:ext>
            </a:extLst>
          </p:cNvPr>
          <p:cNvSpPr txBox="1">
            <a:spLocks/>
          </p:cNvSpPr>
          <p:nvPr userDrawn="1"/>
        </p:nvSpPr>
        <p:spPr>
          <a:xfrm>
            <a:off x="1149849" y="2507409"/>
            <a:ext cx="6443257" cy="1777720"/>
          </a:xfrm>
          <a:prstGeom prst="rect">
            <a:avLst/>
          </a:prstGeom>
        </p:spPr>
        <p:txBody>
          <a:bodyPr lIns="0" tIns="0" rIns="0" bIns="0" anchor="t" anchorCtr="0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800" b="1" i="0" kern="120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r>
              <a:rPr lang="en-US" sz="6000" spc="-50"/>
              <a:t>Thank you for </a:t>
            </a:r>
            <a:r>
              <a:rPr lang="en-US" sz="6000" spc="-50">
                <a:solidFill>
                  <a:schemeClr val="tx2"/>
                </a:solidFill>
              </a:rPr>
              <a:t>your time.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46AC2A8-EB63-76CF-4678-CFF34A06F01E}"/>
              </a:ext>
            </a:extLst>
          </p:cNvPr>
          <p:cNvSpPr/>
          <p:nvPr userDrawn="1"/>
        </p:nvSpPr>
        <p:spPr>
          <a:xfrm>
            <a:off x="0" y="0"/>
            <a:ext cx="216000" cy="6858000"/>
          </a:xfrm>
          <a:prstGeom prst="rect">
            <a:avLst/>
          </a:prstGeom>
          <a:gradFill>
            <a:gsLst>
              <a:gs pos="0">
                <a:schemeClr val="tx2"/>
              </a:gs>
              <a:gs pos="4700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8922578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ontac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33A4049-3B9D-CB45-E43B-E0A9AAB247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EFF3D0-6BED-D444-BEB4-872DDA21BA8D}" type="datetime1">
              <a:rPr lang="en-GB" smtClean="0"/>
              <a:t>02/10/2024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1236C78-74A4-36FB-38A4-6655849816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Powering the world of work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A28DA8-1A2A-96B9-0102-C36892E16A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31A8E9-B4CF-5643-AF96-CB4C768DAD63}" type="slidenum">
              <a:rPr lang="en-US" smtClean="0"/>
              <a:t>‹#›</a:t>
            </a:fld>
            <a:endParaRPr lang="en-US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1019874D-C925-3220-1EB5-28B0C251DFD5}"/>
              </a:ext>
            </a:extLst>
          </p:cNvPr>
          <p:cNvCxnSpPr>
            <a:cxnSpLocks/>
          </p:cNvCxnSpPr>
          <p:nvPr userDrawn="1"/>
        </p:nvCxnSpPr>
        <p:spPr>
          <a:xfrm>
            <a:off x="11498433" y="719138"/>
            <a:ext cx="0" cy="5418137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Rectangle 5">
            <a:extLst>
              <a:ext uri="{FF2B5EF4-FFF2-40B4-BE49-F238E27FC236}">
                <a16:creationId xmlns:a16="http://schemas.microsoft.com/office/drawing/2014/main" id="{346AC2A8-EB63-76CF-4678-CFF34A06F01E}"/>
              </a:ext>
            </a:extLst>
          </p:cNvPr>
          <p:cNvSpPr/>
          <p:nvPr userDrawn="1"/>
        </p:nvSpPr>
        <p:spPr>
          <a:xfrm>
            <a:off x="0" y="0"/>
            <a:ext cx="216000" cy="6858000"/>
          </a:xfrm>
          <a:prstGeom prst="rect">
            <a:avLst/>
          </a:prstGeom>
          <a:gradFill>
            <a:gsLst>
              <a:gs pos="0">
                <a:schemeClr val="tx2"/>
              </a:gs>
              <a:gs pos="4700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E3E9C4B1-8BBD-4A86-97E6-A05321731C6E}"/>
              </a:ext>
            </a:extLst>
          </p:cNvPr>
          <p:cNvGrpSpPr/>
          <p:nvPr userDrawn="1"/>
        </p:nvGrpSpPr>
        <p:grpSpPr>
          <a:xfrm>
            <a:off x="1161334" y="3581400"/>
            <a:ext cx="9922400" cy="372831"/>
            <a:chOff x="1383408" y="3927281"/>
            <a:chExt cx="9922400" cy="372831"/>
          </a:xfrm>
        </p:grpSpPr>
        <p:pic>
          <p:nvPicPr>
            <p:cNvPr id="8" name="Graphic 7">
              <a:extLst>
                <a:ext uri="{FF2B5EF4-FFF2-40B4-BE49-F238E27FC236}">
                  <a16:creationId xmlns:a16="http://schemas.microsoft.com/office/drawing/2014/main" id="{12258D66-EE6D-A115-1AB5-B4C27C73A40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383408" y="3927281"/>
              <a:ext cx="372831" cy="372831"/>
            </a:xfrm>
            <a:prstGeom prst="rect">
              <a:avLst/>
            </a:prstGeom>
          </p:spPr>
        </p:pic>
        <p:sp>
          <p:nvSpPr>
            <p:cNvPr id="9" name="Title 1">
              <a:extLst>
                <a:ext uri="{FF2B5EF4-FFF2-40B4-BE49-F238E27FC236}">
                  <a16:creationId xmlns:a16="http://schemas.microsoft.com/office/drawing/2014/main" id="{BA16597B-7B44-BE93-4394-1DA701C95A99}"/>
                </a:ext>
              </a:extLst>
            </p:cNvPr>
            <p:cNvSpPr txBox="1">
              <a:spLocks/>
            </p:cNvSpPr>
            <p:nvPr/>
          </p:nvSpPr>
          <p:spPr>
            <a:xfrm>
              <a:off x="1886305" y="3979892"/>
              <a:ext cx="1978833" cy="224555"/>
            </a:xfrm>
            <a:prstGeom prst="rect">
              <a:avLst/>
            </a:prstGeom>
          </p:spPr>
          <p:txBody>
            <a:bodyPr lIns="0" tIns="0" rIns="0" bIns="0" anchor="t" anchorCtr="0">
              <a:noAutofit/>
            </a:bodyPr>
            <a:lstStyle>
              <a:lvl1pPr algn="l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2800" b="1" i="0" kern="1200">
                  <a:solidFill>
                    <a:schemeClr val="tx1"/>
                  </a:solidFill>
                  <a:latin typeface="Montserrat SemiBold" pitchFamily="2" charset="77"/>
                  <a:ea typeface="+mj-ea"/>
                  <a:cs typeface="+mj-cs"/>
                </a:defRPr>
              </a:lvl1pPr>
            </a:lstStyle>
            <a:p>
              <a:pPr>
                <a:lnSpc>
                  <a:spcPct val="110000"/>
                </a:lnSpc>
                <a:spcBef>
                  <a:spcPts val="800"/>
                </a:spcBef>
                <a:spcAft>
                  <a:spcPts val="800"/>
                </a:spcAft>
              </a:pPr>
              <a:r>
                <a:rPr lang="en-GB" sz="1600" b="0" kern="100">
                  <a:solidFill>
                    <a:schemeClr val="tx1">
                      <a:lumMod val="75000"/>
                      <a:lumOff val="25000"/>
                    </a:schemeClr>
                  </a:solidFill>
                  <a:effectLst/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+44(0) 330 343 4000</a:t>
              </a:r>
            </a:p>
          </p:txBody>
        </p:sp>
        <p:pic>
          <p:nvPicPr>
            <p:cNvPr id="10" name="Graphic 9">
              <a:extLst>
                <a:ext uri="{FF2B5EF4-FFF2-40B4-BE49-F238E27FC236}">
                  <a16:creationId xmlns:a16="http://schemas.microsoft.com/office/drawing/2014/main" id="{F8CBC0C8-00D3-597B-95ED-2951CCF52BB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4508650" y="3966176"/>
              <a:ext cx="375506" cy="295040"/>
            </a:xfrm>
            <a:prstGeom prst="rect">
              <a:avLst/>
            </a:prstGeom>
          </p:spPr>
        </p:pic>
        <p:sp>
          <p:nvSpPr>
            <p:cNvPr id="11" name="Title 1">
              <a:extLst>
                <a:ext uri="{FF2B5EF4-FFF2-40B4-BE49-F238E27FC236}">
                  <a16:creationId xmlns:a16="http://schemas.microsoft.com/office/drawing/2014/main" id="{1E394DDB-95F4-C779-DDA8-2A6D4C37E464}"/>
                </a:ext>
              </a:extLst>
            </p:cNvPr>
            <p:cNvSpPr txBox="1">
              <a:spLocks/>
            </p:cNvSpPr>
            <p:nvPr/>
          </p:nvSpPr>
          <p:spPr>
            <a:xfrm>
              <a:off x="5041117" y="3979892"/>
              <a:ext cx="2310527" cy="224555"/>
            </a:xfrm>
            <a:prstGeom prst="rect">
              <a:avLst/>
            </a:prstGeom>
          </p:spPr>
          <p:txBody>
            <a:bodyPr lIns="0" tIns="0" rIns="0" bIns="0" anchor="t" anchorCtr="0">
              <a:noAutofit/>
            </a:bodyPr>
            <a:lstStyle>
              <a:lvl1pPr algn="l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2800" b="1" i="0" kern="1200">
                  <a:solidFill>
                    <a:schemeClr val="tx1"/>
                  </a:solidFill>
                  <a:latin typeface="Montserrat SemiBold" pitchFamily="2" charset="77"/>
                  <a:ea typeface="+mj-ea"/>
                  <a:cs typeface="+mj-cs"/>
                </a:defRPr>
              </a:lvl1pPr>
            </a:lstStyle>
            <a:p>
              <a:pPr>
                <a:lnSpc>
                  <a:spcPct val="110000"/>
                </a:lnSpc>
                <a:spcBef>
                  <a:spcPts val="800"/>
                </a:spcBef>
                <a:spcAft>
                  <a:spcPts val="800"/>
                </a:spcAft>
              </a:pPr>
              <a:r>
                <a:rPr lang="en-GB" sz="1600" b="0" kern="100" err="1">
                  <a:solidFill>
                    <a:schemeClr val="tx1">
                      <a:lumMod val="75000"/>
                      <a:lumOff val="25000"/>
                    </a:schemeClr>
                  </a:solidFill>
                  <a:effectLst/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www.oneadvanced.com</a:t>
              </a:r>
              <a:endParaRPr lang="en-GB" sz="1600" b="0" kern="10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pic>
          <p:nvPicPr>
            <p:cNvPr id="12" name="Graphic 11">
              <a:extLst>
                <a:ext uri="{FF2B5EF4-FFF2-40B4-BE49-F238E27FC236}">
                  <a16:creationId xmlns:a16="http://schemas.microsoft.com/office/drawing/2014/main" id="{DB617B8F-439F-0846-C91B-0D0BE613EBE2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8007239" y="3966176"/>
              <a:ext cx="375506" cy="295040"/>
            </a:xfrm>
            <a:prstGeom prst="rect">
              <a:avLst/>
            </a:prstGeom>
          </p:spPr>
        </p:pic>
        <p:sp>
          <p:nvSpPr>
            <p:cNvPr id="13" name="Title 1">
              <a:hlinkClick r:id="rId8"/>
              <a:extLst>
                <a:ext uri="{FF2B5EF4-FFF2-40B4-BE49-F238E27FC236}">
                  <a16:creationId xmlns:a16="http://schemas.microsoft.com/office/drawing/2014/main" id="{0C9002D1-74E0-6CBD-9260-7B915AF42557}"/>
                </a:ext>
              </a:extLst>
            </p:cNvPr>
            <p:cNvSpPr txBox="1">
              <a:spLocks/>
            </p:cNvSpPr>
            <p:nvPr/>
          </p:nvSpPr>
          <p:spPr>
            <a:xfrm>
              <a:off x="8539706" y="3979892"/>
              <a:ext cx="2766102" cy="281324"/>
            </a:xfrm>
            <a:prstGeom prst="rect">
              <a:avLst/>
            </a:prstGeom>
          </p:spPr>
          <p:txBody>
            <a:bodyPr lIns="0" tIns="0" rIns="0" bIns="0" anchor="t" anchorCtr="0">
              <a:noAutofit/>
            </a:bodyPr>
            <a:lstStyle>
              <a:lvl1pPr algn="l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2800" b="1" i="0" kern="1200">
                  <a:solidFill>
                    <a:schemeClr val="tx1"/>
                  </a:solidFill>
                  <a:latin typeface="Montserrat SemiBold" pitchFamily="2" charset="77"/>
                  <a:ea typeface="+mj-ea"/>
                  <a:cs typeface="+mj-cs"/>
                </a:defRPr>
              </a:lvl1pPr>
            </a:lstStyle>
            <a:p>
              <a:pPr>
                <a:lnSpc>
                  <a:spcPct val="110000"/>
                </a:lnSpc>
                <a:spcBef>
                  <a:spcPts val="800"/>
                </a:spcBef>
                <a:spcAft>
                  <a:spcPts val="800"/>
                </a:spcAft>
              </a:pPr>
              <a:r>
                <a:rPr lang="en-GB" sz="1600" b="0" kern="100">
                  <a:solidFill>
                    <a:schemeClr val="tx1">
                      <a:lumMod val="75000"/>
                      <a:lumOff val="25000"/>
                    </a:schemeClr>
                  </a:solidFill>
                  <a:effectLst/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hello@oneadvanced.com</a:t>
              </a:r>
            </a:p>
          </p:txBody>
        </p:sp>
      </p:grpSp>
      <p:sp>
        <p:nvSpPr>
          <p:cNvPr id="16" name="Title 1">
            <a:extLst>
              <a:ext uri="{FF2B5EF4-FFF2-40B4-BE49-F238E27FC236}">
                <a16:creationId xmlns:a16="http://schemas.microsoft.com/office/drawing/2014/main" id="{0BE4C725-FC06-DB3B-0F4B-89A77869B06D}"/>
              </a:ext>
            </a:extLst>
          </p:cNvPr>
          <p:cNvSpPr txBox="1">
            <a:spLocks/>
          </p:cNvSpPr>
          <p:nvPr userDrawn="1"/>
        </p:nvSpPr>
        <p:spPr>
          <a:xfrm>
            <a:off x="2532063" y="2328182"/>
            <a:ext cx="7127875" cy="494318"/>
          </a:xfrm>
          <a:prstGeom prst="rect">
            <a:avLst/>
          </a:prstGeom>
        </p:spPr>
        <p:txBody>
          <a:bodyPr lIns="0" tIns="0" rIns="0" bIns="0"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800" b="1" i="0" kern="120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algn="ctr"/>
            <a:r>
              <a:rPr lang="en-US" sz="4000"/>
              <a:t>Connect with us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958167D-1797-F786-9B8C-3BB1923D6493}"/>
              </a:ext>
            </a:extLst>
          </p:cNvPr>
          <p:cNvSpPr txBox="1"/>
          <p:nvPr userDrawn="1"/>
        </p:nvSpPr>
        <p:spPr>
          <a:xfrm>
            <a:off x="3194787" y="5765172"/>
            <a:ext cx="7618977" cy="3778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20000"/>
              </a:lnSpc>
            </a:pPr>
            <a:r>
              <a:rPr lang="en-GB" sz="800" kern="100">
                <a:solidFill>
                  <a:srgbClr val="2C2C37"/>
                </a:solidFill>
                <a:effectLst/>
                <a:latin typeface="Open Sans" panose="020B0606030504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Advanced Computer Software Group Limited is a company registered in England and Wales under company number 05965280, whose registered office </a:t>
            </a:r>
            <a:r>
              <a:rPr lang="en-GB" sz="800" kern="100">
                <a:solidFill>
                  <a:srgbClr val="373743"/>
                </a:solidFill>
                <a:effectLst/>
                <a:latin typeface="Open Sans" panose="020B0606030504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is: The Mailbox, Level 3, 101 Wharfside Street, Birmingham, B1 1RF</a:t>
            </a:r>
            <a:r>
              <a:rPr lang="en-GB" sz="800" kern="100">
                <a:solidFill>
                  <a:srgbClr val="2C2C37"/>
                </a:solidFill>
                <a:effectLst/>
                <a:latin typeface="Open Sans" panose="020B0606030504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. A full list of its trading subsidiaries is available at www.oneadvanced.com/legal-privacy.</a:t>
            </a:r>
            <a:endParaRPr lang="en-US" sz="800"/>
          </a:p>
        </p:txBody>
      </p:sp>
      <p:pic>
        <p:nvPicPr>
          <p:cNvPr id="18" name="Graphic 17">
            <a:extLst>
              <a:ext uri="{FF2B5EF4-FFF2-40B4-BE49-F238E27FC236}">
                <a16:creationId xmlns:a16="http://schemas.microsoft.com/office/drawing/2014/main" id="{F8498B2A-6B78-C39B-1C69-0EA4C112C95D}"/>
              </a:ext>
            </a:extLst>
          </p:cNvPr>
          <p:cNvPicPr>
            <a:picLocks noChangeAspect="1"/>
          </p:cNvPicPr>
          <p:nvPr userDrawn="1"/>
        </p:nvPicPr>
        <p:blipFill>
          <a:blip r:embed="rId9" cstate="screen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rcRect/>
          <a:stretch/>
        </p:blipFill>
        <p:spPr>
          <a:xfrm>
            <a:off x="1198111" y="5849241"/>
            <a:ext cx="1752318" cy="2190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60455710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Bulleted - Title two 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33A4049-3B9D-CB45-E43B-E0A9AAB247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EFF3D0-6BED-D444-BEB4-872DDA21BA8D}" type="datetime1">
              <a:rPr lang="en-GB" smtClean="0"/>
              <a:t>02/10/2024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1236C78-74A4-36FB-38A4-6655849816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Powering the world of work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A28DA8-1A2A-96B9-0102-C36892E16A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31A8E9-B4CF-5643-AF96-CB4C768DAD63}" type="slidenum">
              <a:rPr lang="en-US" smtClean="0"/>
              <a:t>‹#›</a:t>
            </a:fld>
            <a:endParaRPr lang="en-US"/>
          </a:p>
        </p:txBody>
      </p:sp>
      <p:pic>
        <p:nvPicPr>
          <p:cNvPr id="5" name="Picture 4" descr="Logo&#10;&#10;Description automatically generated">
            <a:extLst>
              <a:ext uri="{FF2B5EF4-FFF2-40B4-BE49-F238E27FC236}">
                <a16:creationId xmlns:a16="http://schemas.microsoft.com/office/drawing/2014/main" id="{E25F2FB2-840D-F0CA-9F59-E30CB784DF36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r="74711"/>
          <a:stretch/>
        </p:blipFill>
        <p:spPr>
          <a:xfrm>
            <a:off x="11360321" y="240054"/>
            <a:ext cx="276225" cy="238315"/>
          </a:xfrm>
          <a:prstGeom prst="rect">
            <a:avLst/>
          </a:prstGeom>
        </p:spPr>
      </p:pic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342275B-32AD-4515-CFDB-A17EB9FC3CE6}"/>
              </a:ext>
            </a:extLst>
          </p:cNvPr>
          <p:cNvCxnSpPr>
            <a:cxnSpLocks/>
          </p:cNvCxnSpPr>
          <p:nvPr userDrawn="1"/>
        </p:nvCxnSpPr>
        <p:spPr>
          <a:xfrm>
            <a:off x="11498433" y="719138"/>
            <a:ext cx="0" cy="5418137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Rectangle 47">
            <a:extLst>
              <a:ext uri="{FF2B5EF4-FFF2-40B4-BE49-F238E27FC236}">
                <a16:creationId xmlns:a16="http://schemas.microsoft.com/office/drawing/2014/main" id="{618B5F02-6076-8D40-79FD-10AF47A46C20}"/>
              </a:ext>
            </a:extLst>
          </p:cNvPr>
          <p:cNvSpPr/>
          <p:nvPr userDrawn="1"/>
        </p:nvSpPr>
        <p:spPr>
          <a:xfrm>
            <a:off x="0" y="0"/>
            <a:ext cx="216000" cy="6858000"/>
          </a:xfrm>
          <a:prstGeom prst="rect">
            <a:avLst/>
          </a:prstGeom>
          <a:gradFill>
            <a:gsLst>
              <a:gs pos="0">
                <a:schemeClr val="tx2"/>
              </a:gs>
              <a:gs pos="47000">
                <a:schemeClr val="accent1"/>
              </a:gs>
              <a:gs pos="100000">
                <a:schemeClr val="accent2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7ECB22F0-6D85-F8AE-E783-51377137A8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326" y="428400"/>
            <a:ext cx="10801349" cy="687600"/>
          </a:xfrm>
        </p:spPr>
        <p:txBody>
          <a:bodyPr anchor="t" anchorCtr="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5E05DFCF-753F-8AAE-BDF9-C4847038832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95325" y="1425600"/>
            <a:ext cx="5292725" cy="4705200"/>
          </a:xfrm>
        </p:spPr>
        <p:txBody>
          <a:bodyPr/>
          <a:lstStyle>
            <a:lvl1pPr>
              <a:lnSpc>
                <a:spcPct val="140000"/>
              </a:lnSpc>
              <a:defRPr lang="en-GB" noProof="0" dirty="0" smtClean="0"/>
            </a:lvl1pPr>
            <a:lvl2pPr>
              <a:lnSpc>
                <a:spcPct val="140000"/>
              </a:lnSpc>
              <a:defRPr lang="en-GB" noProof="0" dirty="0" smtClean="0"/>
            </a:lvl2pPr>
            <a:lvl3pPr>
              <a:lnSpc>
                <a:spcPct val="140000"/>
              </a:lnSpc>
              <a:defRPr lang="en-GB" noProof="0" dirty="0" smtClean="0"/>
            </a:lvl3pPr>
            <a:lvl4pPr>
              <a:lnSpc>
                <a:spcPct val="140000"/>
              </a:lnSpc>
              <a:defRPr lang="en-GB" noProof="0" dirty="0"/>
            </a:lvl4pPr>
          </a:lstStyle>
          <a:p>
            <a:pPr marL="342900" marR="0" lvl="0" indent="-252000" algn="l" defTabSz="914400" rtl="0" eaLnBrk="1" fontAlgn="auto" latinLnBrk="0" hangingPunct="1">
              <a:lnSpc>
                <a:spcPct val="140000"/>
              </a:lnSpc>
              <a:spcBef>
                <a:spcPts val="800"/>
              </a:spcBef>
              <a:spcAft>
                <a:spcPts val="300"/>
              </a:spcAft>
              <a:buClrTx/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2000" b="0" i="0" u="none" strike="noStrike" kern="1200" cap="none" spc="0" normalizeH="0" baseline="0" noProof="0">
                <a:ln>
                  <a:noFill/>
                </a:ln>
                <a:solidFill>
                  <a:srgbClr val="25252C">
                    <a:lumMod val="75000"/>
                    <a:lumOff val="25000"/>
                  </a:srgbClr>
                </a:solidFill>
                <a:effectLst/>
                <a:uLnTx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Click to edit Master text styles</a:t>
            </a:r>
          </a:p>
          <a:p>
            <a:pPr marL="864000" marR="0" lvl="1" indent="-216000" algn="l" defTabSz="914400" rtl="0" eaLnBrk="1" fontAlgn="auto" latinLnBrk="0" hangingPunct="1">
              <a:lnSpc>
                <a:spcPct val="140000"/>
              </a:lnSpc>
              <a:spcBef>
                <a:spcPts val="200"/>
              </a:spcBef>
              <a:spcAft>
                <a:spcPts val="0"/>
              </a:spcAft>
              <a:buClr>
                <a:srgbClr val="F15D22"/>
              </a:buClr>
              <a:buSzPct val="110000"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1800" b="0" i="0" u="none" strike="noStrike" kern="1200" cap="none" spc="0" normalizeH="0" baseline="0" noProof="0">
                <a:ln>
                  <a:noFill/>
                </a:ln>
                <a:solidFill>
                  <a:srgbClr val="25252C">
                    <a:lumMod val="75000"/>
                    <a:lumOff val="25000"/>
                  </a:srgbClr>
                </a:solidFill>
                <a:effectLst/>
                <a:uLnTx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Second level</a:t>
            </a:r>
          </a:p>
          <a:p>
            <a:pPr marL="1368000" marR="0" lvl="2" indent="-180000" algn="l" defTabSz="914400" rtl="0" eaLnBrk="1" fontAlgn="auto" latinLnBrk="0" hangingPunct="1">
              <a:lnSpc>
                <a:spcPct val="140000"/>
              </a:lnSpc>
              <a:spcBef>
                <a:spcPts val="100"/>
              </a:spcBef>
              <a:spcAft>
                <a:spcPts val="0"/>
              </a:spcAft>
              <a:buClr>
                <a:srgbClr val="25252C">
                  <a:lumMod val="75000"/>
                  <a:lumOff val="25000"/>
                </a:srgbClr>
              </a:buClr>
              <a:buSzPct val="130000"/>
              <a:buFont typeface="Open Sans" panose="020B0606030504020204" pitchFamily="34" charset="0"/>
              <a:buChar char="›"/>
              <a:tabLst/>
              <a:defRPr/>
            </a:pPr>
            <a:r>
              <a:rPr kumimoji="0" lang="en-GB" sz="1400" b="0" i="0" u="none" strike="noStrike" kern="1200" cap="none" spc="0" normalizeH="0" baseline="0" noProof="0">
                <a:ln>
                  <a:noFill/>
                </a:ln>
                <a:solidFill>
                  <a:srgbClr val="25252C">
                    <a:lumMod val="75000"/>
                    <a:lumOff val="25000"/>
                  </a:srgbClr>
                </a:solidFill>
                <a:effectLst/>
                <a:uLnTx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Third level</a:t>
            </a:r>
          </a:p>
          <a:p>
            <a:pPr marL="1728000" marR="0" lvl="3" indent="-144000" algn="l" defTabSz="914400" rtl="0" eaLnBrk="1" fontAlgn="auto" latinLnBrk="0" hangingPunct="1">
              <a:lnSpc>
                <a:spcPct val="140000"/>
              </a:lnSpc>
              <a:spcBef>
                <a:spcPts val="100"/>
              </a:spcBef>
              <a:spcAft>
                <a:spcPts val="0"/>
              </a:spcAft>
              <a:buClr>
                <a:srgbClr val="F15D22"/>
              </a:buClr>
              <a:buSzPct val="120000"/>
              <a:buFont typeface="Open Sans" panose="020B0606030504020204" pitchFamily="34" charset="0"/>
              <a:buChar char="›"/>
              <a:tabLst/>
              <a:defRPr/>
            </a:pPr>
            <a:r>
              <a:rPr kumimoji="0" lang="en-GB" sz="1200" b="0" i="0" u="none" strike="noStrike" kern="1200" cap="none" spc="0" normalizeH="0" baseline="0" noProof="0">
                <a:ln>
                  <a:noFill/>
                </a:ln>
                <a:solidFill>
                  <a:srgbClr val="25252C">
                    <a:lumMod val="75000"/>
                    <a:lumOff val="25000"/>
                  </a:srgbClr>
                </a:solidFill>
                <a:effectLst/>
                <a:uLnTx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Fourth Level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9F472F98-5AEE-6AB5-BBB2-A88EB9603F97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81725" y="1425599"/>
            <a:ext cx="5314950" cy="4705200"/>
          </a:xfrm>
        </p:spPr>
        <p:txBody>
          <a:bodyPr/>
          <a:lstStyle/>
          <a:p>
            <a:pPr marL="342900" marR="0" lvl="0" indent="-252000" algn="l" defTabSz="914400" rtl="0" eaLnBrk="1" fontAlgn="auto" latinLnBrk="0" hangingPunct="1">
              <a:lnSpc>
                <a:spcPct val="140000"/>
              </a:lnSpc>
              <a:spcBef>
                <a:spcPts val="800"/>
              </a:spcBef>
              <a:spcAft>
                <a:spcPts val="300"/>
              </a:spcAft>
              <a:buClrTx/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2000" b="0" i="0" u="none" strike="noStrike" kern="1200" cap="none" spc="0" normalizeH="0" baseline="0" noProof="0">
                <a:ln>
                  <a:noFill/>
                </a:ln>
                <a:solidFill>
                  <a:srgbClr val="25252C">
                    <a:lumMod val="75000"/>
                    <a:lumOff val="25000"/>
                  </a:srgbClr>
                </a:solidFill>
                <a:effectLst/>
                <a:uLnTx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Click to edit Master text styles</a:t>
            </a:r>
          </a:p>
          <a:p>
            <a:pPr marL="864000" marR="0" lvl="1" indent="-216000" algn="l" defTabSz="914400" rtl="0" eaLnBrk="1" fontAlgn="auto" latinLnBrk="0" hangingPunct="1">
              <a:lnSpc>
                <a:spcPct val="140000"/>
              </a:lnSpc>
              <a:spcBef>
                <a:spcPts val="200"/>
              </a:spcBef>
              <a:spcAft>
                <a:spcPts val="0"/>
              </a:spcAft>
              <a:buClr>
                <a:srgbClr val="F15D22"/>
              </a:buClr>
              <a:buSzPct val="110000"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1800" b="0" i="0" u="none" strike="noStrike" kern="1200" cap="none" spc="0" normalizeH="0" baseline="0" noProof="0">
                <a:ln>
                  <a:noFill/>
                </a:ln>
                <a:solidFill>
                  <a:srgbClr val="25252C">
                    <a:lumMod val="75000"/>
                    <a:lumOff val="25000"/>
                  </a:srgbClr>
                </a:solidFill>
                <a:effectLst/>
                <a:uLnTx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Second level</a:t>
            </a:r>
          </a:p>
          <a:p>
            <a:pPr marL="1368000" marR="0" lvl="2" indent="-180000" algn="l" defTabSz="914400" rtl="0" eaLnBrk="1" fontAlgn="auto" latinLnBrk="0" hangingPunct="1">
              <a:lnSpc>
                <a:spcPct val="140000"/>
              </a:lnSpc>
              <a:spcBef>
                <a:spcPts val="100"/>
              </a:spcBef>
              <a:spcAft>
                <a:spcPts val="0"/>
              </a:spcAft>
              <a:buClr>
                <a:srgbClr val="25252C">
                  <a:lumMod val="75000"/>
                  <a:lumOff val="25000"/>
                </a:srgbClr>
              </a:buClr>
              <a:buSzPct val="130000"/>
              <a:buFont typeface="Open Sans" panose="020B0606030504020204" pitchFamily="34" charset="0"/>
              <a:buChar char="›"/>
              <a:tabLst/>
              <a:defRPr/>
            </a:pPr>
            <a:r>
              <a:rPr kumimoji="0" lang="en-GB" sz="1400" b="0" i="0" u="none" strike="noStrike" kern="1200" cap="none" spc="0" normalizeH="0" baseline="0" noProof="0">
                <a:ln>
                  <a:noFill/>
                </a:ln>
                <a:solidFill>
                  <a:srgbClr val="25252C">
                    <a:lumMod val="75000"/>
                    <a:lumOff val="25000"/>
                  </a:srgbClr>
                </a:solidFill>
                <a:effectLst/>
                <a:uLnTx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Third level</a:t>
            </a:r>
          </a:p>
          <a:p>
            <a:pPr marL="1728000" marR="0" lvl="3" indent="-144000" algn="l" defTabSz="914400" rtl="0" eaLnBrk="1" fontAlgn="auto" latinLnBrk="0" hangingPunct="1">
              <a:lnSpc>
                <a:spcPct val="140000"/>
              </a:lnSpc>
              <a:spcBef>
                <a:spcPts val="100"/>
              </a:spcBef>
              <a:spcAft>
                <a:spcPts val="0"/>
              </a:spcAft>
              <a:buClr>
                <a:srgbClr val="F15D22"/>
              </a:buClr>
              <a:buSzPct val="120000"/>
              <a:buFont typeface="Open Sans" panose="020B0606030504020204" pitchFamily="34" charset="0"/>
              <a:buChar char="›"/>
              <a:tabLst/>
              <a:defRPr/>
            </a:pPr>
            <a:r>
              <a:rPr kumimoji="0" lang="en-GB" sz="1200" b="0" i="0" u="none" strike="noStrike" kern="1200" cap="none" spc="0" normalizeH="0" baseline="0" noProof="0">
                <a:ln>
                  <a:noFill/>
                </a:ln>
                <a:solidFill>
                  <a:srgbClr val="25252C">
                    <a:lumMod val="75000"/>
                    <a:lumOff val="25000"/>
                  </a:srgbClr>
                </a:solidFill>
                <a:effectLst/>
                <a:uLnTx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268304401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slideLayout" Target="../slideLayouts/slideLayout42.xml"/><Relationship Id="rId47" Type="http://schemas.openxmlformats.org/officeDocument/2006/relationships/slideLayout" Target="../slideLayouts/slideLayout47.xml"/><Relationship Id="rId50" Type="http://schemas.openxmlformats.org/officeDocument/2006/relationships/theme" Target="../theme/theme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46" Type="http://schemas.openxmlformats.org/officeDocument/2006/relationships/slideLayout" Target="../slideLayouts/slideLayout46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41" Type="http://schemas.openxmlformats.org/officeDocument/2006/relationships/slideLayout" Target="../slideLayouts/slideLayout4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45" Type="http://schemas.openxmlformats.org/officeDocument/2006/relationships/slideLayout" Target="../slideLayouts/slideLayout45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49" Type="http://schemas.openxmlformats.org/officeDocument/2006/relationships/slideLayout" Target="../slideLayouts/slideLayout49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4" Type="http://schemas.openxmlformats.org/officeDocument/2006/relationships/slideLayout" Target="../slideLayouts/slideLayout44.xml"/><Relationship Id="rId52" Type="http://schemas.openxmlformats.org/officeDocument/2006/relationships/image" Target="../media/image2.sv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slideLayout" Target="../slideLayouts/slideLayout43.xml"/><Relationship Id="rId48" Type="http://schemas.openxmlformats.org/officeDocument/2006/relationships/slideLayout" Target="../slideLayouts/slideLayout48.xml"/><Relationship Id="rId8" Type="http://schemas.openxmlformats.org/officeDocument/2006/relationships/slideLayout" Target="../slideLayouts/slideLayout8.xml"/><Relationship Id="rId51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92FA676-B67E-AC67-7DDA-00665EF3C3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324" y="429193"/>
            <a:ext cx="10801349" cy="6876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6A9D472-BF61-3B8E-D859-41FCAE3559A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95325" y="1424138"/>
            <a:ext cx="10801350" cy="47052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6787B15-1A7C-CA75-4000-6B4E7DCC065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704377" y="6356350"/>
            <a:ext cx="118973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lang="en-GB" sz="1000" b="1" i="0" kern="1200" smtClean="0">
                <a:solidFill>
                  <a:schemeClr val="tx1">
                    <a:lumMod val="25000"/>
                    <a:lumOff val="75000"/>
                  </a:schemeClr>
                </a:solidFill>
                <a:latin typeface="Montserrat SemiBold" pitchFamily="2" charset="77"/>
                <a:ea typeface="+mn-ea"/>
                <a:cs typeface="+mn-cs"/>
              </a:defRPr>
            </a:lvl1pPr>
          </a:lstStyle>
          <a:p>
            <a:fld id="{D63005AE-A14B-7B48-9AF5-01E333747121}" type="datetime1">
              <a:rPr lang="en-GB" smtClean="0"/>
              <a:t>02/10/2024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5A5CDDB-CC03-EB15-3D1D-E9C5DF5AC35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067426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lang="en-US" sz="1000" b="1" i="0" kern="1200" dirty="0">
                <a:solidFill>
                  <a:schemeClr val="tx1">
                    <a:lumMod val="25000"/>
                    <a:lumOff val="75000"/>
                  </a:schemeClr>
                </a:solidFill>
                <a:latin typeface="Montserrat SemiBold" pitchFamily="2" charset="77"/>
                <a:ea typeface="+mn-ea"/>
                <a:cs typeface="+mn-cs"/>
              </a:defRPr>
            </a:lvl1pPr>
          </a:lstStyle>
          <a:p>
            <a:r>
              <a:rPr lang="en-GB"/>
              <a:t>Powering the world of work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A4D9A69-816B-342C-83AD-D5776DA9D22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01647" y="6356350"/>
            <a:ext cx="39005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lang="en-US" sz="1200" b="1" i="0" kern="1200" smtClean="0">
                <a:solidFill>
                  <a:schemeClr val="tx1">
                    <a:lumMod val="25000"/>
                    <a:lumOff val="75000"/>
                  </a:schemeClr>
                </a:solidFill>
                <a:latin typeface="Montserrat SemiBold" pitchFamily="2" charset="77"/>
                <a:ea typeface="+mn-ea"/>
                <a:cs typeface="+mn-cs"/>
              </a:defRPr>
            </a:lvl1pPr>
          </a:lstStyle>
          <a:p>
            <a:fld id="{3531A8E9-B4CF-5643-AF96-CB4C768DAD63}" type="slidenum">
              <a:rPr lang="en-GB" smtClean="0"/>
              <a:pPr/>
              <a:t>‹#›</a:t>
            </a:fld>
            <a:endParaRPr lang="en-GB"/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5658AAB2-EDCD-A900-5FDD-1A1336EBF022}"/>
              </a:ext>
            </a:extLst>
          </p:cNvPr>
          <p:cNvPicPr>
            <a:picLocks noChangeAspect="1"/>
          </p:cNvPicPr>
          <p:nvPr userDrawn="1"/>
        </p:nvPicPr>
        <p:blipFill>
          <a:blip r:embed="rId51" cstate="screen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2"/>
              </a:ext>
            </a:extLst>
          </a:blip>
          <a:stretch>
            <a:fillRect/>
          </a:stretch>
        </p:blipFill>
        <p:spPr>
          <a:xfrm>
            <a:off x="11360321" y="240054"/>
            <a:ext cx="276225" cy="2525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327858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8" r:id="rId2"/>
    <p:sldLayoutId id="2147483659" r:id="rId3"/>
    <p:sldLayoutId id="2147483684" r:id="rId4"/>
    <p:sldLayoutId id="2147483685" r:id="rId5"/>
    <p:sldLayoutId id="2147483651" r:id="rId6"/>
    <p:sldLayoutId id="2147483660" r:id="rId7"/>
    <p:sldLayoutId id="2147483661" r:id="rId8"/>
    <p:sldLayoutId id="2147483717" r:id="rId9"/>
    <p:sldLayoutId id="2147483718" r:id="rId10"/>
    <p:sldLayoutId id="2147483662" r:id="rId11"/>
    <p:sldLayoutId id="2147483663" r:id="rId12"/>
    <p:sldLayoutId id="2147483731" r:id="rId13"/>
    <p:sldLayoutId id="2147483733" r:id="rId14"/>
    <p:sldLayoutId id="2147483734" r:id="rId15"/>
    <p:sldLayoutId id="2147483735" r:id="rId16"/>
    <p:sldLayoutId id="2147483719" r:id="rId17"/>
    <p:sldLayoutId id="2147483673" r:id="rId18"/>
    <p:sldLayoutId id="2147483676" r:id="rId19"/>
    <p:sldLayoutId id="2147483674" r:id="rId20"/>
    <p:sldLayoutId id="2147483677" r:id="rId21"/>
    <p:sldLayoutId id="2147483741" r:id="rId22"/>
    <p:sldLayoutId id="2147483742" r:id="rId23"/>
    <p:sldLayoutId id="2147483666" r:id="rId24"/>
    <p:sldLayoutId id="2147483667" r:id="rId25"/>
    <p:sldLayoutId id="2147483668" r:id="rId26"/>
    <p:sldLayoutId id="2147483680" r:id="rId27"/>
    <p:sldLayoutId id="2147483675" r:id="rId28"/>
    <p:sldLayoutId id="2147483723" r:id="rId29"/>
    <p:sldLayoutId id="2147483722" r:id="rId30"/>
    <p:sldLayoutId id="2147483732" r:id="rId31"/>
    <p:sldLayoutId id="2147483737" r:id="rId32"/>
    <p:sldLayoutId id="2147483738" r:id="rId33"/>
    <p:sldLayoutId id="2147483739" r:id="rId34"/>
    <p:sldLayoutId id="2147483740" r:id="rId35"/>
    <p:sldLayoutId id="2147483682" r:id="rId36"/>
    <p:sldLayoutId id="2147483683" r:id="rId37"/>
    <p:sldLayoutId id="2147483725" r:id="rId38"/>
    <p:sldLayoutId id="2147483670" r:id="rId39"/>
    <p:sldLayoutId id="2147483671" r:id="rId40"/>
    <p:sldLayoutId id="2147483669" r:id="rId41"/>
    <p:sldLayoutId id="2147483664" r:id="rId42"/>
    <p:sldLayoutId id="2147483665" r:id="rId43"/>
    <p:sldLayoutId id="2147483681" r:id="rId44"/>
    <p:sldLayoutId id="2147483655" r:id="rId45"/>
    <p:sldLayoutId id="2147483672" r:id="rId46"/>
    <p:sldLayoutId id="2147483678" r:id="rId47"/>
    <p:sldLayoutId id="2147483679" r:id="rId48"/>
    <p:sldLayoutId id="2147483743" r:id="rId49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1" i="0" kern="1200">
          <a:solidFill>
            <a:schemeClr val="tx1"/>
          </a:solidFill>
          <a:latin typeface="Montserrat SemiBold" pitchFamily="2" charset="77"/>
          <a:ea typeface="+mj-ea"/>
          <a:cs typeface="+mj-cs"/>
        </a:defRPr>
      </a:lvl1pPr>
    </p:titleStyle>
    <p:bodyStyle>
      <a:lvl1pPr marL="342000" indent="-252000" algn="l" defTabSz="914400" rtl="0" eaLnBrk="1" latinLnBrk="0" hangingPunct="1">
        <a:lnSpc>
          <a:spcPct val="120000"/>
        </a:lnSpc>
        <a:spcBef>
          <a:spcPts val="800"/>
        </a:spcBef>
        <a:spcAft>
          <a:spcPts val="300"/>
        </a:spcAft>
        <a:buSzPct val="120000"/>
        <a:buFont typeface="Arial" panose="020B0604020202020204" pitchFamily="34" charset="0"/>
        <a:buChar char="•"/>
        <a:defRPr sz="2000" kern="1200">
          <a:solidFill>
            <a:schemeClr val="tx1">
              <a:lumMod val="75000"/>
              <a:lumOff val="25000"/>
            </a:schemeClr>
          </a:solidFill>
          <a:latin typeface="Open Sans" panose="020B0606030504020204" pitchFamily="34" charset="0"/>
          <a:ea typeface="Open Sans" panose="020B0606030504020204" pitchFamily="34" charset="0"/>
          <a:cs typeface="Open Sans" panose="020B0606030504020204" pitchFamily="34" charset="0"/>
        </a:defRPr>
      </a:lvl1pPr>
      <a:lvl2pPr marL="720000" indent="-216000" algn="l" defTabSz="914400" rtl="0" eaLnBrk="1" latinLnBrk="0" hangingPunct="1">
        <a:lnSpc>
          <a:spcPct val="120000"/>
        </a:lnSpc>
        <a:spcBef>
          <a:spcPts val="200"/>
        </a:spcBef>
        <a:spcAft>
          <a:spcPts val="0"/>
        </a:spcAft>
        <a:buClr>
          <a:schemeClr val="tx2"/>
        </a:buClr>
        <a:buSzPct val="110000"/>
        <a:buFont typeface="Arial" panose="020B0604020202020204" pitchFamily="34" charset="0"/>
        <a:buChar char="•"/>
        <a:defRPr sz="1800" kern="1200">
          <a:solidFill>
            <a:schemeClr val="tx1">
              <a:lumMod val="75000"/>
              <a:lumOff val="25000"/>
            </a:schemeClr>
          </a:solidFill>
          <a:latin typeface="Open Sans" panose="020B0606030504020204" pitchFamily="34" charset="0"/>
          <a:ea typeface="Open Sans" panose="020B0606030504020204" pitchFamily="34" charset="0"/>
          <a:cs typeface="Open Sans" panose="020B0606030504020204" pitchFamily="34" charset="0"/>
        </a:defRPr>
      </a:lvl2pPr>
      <a:lvl3pPr marL="1152000" indent="-180000" algn="l" defTabSz="914400" rtl="0" eaLnBrk="1" latinLnBrk="0" hangingPunct="1">
        <a:lnSpc>
          <a:spcPct val="120000"/>
        </a:lnSpc>
        <a:spcBef>
          <a:spcPts val="100"/>
        </a:spcBef>
        <a:spcAft>
          <a:spcPts val="0"/>
        </a:spcAft>
        <a:buClr>
          <a:schemeClr val="tx1">
            <a:lumMod val="75000"/>
            <a:lumOff val="25000"/>
          </a:schemeClr>
        </a:buClr>
        <a:buSzPct val="130000"/>
        <a:buFont typeface="Open Sans" panose="020B0606030504020204" pitchFamily="34" charset="0"/>
        <a:buChar char="›"/>
        <a:defRPr sz="1600" kern="1200">
          <a:solidFill>
            <a:schemeClr val="tx1">
              <a:lumMod val="75000"/>
              <a:lumOff val="25000"/>
            </a:schemeClr>
          </a:solidFill>
          <a:latin typeface="Open Sans" panose="020B0606030504020204" pitchFamily="34" charset="0"/>
          <a:ea typeface="Open Sans" panose="020B0606030504020204" pitchFamily="34" charset="0"/>
          <a:cs typeface="Open Sans" panose="020B0606030504020204" pitchFamily="34" charset="0"/>
        </a:defRPr>
      </a:lvl3pPr>
      <a:lvl4pPr marL="1512000" indent="-144000" algn="l" defTabSz="914400" rtl="0" eaLnBrk="1" latinLnBrk="0" hangingPunct="1">
        <a:lnSpc>
          <a:spcPct val="120000"/>
        </a:lnSpc>
        <a:spcBef>
          <a:spcPts val="100"/>
        </a:spcBef>
        <a:spcAft>
          <a:spcPts val="0"/>
        </a:spcAft>
        <a:buClr>
          <a:schemeClr val="tx2"/>
        </a:buClr>
        <a:buSzPct val="120000"/>
        <a:buFont typeface="Open Sans" panose="020B0606030504020204" pitchFamily="34" charset="0"/>
        <a:buChar char="›"/>
        <a:defRPr sz="1400" kern="1200">
          <a:solidFill>
            <a:schemeClr val="tx1">
              <a:lumMod val="75000"/>
              <a:lumOff val="25000"/>
            </a:schemeClr>
          </a:solidFill>
          <a:latin typeface="Open Sans" panose="020B0606030504020204" pitchFamily="34" charset="0"/>
          <a:ea typeface="Open Sans" panose="020B0606030504020204" pitchFamily="34" charset="0"/>
          <a:cs typeface="Open Sans" panose="020B0606030504020204" pitchFamily="34" charset="0"/>
        </a:defRPr>
      </a:lvl4pPr>
      <a:lvl5pPr marL="1872000" indent="-108000" algn="l" defTabSz="914400" rtl="0" eaLnBrk="1" latinLnBrk="0" hangingPunct="1">
        <a:lnSpc>
          <a:spcPct val="120000"/>
        </a:lnSpc>
        <a:spcBef>
          <a:spcPts val="100"/>
        </a:spcBef>
        <a:spcAft>
          <a:spcPts val="0"/>
        </a:spcAft>
        <a:buClr>
          <a:schemeClr val="tx1">
            <a:lumMod val="50000"/>
            <a:lumOff val="50000"/>
          </a:schemeClr>
        </a:buClr>
        <a:buFont typeface="Open Sans" panose="020B0606030504020204" pitchFamily="34" charset="0"/>
        <a:buChar char="›"/>
        <a:defRPr sz="1200" kern="1200">
          <a:solidFill>
            <a:schemeClr val="tx1">
              <a:lumMod val="75000"/>
              <a:lumOff val="25000"/>
            </a:schemeClr>
          </a:solidFill>
          <a:latin typeface="Open Sans" panose="020B0606030504020204" pitchFamily="34" charset="0"/>
          <a:ea typeface="Open Sans" panose="020B0606030504020204" pitchFamily="34" charset="0"/>
          <a:cs typeface="Open Sans" panose="020B0606030504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459">
          <p15:clr>
            <a:srgbClr val="547EBF"/>
          </p15:clr>
        </p15:guide>
        <p15:guide id="3" orient="horz" pos="2228">
          <p15:clr>
            <a:srgbClr val="547EBF"/>
          </p15:clr>
        </p15:guide>
        <p15:guide id="4" orient="horz" pos="2115">
          <p15:clr>
            <a:srgbClr val="547EBF"/>
          </p15:clr>
        </p15:guide>
        <p15:guide id="7" pos="1481">
          <p15:clr>
            <a:srgbClr val="547EBF"/>
          </p15:clr>
        </p15:guide>
        <p15:guide id="8" pos="1595">
          <p15:clr>
            <a:srgbClr val="547EBF"/>
          </p15:clr>
        </p15:guide>
        <p15:guide id="9" pos="2638">
          <p15:clr>
            <a:srgbClr val="547EBF"/>
          </p15:clr>
        </p15:guide>
        <p15:guide id="10" pos="2751">
          <p15:clr>
            <a:srgbClr val="547EBF"/>
          </p15:clr>
        </p15:guide>
        <p15:guide id="11" pos="3772">
          <p15:clr>
            <a:srgbClr val="547EBF"/>
          </p15:clr>
        </p15:guide>
        <p15:guide id="12" pos="3885">
          <p15:clr>
            <a:srgbClr val="547EBF"/>
          </p15:clr>
        </p15:guide>
        <p15:guide id="13" pos="4929">
          <p15:clr>
            <a:srgbClr val="547EBF"/>
          </p15:clr>
        </p15:guide>
        <p15:guide id="14" pos="5029">
          <p15:clr>
            <a:srgbClr val="547EBF"/>
          </p15:clr>
        </p15:guide>
        <p15:guide id="15" pos="6085">
          <p15:clr>
            <a:srgbClr val="547EBF"/>
          </p15:clr>
        </p15:guide>
        <p15:guide id="16" pos="6185">
          <p15:clr>
            <a:srgbClr val="547EBF"/>
          </p15:clr>
        </p15:guide>
        <p15:guide id="17" orient="horz" pos="890" userDrawn="1">
          <p15:clr>
            <a:srgbClr val="F26B43"/>
          </p15:clr>
        </p15:guide>
        <p15:guide id="18" orient="horz" pos="3861" userDrawn="1">
          <p15:clr>
            <a:srgbClr val="F26B43"/>
          </p15:clr>
        </p15:guide>
        <p15:guide id="19" pos="438" userDrawn="1">
          <p15:clr>
            <a:srgbClr val="F26B43"/>
          </p15:clr>
        </p15:guide>
        <p15:guide id="20" pos="7129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9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9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D41328-38B7-3594-7FBB-BE55921788B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tr-TR" dirty="0" err="1">
                <a:latin typeface="Montserrat SemiBold"/>
              </a:rPr>
              <a:t>valclient</a:t>
            </a:r>
            <a:r>
              <a:rPr lang="en-US" dirty="0">
                <a:latin typeface="Montserrat SemiBold"/>
              </a:rPr>
              <a:t>: Value Business Case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588DF38-F73F-09E2-6B8C-286C3751DC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31A8E9-B4CF-5643-AF96-CB4C768DAD63}" type="slidenum">
              <a:rPr lang="en-US" smtClean="0"/>
              <a:pPr/>
              <a:t>1</a:t>
            </a:fld>
            <a:endParaRPr lang="en-US"/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04B16102-7F03-D98C-5599-59D403A4A6A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Financials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BAC2211-2BF5-0F3E-134E-6D7CA1E5AA5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Presented by OneAdvanced</a:t>
            </a:r>
          </a:p>
        </p:txBody>
      </p:sp>
      <p:pic>
        <p:nvPicPr>
          <p:cNvPr id="8" name="Picture Placeholder 7">
            <a:extLst>
              <a:ext uri="{FF2B5EF4-FFF2-40B4-BE49-F238E27FC236}">
                <a16:creationId xmlns:a16="http://schemas.microsoft.com/office/drawing/2014/main" id="{8ABF3CB5-1982-E5EA-D401-E797DAE7CB81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/>
      </p:pic>
    </p:spTree>
    <p:extLst>
      <p:ext uri="{BB962C8B-B14F-4D97-AF65-F5344CB8AC3E}">
        <p14:creationId xmlns:p14="http://schemas.microsoft.com/office/powerpoint/2010/main" val="380887556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AF9B21B-0DB0-4A3B-2A56-3222E861E3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31A8E9-B4CF-5643-AF96-CB4C768DAD63}" type="slidenum">
              <a:rPr lang="en-US" smtClean="0"/>
              <a:t>2</a:t>
            </a:fld>
            <a:endParaRPr 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82CBA69-C11A-8CE4-B582-EF16D83B80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326" y="428400"/>
            <a:ext cx="10801349" cy="388773"/>
          </a:xfrm>
        </p:spPr>
        <p:txBody>
          <a:bodyPr/>
          <a:lstStyle/>
          <a:p>
            <a:r>
              <a:rPr lang="en-GB" dirty="0"/>
              <a:t>CURRENT VALUE RETURN SUMMARY 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B813A8F-1FE9-B432-F09B-FF4331A71871}"/>
              </a:ext>
            </a:extLst>
          </p:cNvPr>
          <p:cNvSpPr txBox="1">
            <a:spLocks/>
          </p:cNvSpPr>
          <p:nvPr/>
        </p:nvSpPr>
        <p:spPr>
          <a:xfrm>
            <a:off x="631422" y="864237"/>
            <a:ext cx="9807224" cy="388773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marL="342000" indent="-252000" algn="l" defTabSz="914400" rtl="0" eaLnBrk="1" latinLnBrk="0" hangingPunct="1">
              <a:lnSpc>
                <a:spcPct val="120000"/>
              </a:lnSpc>
              <a:spcBef>
                <a:spcPts val="800"/>
              </a:spcBef>
              <a:spcAft>
                <a:spcPts val="300"/>
              </a:spcAft>
              <a:buSzPct val="120000"/>
              <a:buFont typeface="Arial" panose="020B0604020202020204" pitchFamily="34" charset="0"/>
              <a:buChar char="•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720000" indent="-216000" algn="l" defTabSz="914400" rtl="0" eaLnBrk="1" latinLnBrk="0" hangingPunct="1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tx2"/>
              </a:buClr>
              <a:buSzPct val="110000"/>
              <a:buFont typeface="Arial" panose="020B0604020202020204" pitchFamily="34" charset="0"/>
              <a:buChar char="•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marL="1152000" indent="-180000" algn="l" defTabSz="914400" rtl="0" eaLnBrk="1" latinLnBrk="0" hangingPunct="1">
              <a:lnSpc>
                <a:spcPct val="120000"/>
              </a:lnSpc>
              <a:spcBef>
                <a:spcPts val="100"/>
              </a:spcBef>
              <a:spcAft>
                <a:spcPts val="0"/>
              </a:spcAft>
              <a:buClr>
                <a:schemeClr val="tx1">
                  <a:lumMod val="75000"/>
                  <a:lumOff val="25000"/>
                </a:schemeClr>
              </a:buClr>
              <a:buSzPct val="130000"/>
              <a:buFont typeface="Open Sans" panose="020B0606030504020204" pitchFamily="34" charset="0"/>
              <a:buChar char="›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marL="1512000" indent="-144000" algn="l" defTabSz="914400" rtl="0" eaLnBrk="1" latinLnBrk="0" hangingPunct="1">
              <a:lnSpc>
                <a:spcPct val="120000"/>
              </a:lnSpc>
              <a:spcBef>
                <a:spcPts val="100"/>
              </a:spcBef>
              <a:spcAft>
                <a:spcPts val="0"/>
              </a:spcAft>
              <a:buClr>
                <a:schemeClr val="tx2"/>
              </a:buClr>
              <a:buSzPct val="120000"/>
              <a:buFont typeface="Open Sans" panose="020B0606030504020204" pitchFamily="34" charset="0"/>
              <a:buChar char="›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marL="1872000" indent="-108000" algn="l" defTabSz="914400" rtl="0" eaLnBrk="1" latinLnBrk="0" hangingPunct="1">
              <a:lnSpc>
                <a:spcPct val="120000"/>
              </a:lnSpc>
              <a:spcBef>
                <a:spcPts val="100"/>
              </a:spcBef>
              <a:spcAft>
                <a:spcPts val="0"/>
              </a:spcAft>
              <a:buClr>
                <a:schemeClr val="tx1">
                  <a:lumMod val="50000"/>
                  <a:lumOff val="50000"/>
                </a:schemeClr>
              </a:buClr>
              <a:buFont typeface="Open Sans" panose="020B0606030504020204" pitchFamily="34" charset="0"/>
              <a:buChar char="›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90170" indent="0">
              <a:spcAft>
                <a:spcPts val="800"/>
              </a:spcAft>
              <a:buFont typeface="Arial" panose="020B0604020202020204" pitchFamily="34" charset="0"/>
              <a:buNone/>
            </a:pPr>
            <a:r>
              <a:rPr lang="en-GB" sz="900" dirty="0">
                <a:solidFill>
                  <a:schemeClr val="tx1">
                    <a:lumMod val="50000"/>
                    <a:lumOff val="50000"/>
                  </a:schemeClr>
                </a:solidFill>
                <a:latin typeface="Open Sans"/>
                <a:ea typeface="Open Sans"/>
                <a:cs typeface="Open Sans"/>
              </a:rPr>
              <a:t>Below is a summary of Value returns as seen from the date of your last value review to today</a:t>
            </a:r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5BCC465D-4D07-C496-C52E-DD4859D896A7}"/>
              </a:ext>
            </a:extLst>
          </p:cNvPr>
          <p:cNvSpPr txBox="1">
            <a:spLocks/>
          </p:cNvSpPr>
          <p:nvPr/>
        </p:nvSpPr>
        <p:spPr>
          <a:xfrm>
            <a:off x="5644144" y="5269489"/>
            <a:ext cx="5306349" cy="388773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marL="342000" indent="-252000" algn="l" defTabSz="914400" rtl="0" eaLnBrk="1" latinLnBrk="0" hangingPunct="1">
              <a:lnSpc>
                <a:spcPct val="120000"/>
              </a:lnSpc>
              <a:spcBef>
                <a:spcPts val="800"/>
              </a:spcBef>
              <a:spcAft>
                <a:spcPts val="300"/>
              </a:spcAft>
              <a:buSzPct val="120000"/>
              <a:buFont typeface="Arial" panose="020B0604020202020204" pitchFamily="34" charset="0"/>
              <a:buChar char="•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720000" indent="-216000" algn="l" defTabSz="914400" rtl="0" eaLnBrk="1" latinLnBrk="0" hangingPunct="1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tx2"/>
              </a:buClr>
              <a:buSzPct val="110000"/>
              <a:buFont typeface="Arial" panose="020B0604020202020204" pitchFamily="34" charset="0"/>
              <a:buChar char="•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marL="1152000" indent="-180000" algn="l" defTabSz="914400" rtl="0" eaLnBrk="1" latinLnBrk="0" hangingPunct="1">
              <a:lnSpc>
                <a:spcPct val="120000"/>
              </a:lnSpc>
              <a:spcBef>
                <a:spcPts val="100"/>
              </a:spcBef>
              <a:spcAft>
                <a:spcPts val="0"/>
              </a:spcAft>
              <a:buClr>
                <a:schemeClr val="tx1">
                  <a:lumMod val="75000"/>
                  <a:lumOff val="25000"/>
                </a:schemeClr>
              </a:buClr>
              <a:buSzPct val="130000"/>
              <a:buFont typeface="Open Sans" panose="020B0606030504020204" pitchFamily="34" charset="0"/>
              <a:buChar char="›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marL="1512000" indent="-144000" algn="l" defTabSz="914400" rtl="0" eaLnBrk="1" latinLnBrk="0" hangingPunct="1">
              <a:lnSpc>
                <a:spcPct val="120000"/>
              </a:lnSpc>
              <a:spcBef>
                <a:spcPts val="100"/>
              </a:spcBef>
              <a:spcAft>
                <a:spcPts val="0"/>
              </a:spcAft>
              <a:buClr>
                <a:schemeClr val="tx2"/>
              </a:buClr>
              <a:buSzPct val="120000"/>
              <a:buFont typeface="Open Sans" panose="020B0606030504020204" pitchFamily="34" charset="0"/>
              <a:buChar char="›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marL="1872000" indent="-108000" algn="l" defTabSz="914400" rtl="0" eaLnBrk="1" latinLnBrk="0" hangingPunct="1">
              <a:lnSpc>
                <a:spcPct val="120000"/>
              </a:lnSpc>
              <a:spcBef>
                <a:spcPts val="100"/>
              </a:spcBef>
              <a:spcAft>
                <a:spcPts val="0"/>
              </a:spcAft>
              <a:buClr>
                <a:schemeClr val="tx1">
                  <a:lumMod val="50000"/>
                  <a:lumOff val="50000"/>
                </a:schemeClr>
              </a:buClr>
              <a:buFont typeface="Open Sans" panose="020B0606030504020204" pitchFamily="34" charset="0"/>
              <a:buChar char="›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90170" indent="0">
              <a:spcAft>
                <a:spcPts val="800"/>
              </a:spcAft>
              <a:buFont typeface="Arial" panose="020B0604020202020204" pitchFamily="34" charset="0"/>
              <a:buNone/>
            </a:pPr>
            <a:r>
              <a:rPr lang="en-GB" sz="800" b="0" i="0" dirty="0">
                <a:solidFill>
                  <a:srgbClr val="555555"/>
                </a:solidFill>
                <a:effectLst/>
                <a:latin typeface="Open Sans" panose="020B0606030504020204" pitchFamily="34" charset="0"/>
              </a:rPr>
              <a:t>These are projected Value Savings for a full year, calculated based on the figures you have provided. We will be reviewing the data with you on an ongoing basis.</a:t>
            </a:r>
            <a:endParaRPr lang="en-GB" sz="900" dirty="0">
              <a:solidFill>
                <a:schemeClr val="tx1">
                  <a:lumMod val="50000"/>
                  <a:lumOff val="50000"/>
                </a:schemeClr>
              </a:solidFill>
              <a:latin typeface="Open Sans"/>
              <a:ea typeface="Open Sans"/>
              <a:cs typeface="Open Sans"/>
            </a:endParaRPr>
          </a:p>
        </p:txBody>
      </p:sp>
      <p:graphicFrame>
        <p:nvGraphicFramePr>
          <p:cNvPr id="5" name="Chart 9">
            <a:extLst>
              <a:ext uri="{FF2B5EF4-FFF2-40B4-BE49-F238E27FC236}">
                <a16:creationId xmlns:a16="http://schemas.microsoft.com/office/drawing/2014/main" id="{FB50570E-AF88-E023-0153-C29D4EC41048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911974469"/>
              </p:ext>
            </p:extLst>
          </p:nvPr>
        </p:nvGraphicFramePr>
        <p:xfrm>
          <a:off x="695325" y="865136"/>
          <a:ext cx="5015009" cy="554020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3" name="Metin kutusu 12">
            <a:extLst>
              <a:ext uri="{FF2B5EF4-FFF2-40B4-BE49-F238E27FC236}">
                <a16:creationId xmlns:a16="http://schemas.microsoft.com/office/drawing/2014/main" id="{7E49F770-C5FE-4307-A74A-382DEAB6FC1F}"/>
              </a:ext>
            </a:extLst>
          </p:cNvPr>
          <p:cNvSpPr txBox="1"/>
          <p:nvPr/>
        </p:nvSpPr>
        <p:spPr>
          <a:xfrm>
            <a:off x="5688393" y="1494325"/>
            <a:ext cx="1682427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fontAlgn="ctr"/>
            <a:r>
              <a:rPr lang="en-GB" sz="900" b="1" i="0" u="none" strike="noStrike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Open Sans" panose="020B0606030504020204" pitchFamily="34" charset="0"/>
              </a:rPr>
              <a:t>Benefit Area</a:t>
            </a:r>
          </a:p>
        </p:txBody>
      </p:sp>
      <p:sp>
        <p:nvSpPr>
          <p:cNvPr id="15" name="Metin kutusu 14">
            <a:extLst>
              <a:ext uri="{FF2B5EF4-FFF2-40B4-BE49-F238E27FC236}">
                <a16:creationId xmlns:a16="http://schemas.microsoft.com/office/drawing/2014/main" id="{00CFACE6-9038-2F5E-E5F3-319DC1053568}"/>
              </a:ext>
            </a:extLst>
          </p:cNvPr>
          <p:cNvSpPr txBox="1"/>
          <p:nvPr/>
        </p:nvSpPr>
        <p:spPr>
          <a:xfrm>
            <a:off x="9484507" y="1498744"/>
            <a:ext cx="726293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fontAlgn="ctr"/>
            <a:r>
              <a:rPr lang="en-GB" sz="900" b="1" i="0" u="none" strike="noStrike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Open Sans" panose="020B0606030504020204" pitchFamily="34" charset="0"/>
              </a:rPr>
              <a:t>Value (£)</a:t>
            </a:r>
          </a:p>
        </p:txBody>
      </p:sp>
      <p:grpSp>
        <p:nvGrpSpPr>
          <p:cNvPr id="22" name="Grup 21">
            <a:extLst>
              <a:ext uri="{FF2B5EF4-FFF2-40B4-BE49-F238E27FC236}">
                <a16:creationId xmlns:a16="http://schemas.microsoft.com/office/drawing/2014/main" id="{7FE0A8C1-BBC5-1F75-BC9F-92AF0DA98B6E}"/>
              </a:ext>
            </a:extLst>
          </p:cNvPr>
          <p:cNvGrpSpPr/>
          <p:nvPr/>
        </p:nvGrpSpPr>
        <p:grpSpPr>
          <a:xfrm>
            <a:off x="5680323" y="1889663"/>
            <a:ext cx="5271366" cy="156508"/>
            <a:chOff x="5701173" y="1914766"/>
            <a:chExt cx="5271366" cy="254507"/>
          </a:xfrm>
        </p:grpSpPr>
        <p:sp>
          <p:nvSpPr>
            <p:cNvPr id="17" name="Metin kutusu 16">
              <a:extLst>
                <a:ext uri="{FF2B5EF4-FFF2-40B4-BE49-F238E27FC236}">
                  <a16:creationId xmlns:a16="http://schemas.microsoft.com/office/drawing/2014/main" id="{855EEF47-553A-CC11-E81C-C6CB1F7F3A00}"/>
                </a:ext>
              </a:extLst>
            </p:cNvPr>
            <p:cNvSpPr txBox="1"/>
            <p:nvPr/>
          </p:nvSpPr>
          <p:spPr>
            <a:xfrm>
              <a:off x="5701173" y="1938441"/>
              <a:ext cx="2640393" cy="2308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 fontAlgn="ctr"/>
              <a:r>
                <a:rPr lang="en-US" sz="900" b="0" i="0" u="none" strike="noStrike" dirty="0">
                  <a:solidFill>
                    <a:schemeClr val="tx1">
                      <a:lumMod val="50000"/>
                      <a:lumOff val="50000"/>
                    </a:schemeClr>
                  </a:solidFill>
                  <a:effectLst/>
                  <a:latin typeface="Open Sans" panose="020B0606030504020204" pitchFamily="34" charset="0"/>
                </a:rPr>
                <a:t>Current Annual IT Finance System Costs</a:t>
              </a:r>
              <a:endParaRPr lang="en-GB" sz="900" b="0" i="0" u="none" strike="noStrike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Open Sans" panose="020B0606030504020204" pitchFamily="34" charset="0"/>
              </a:endParaRPr>
            </a:p>
          </p:txBody>
        </p:sp>
        <p:sp>
          <p:nvSpPr>
            <p:cNvPr id="18" name="Metin kutusu 17">
              <a:extLst>
                <a:ext uri="{FF2B5EF4-FFF2-40B4-BE49-F238E27FC236}">
                  <a16:creationId xmlns:a16="http://schemas.microsoft.com/office/drawing/2014/main" id="{BE929621-4358-3F94-8700-8E7481D07224}"/>
                </a:ext>
              </a:extLst>
            </p:cNvPr>
            <p:cNvSpPr txBox="1"/>
            <p:nvPr/>
          </p:nvSpPr>
          <p:spPr>
            <a:xfrm>
              <a:off x="9484507" y="1914766"/>
              <a:ext cx="303387" cy="2308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 fontAlgn="ctr"/>
              <a:r>
                <a:rPr lang="tr-TR" sz="9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Open Sans" panose="020B0606030504020204" pitchFamily="34" charset="0"/>
                </a:rPr>
                <a:t>£</a:t>
              </a:r>
              <a:endParaRPr lang="en-GB" sz="900" b="0" i="0" u="none" strike="noStrike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Open Sans" panose="020B0606030504020204" pitchFamily="34" charset="0"/>
              </a:endParaRPr>
            </a:p>
          </p:txBody>
        </p:sp>
        <p:sp>
          <p:nvSpPr>
            <p:cNvPr id="19" name="Metin kutusu 18">
              <a:extLst>
                <a:ext uri="{FF2B5EF4-FFF2-40B4-BE49-F238E27FC236}">
                  <a16:creationId xmlns:a16="http://schemas.microsoft.com/office/drawing/2014/main" id="{37A302A4-77AF-5606-E03D-FD0C1A743D8C}"/>
                </a:ext>
              </a:extLst>
            </p:cNvPr>
            <p:cNvSpPr txBox="1"/>
            <p:nvPr/>
          </p:nvSpPr>
          <p:spPr>
            <a:xfrm>
              <a:off x="10108153" y="1914766"/>
              <a:ext cx="864386" cy="2308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 fontAlgn="ctr"/>
              <a:r>
                <a:rPr lang="tr-TR" sz="900" b="0" i="0" u="none" strike="noStrike" dirty="0" err="1">
                  <a:solidFill>
                    <a:schemeClr val="tx1">
                      <a:lumMod val="50000"/>
                      <a:lumOff val="50000"/>
                    </a:schemeClr>
                  </a:solidFill>
                  <a:effectLst/>
                  <a:latin typeface="Open Sans" panose="020B0606030504020204" pitchFamily="34" charset="0"/>
                </a:rPr>
                <a:t>baitval</a:t>
              </a:r>
              <a:endParaRPr lang="en-GB" sz="900" b="0" i="0" u="none" strike="noStrike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Open Sans" panose="020B0606030504020204" pitchFamily="34" charset="0"/>
              </a:endParaRPr>
            </a:p>
          </p:txBody>
        </p:sp>
      </p:grpSp>
      <p:cxnSp>
        <p:nvCxnSpPr>
          <p:cNvPr id="21" name="Düz Bağlayıcı 20">
            <a:extLst>
              <a:ext uri="{FF2B5EF4-FFF2-40B4-BE49-F238E27FC236}">
                <a16:creationId xmlns:a16="http://schemas.microsoft.com/office/drawing/2014/main" id="{4205F598-9FF7-3C36-6692-974FFFC2B178}"/>
              </a:ext>
            </a:extLst>
          </p:cNvPr>
          <p:cNvCxnSpPr/>
          <p:nvPr/>
        </p:nvCxnSpPr>
        <p:spPr>
          <a:xfrm>
            <a:off x="5774237" y="1804416"/>
            <a:ext cx="5117817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23" name="Grup 22">
            <a:extLst>
              <a:ext uri="{FF2B5EF4-FFF2-40B4-BE49-F238E27FC236}">
                <a16:creationId xmlns:a16="http://schemas.microsoft.com/office/drawing/2014/main" id="{842911BF-6E36-BC65-FE3E-DF5705133110}"/>
              </a:ext>
            </a:extLst>
          </p:cNvPr>
          <p:cNvGrpSpPr/>
          <p:nvPr/>
        </p:nvGrpSpPr>
        <p:grpSpPr>
          <a:xfrm>
            <a:off x="5679127" y="2165737"/>
            <a:ext cx="5271366" cy="251144"/>
            <a:chOff x="5701173" y="1914766"/>
            <a:chExt cx="5271366" cy="292730"/>
          </a:xfrm>
        </p:grpSpPr>
        <p:sp>
          <p:nvSpPr>
            <p:cNvPr id="24" name="Metin kutusu 23">
              <a:extLst>
                <a:ext uri="{FF2B5EF4-FFF2-40B4-BE49-F238E27FC236}">
                  <a16:creationId xmlns:a16="http://schemas.microsoft.com/office/drawing/2014/main" id="{D3FD39D2-3711-9B60-EF4B-82D7602DA27F}"/>
                </a:ext>
              </a:extLst>
            </p:cNvPr>
            <p:cNvSpPr txBox="1"/>
            <p:nvPr/>
          </p:nvSpPr>
          <p:spPr>
            <a:xfrm>
              <a:off x="5701173" y="1938441"/>
              <a:ext cx="2640393" cy="26905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 fontAlgn="ctr"/>
              <a:r>
                <a:rPr lang="en-US" sz="900" b="0" i="0" u="none" strike="noStrike" dirty="0">
                  <a:solidFill>
                    <a:schemeClr val="tx1">
                      <a:lumMod val="50000"/>
                      <a:lumOff val="50000"/>
                    </a:schemeClr>
                  </a:solidFill>
                  <a:effectLst/>
                  <a:latin typeface="Open Sans" panose="020B0606030504020204" pitchFamily="34" charset="0"/>
                </a:rPr>
                <a:t>Raising Purchase Orders (mins per order)</a:t>
              </a:r>
              <a:endParaRPr lang="en-GB" sz="900" b="0" i="0" u="none" strike="noStrike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Open Sans" panose="020B0606030504020204" pitchFamily="34" charset="0"/>
              </a:endParaRPr>
            </a:p>
          </p:txBody>
        </p:sp>
        <p:sp>
          <p:nvSpPr>
            <p:cNvPr id="25" name="Metin kutusu 24">
              <a:extLst>
                <a:ext uri="{FF2B5EF4-FFF2-40B4-BE49-F238E27FC236}">
                  <a16:creationId xmlns:a16="http://schemas.microsoft.com/office/drawing/2014/main" id="{CC73CF5D-F1B2-3530-FAB7-6ADE2140D940}"/>
                </a:ext>
              </a:extLst>
            </p:cNvPr>
            <p:cNvSpPr txBox="1"/>
            <p:nvPr/>
          </p:nvSpPr>
          <p:spPr>
            <a:xfrm>
              <a:off x="9484507" y="1914766"/>
              <a:ext cx="303387" cy="2308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 fontAlgn="ctr"/>
              <a:r>
                <a:rPr lang="tr-TR" sz="9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Open Sans" panose="020B0606030504020204" pitchFamily="34" charset="0"/>
                </a:rPr>
                <a:t>£</a:t>
              </a:r>
              <a:endParaRPr lang="en-GB" sz="900" b="0" i="0" u="none" strike="noStrike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Open Sans" panose="020B0606030504020204" pitchFamily="34" charset="0"/>
              </a:endParaRPr>
            </a:p>
          </p:txBody>
        </p:sp>
        <p:sp>
          <p:nvSpPr>
            <p:cNvPr id="26" name="Metin kutusu 25">
              <a:extLst>
                <a:ext uri="{FF2B5EF4-FFF2-40B4-BE49-F238E27FC236}">
                  <a16:creationId xmlns:a16="http://schemas.microsoft.com/office/drawing/2014/main" id="{748EAD38-0AAB-01F7-1658-8A86A62158C5}"/>
                </a:ext>
              </a:extLst>
            </p:cNvPr>
            <p:cNvSpPr txBox="1"/>
            <p:nvPr/>
          </p:nvSpPr>
          <p:spPr>
            <a:xfrm>
              <a:off x="10108153" y="1914766"/>
              <a:ext cx="864386" cy="26905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 fontAlgn="ctr"/>
              <a:r>
                <a:rPr lang="tr-TR" sz="900" b="0" i="0" u="none" strike="noStrike" dirty="0" err="1">
                  <a:solidFill>
                    <a:schemeClr val="tx1">
                      <a:lumMod val="50000"/>
                      <a:lumOff val="50000"/>
                    </a:schemeClr>
                  </a:solidFill>
                  <a:effectLst/>
                  <a:latin typeface="Open Sans" panose="020B0606030504020204" pitchFamily="34" charset="0"/>
                </a:rPr>
                <a:t>barpoval</a:t>
              </a:r>
              <a:endParaRPr lang="en-GB" sz="900" b="0" i="0" u="none" strike="noStrike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Open Sans" panose="020B0606030504020204" pitchFamily="34" charset="0"/>
              </a:endParaRPr>
            </a:p>
          </p:txBody>
        </p:sp>
      </p:grpSp>
      <p:grpSp>
        <p:nvGrpSpPr>
          <p:cNvPr id="27" name="Grup 26">
            <a:extLst>
              <a:ext uri="{FF2B5EF4-FFF2-40B4-BE49-F238E27FC236}">
                <a16:creationId xmlns:a16="http://schemas.microsoft.com/office/drawing/2014/main" id="{D2DB1CAD-083C-8674-7A70-0E04C4125020}"/>
              </a:ext>
            </a:extLst>
          </p:cNvPr>
          <p:cNvGrpSpPr/>
          <p:nvPr/>
        </p:nvGrpSpPr>
        <p:grpSpPr>
          <a:xfrm>
            <a:off x="5679127" y="2416802"/>
            <a:ext cx="5271366" cy="250029"/>
            <a:chOff x="5701173" y="1914766"/>
            <a:chExt cx="5271366" cy="308357"/>
          </a:xfrm>
        </p:grpSpPr>
        <p:sp>
          <p:nvSpPr>
            <p:cNvPr id="28" name="Metin kutusu 27">
              <a:extLst>
                <a:ext uri="{FF2B5EF4-FFF2-40B4-BE49-F238E27FC236}">
                  <a16:creationId xmlns:a16="http://schemas.microsoft.com/office/drawing/2014/main" id="{7A2CFEDB-27BC-C038-C6D8-D0EB8015F81F}"/>
                </a:ext>
              </a:extLst>
            </p:cNvPr>
            <p:cNvSpPr txBox="1"/>
            <p:nvPr/>
          </p:nvSpPr>
          <p:spPr>
            <a:xfrm>
              <a:off x="5701173" y="1938441"/>
              <a:ext cx="2640393" cy="28468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 fontAlgn="ctr"/>
              <a:r>
                <a:rPr lang="en-US" sz="900" b="0" i="0" u="none" strike="noStrike" dirty="0">
                  <a:solidFill>
                    <a:schemeClr val="tx1">
                      <a:lumMod val="50000"/>
                      <a:lumOff val="50000"/>
                    </a:schemeClr>
                  </a:solidFill>
                  <a:effectLst/>
                  <a:latin typeface="Open Sans" panose="020B0606030504020204" pitchFamily="34" charset="0"/>
                </a:rPr>
                <a:t>Purchase Order approvals (mins per approval)</a:t>
              </a:r>
              <a:endParaRPr lang="en-GB" sz="900" b="0" i="0" u="none" strike="noStrike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Open Sans" panose="020B0606030504020204" pitchFamily="34" charset="0"/>
              </a:endParaRPr>
            </a:p>
          </p:txBody>
        </p:sp>
        <p:sp>
          <p:nvSpPr>
            <p:cNvPr id="29" name="Metin kutusu 28">
              <a:extLst>
                <a:ext uri="{FF2B5EF4-FFF2-40B4-BE49-F238E27FC236}">
                  <a16:creationId xmlns:a16="http://schemas.microsoft.com/office/drawing/2014/main" id="{259A3551-4066-214B-1E78-F49B63B14E1F}"/>
                </a:ext>
              </a:extLst>
            </p:cNvPr>
            <p:cNvSpPr txBox="1"/>
            <p:nvPr/>
          </p:nvSpPr>
          <p:spPr>
            <a:xfrm>
              <a:off x="9484507" y="1914766"/>
              <a:ext cx="303387" cy="2308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 fontAlgn="ctr"/>
              <a:r>
                <a:rPr lang="tr-TR" sz="9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Open Sans" panose="020B0606030504020204" pitchFamily="34" charset="0"/>
                </a:rPr>
                <a:t>£</a:t>
              </a:r>
              <a:endParaRPr lang="en-GB" sz="900" b="0" i="0" u="none" strike="noStrike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Open Sans" panose="020B0606030504020204" pitchFamily="34" charset="0"/>
              </a:endParaRPr>
            </a:p>
          </p:txBody>
        </p:sp>
        <p:sp>
          <p:nvSpPr>
            <p:cNvPr id="30" name="Metin kutusu 29">
              <a:extLst>
                <a:ext uri="{FF2B5EF4-FFF2-40B4-BE49-F238E27FC236}">
                  <a16:creationId xmlns:a16="http://schemas.microsoft.com/office/drawing/2014/main" id="{2838C1A8-3A30-21DE-6AE4-B62D7FD24073}"/>
                </a:ext>
              </a:extLst>
            </p:cNvPr>
            <p:cNvSpPr txBox="1"/>
            <p:nvPr/>
          </p:nvSpPr>
          <p:spPr>
            <a:xfrm>
              <a:off x="10108153" y="1914766"/>
              <a:ext cx="864386" cy="26905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 fontAlgn="ctr"/>
              <a:r>
                <a:rPr lang="tr-TR" sz="900" b="0" i="0" u="none" strike="noStrike" dirty="0" err="1">
                  <a:solidFill>
                    <a:schemeClr val="tx1">
                      <a:lumMod val="50000"/>
                      <a:lumOff val="50000"/>
                    </a:schemeClr>
                  </a:solidFill>
                  <a:effectLst/>
                  <a:latin typeface="Open Sans" panose="020B0606030504020204" pitchFamily="34" charset="0"/>
                </a:rPr>
                <a:t>barpoval</a:t>
              </a:r>
              <a:endParaRPr lang="en-GB" sz="900" b="0" i="0" u="none" strike="noStrike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Open Sans" panose="020B0606030504020204" pitchFamily="34" charset="0"/>
              </a:endParaRPr>
            </a:p>
          </p:txBody>
        </p:sp>
      </p:grpSp>
      <p:grpSp>
        <p:nvGrpSpPr>
          <p:cNvPr id="31" name="Grup 30">
            <a:extLst>
              <a:ext uri="{FF2B5EF4-FFF2-40B4-BE49-F238E27FC236}">
                <a16:creationId xmlns:a16="http://schemas.microsoft.com/office/drawing/2014/main" id="{939C3981-7EA9-2A10-29FA-C7C9260ECFEE}"/>
              </a:ext>
            </a:extLst>
          </p:cNvPr>
          <p:cNvGrpSpPr/>
          <p:nvPr/>
        </p:nvGrpSpPr>
        <p:grpSpPr>
          <a:xfrm>
            <a:off x="5679127" y="2683183"/>
            <a:ext cx="5271366" cy="250029"/>
            <a:chOff x="5701173" y="1914766"/>
            <a:chExt cx="5271366" cy="308357"/>
          </a:xfrm>
        </p:grpSpPr>
        <p:sp>
          <p:nvSpPr>
            <p:cNvPr id="32" name="Metin kutusu 31">
              <a:extLst>
                <a:ext uri="{FF2B5EF4-FFF2-40B4-BE49-F238E27FC236}">
                  <a16:creationId xmlns:a16="http://schemas.microsoft.com/office/drawing/2014/main" id="{E06D8D81-C122-77E8-A96F-086D0ACC2C38}"/>
                </a:ext>
              </a:extLst>
            </p:cNvPr>
            <p:cNvSpPr txBox="1"/>
            <p:nvPr/>
          </p:nvSpPr>
          <p:spPr>
            <a:xfrm>
              <a:off x="5701173" y="1938441"/>
              <a:ext cx="2640393" cy="28468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 fontAlgn="ctr"/>
              <a:r>
                <a:rPr lang="en-US" sz="900" b="0" i="0" u="none" strike="noStrike" dirty="0">
                  <a:solidFill>
                    <a:schemeClr val="tx1">
                      <a:lumMod val="50000"/>
                      <a:lumOff val="50000"/>
                    </a:schemeClr>
                  </a:solidFill>
                  <a:effectLst/>
                  <a:latin typeface="Open Sans" panose="020B0606030504020204" pitchFamily="34" charset="0"/>
                </a:rPr>
                <a:t>Debt collection administration processes</a:t>
              </a:r>
              <a:endParaRPr lang="en-GB" sz="900" b="0" i="0" u="none" strike="noStrike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Open Sans" panose="020B0606030504020204" pitchFamily="34" charset="0"/>
              </a:endParaRPr>
            </a:p>
          </p:txBody>
        </p:sp>
        <p:sp>
          <p:nvSpPr>
            <p:cNvPr id="33" name="Metin kutusu 32">
              <a:extLst>
                <a:ext uri="{FF2B5EF4-FFF2-40B4-BE49-F238E27FC236}">
                  <a16:creationId xmlns:a16="http://schemas.microsoft.com/office/drawing/2014/main" id="{FB9EB249-152F-3557-CD58-149002E4A12A}"/>
                </a:ext>
              </a:extLst>
            </p:cNvPr>
            <p:cNvSpPr txBox="1"/>
            <p:nvPr/>
          </p:nvSpPr>
          <p:spPr>
            <a:xfrm>
              <a:off x="9484507" y="1914766"/>
              <a:ext cx="303387" cy="2308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 fontAlgn="ctr"/>
              <a:r>
                <a:rPr lang="tr-TR" sz="9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Open Sans" panose="020B0606030504020204" pitchFamily="34" charset="0"/>
                </a:rPr>
                <a:t>£</a:t>
              </a:r>
              <a:endParaRPr lang="en-GB" sz="900" b="0" i="0" u="none" strike="noStrike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Open Sans" panose="020B0606030504020204" pitchFamily="34" charset="0"/>
              </a:endParaRPr>
            </a:p>
          </p:txBody>
        </p:sp>
        <p:sp>
          <p:nvSpPr>
            <p:cNvPr id="34" name="Metin kutusu 33">
              <a:extLst>
                <a:ext uri="{FF2B5EF4-FFF2-40B4-BE49-F238E27FC236}">
                  <a16:creationId xmlns:a16="http://schemas.microsoft.com/office/drawing/2014/main" id="{091757F5-4E10-05C5-4A09-D3E2B9648E09}"/>
                </a:ext>
              </a:extLst>
            </p:cNvPr>
            <p:cNvSpPr txBox="1"/>
            <p:nvPr/>
          </p:nvSpPr>
          <p:spPr>
            <a:xfrm>
              <a:off x="10108153" y="1914766"/>
              <a:ext cx="864386" cy="28468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 fontAlgn="ctr"/>
              <a:r>
                <a:rPr lang="tr-TR" sz="900" b="0" i="0" u="none" strike="noStrike" dirty="0" err="1">
                  <a:solidFill>
                    <a:schemeClr val="tx1">
                      <a:lumMod val="50000"/>
                      <a:lumOff val="50000"/>
                    </a:schemeClr>
                  </a:solidFill>
                  <a:effectLst/>
                  <a:latin typeface="Open Sans" panose="020B0606030504020204" pitchFamily="34" charset="0"/>
                </a:rPr>
                <a:t>badcapval</a:t>
              </a:r>
              <a:endParaRPr lang="en-GB" sz="900" b="0" i="0" u="none" strike="noStrike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Open Sans" panose="020B0606030504020204" pitchFamily="34" charset="0"/>
              </a:endParaRPr>
            </a:p>
          </p:txBody>
        </p:sp>
      </p:grpSp>
      <p:grpSp>
        <p:nvGrpSpPr>
          <p:cNvPr id="35" name="Grup 34">
            <a:extLst>
              <a:ext uri="{FF2B5EF4-FFF2-40B4-BE49-F238E27FC236}">
                <a16:creationId xmlns:a16="http://schemas.microsoft.com/office/drawing/2014/main" id="{9A0899DE-06FB-76CF-360F-37DC7E5811C6}"/>
              </a:ext>
            </a:extLst>
          </p:cNvPr>
          <p:cNvGrpSpPr/>
          <p:nvPr/>
        </p:nvGrpSpPr>
        <p:grpSpPr>
          <a:xfrm>
            <a:off x="5679127" y="2969695"/>
            <a:ext cx="5271366" cy="250029"/>
            <a:chOff x="5701173" y="1914766"/>
            <a:chExt cx="5271366" cy="308357"/>
          </a:xfrm>
        </p:grpSpPr>
        <p:sp>
          <p:nvSpPr>
            <p:cNvPr id="36" name="Metin kutusu 35">
              <a:extLst>
                <a:ext uri="{FF2B5EF4-FFF2-40B4-BE49-F238E27FC236}">
                  <a16:creationId xmlns:a16="http://schemas.microsoft.com/office/drawing/2014/main" id="{EE3C296E-C262-6622-EC3E-78D9B0F2A714}"/>
                </a:ext>
              </a:extLst>
            </p:cNvPr>
            <p:cNvSpPr txBox="1"/>
            <p:nvPr/>
          </p:nvSpPr>
          <p:spPr>
            <a:xfrm>
              <a:off x="5701173" y="1938441"/>
              <a:ext cx="2640393" cy="28468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 fontAlgn="ctr"/>
              <a:r>
                <a:rPr lang="en-GB" sz="900" b="0" i="0" u="none" strike="noStrike" dirty="0">
                  <a:solidFill>
                    <a:schemeClr val="tx1">
                      <a:lumMod val="50000"/>
                      <a:lumOff val="50000"/>
                    </a:schemeClr>
                  </a:solidFill>
                  <a:effectLst/>
                  <a:latin typeface="Open Sans" panose="020B0606030504020204" pitchFamily="34" charset="0"/>
                </a:rPr>
                <a:t>Coding invoice processes</a:t>
              </a:r>
            </a:p>
          </p:txBody>
        </p:sp>
        <p:sp>
          <p:nvSpPr>
            <p:cNvPr id="37" name="Metin kutusu 36">
              <a:extLst>
                <a:ext uri="{FF2B5EF4-FFF2-40B4-BE49-F238E27FC236}">
                  <a16:creationId xmlns:a16="http://schemas.microsoft.com/office/drawing/2014/main" id="{72F52F61-F7E6-C490-8C0A-A6DC5C2F3F31}"/>
                </a:ext>
              </a:extLst>
            </p:cNvPr>
            <p:cNvSpPr txBox="1"/>
            <p:nvPr/>
          </p:nvSpPr>
          <p:spPr>
            <a:xfrm>
              <a:off x="9484507" y="1914766"/>
              <a:ext cx="303387" cy="2308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 fontAlgn="ctr"/>
              <a:r>
                <a:rPr lang="tr-TR" sz="9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Open Sans" panose="020B0606030504020204" pitchFamily="34" charset="0"/>
                </a:rPr>
                <a:t>£</a:t>
              </a:r>
              <a:endParaRPr lang="en-GB" sz="900" b="0" i="0" u="none" strike="noStrike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Open Sans" panose="020B0606030504020204" pitchFamily="34" charset="0"/>
              </a:endParaRPr>
            </a:p>
          </p:txBody>
        </p:sp>
        <p:sp>
          <p:nvSpPr>
            <p:cNvPr id="38" name="Metin kutusu 37">
              <a:extLst>
                <a:ext uri="{FF2B5EF4-FFF2-40B4-BE49-F238E27FC236}">
                  <a16:creationId xmlns:a16="http://schemas.microsoft.com/office/drawing/2014/main" id="{7A622BD3-94E4-6827-7FE0-34EDDC9894C7}"/>
                </a:ext>
              </a:extLst>
            </p:cNvPr>
            <p:cNvSpPr txBox="1"/>
            <p:nvPr/>
          </p:nvSpPr>
          <p:spPr>
            <a:xfrm>
              <a:off x="10108153" y="1914766"/>
              <a:ext cx="864386" cy="28468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 fontAlgn="ctr"/>
              <a:r>
                <a:rPr lang="tr-TR" sz="900" b="0" i="0" u="none" strike="noStrike" dirty="0" err="1">
                  <a:solidFill>
                    <a:schemeClr val="tx1">
                      <a:lumMod val="50000"/>
                      <a:lumOff val="50000"/>
                    </a:schemeClr>
                  </a:solidFill>
                  <a:effectLst/>
                  <a:latin typeface="Open Sans" panose="020B0606030504020204" pitchFamily="34" charset="0"/>
                </a:rPr>
                <a:t>bacipval</a:t>
              </a:r>
              <a:endParaRPr lang="en-GB" sz="900" b="0" i="0" u="none" strike="noStrike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Open Sans" panose="020B0606030504020204" pitchFamily="34" charset="0"/>
              </a:endParaRPr>
            </a:p>
          </p:txBody>
        </p:sp>
      </p:grpSp>
      <p:grpSp>
        <p:nvGrpSpPr>
          <p:cNvPr id="39" name="Grup 38">
            <a:extLst>
              <a:ext uri="{FF2B5EF4-FFF2-40B4-BE49-F238E27FC236}">
                <a16:creationId xmlns:a16="http://schemas.microsoft.com/office/drawing/2014/main" id="{94CC793B-0232-FE58-9020-35EF8D4D5B4E}"/>
              </a:ext>
            </a:extLst>
          </p:cNvPr>
          <p:cNvGrpSpPr/>
          <p:nvPr/>
        </p:nvGrpSpPr>
        <p:grpSpPr>
          <a:xfrm>
            <a:off x="5688393" y="3200931"/>
            <a:ext cx="5271366" cy="250029"/>
            <a:chOff x="5701173" y="1914766"/>
            <a:chExt cx="5271366" cy="308357"/>
          </a:xfrm>
        </p:grpSpPr>
        <p:sp>
          <p:nvSpPr>
            <p:cNvPr id="40" name="Metin kutusu 39">
              <a:extLst>
                <a:ext uri="{FF2B5EF4-FFF2-40B4-BE49-F238E27FC236}">
                  <a16:creationId xmlns:a16="http://schemas.microsoft.com/office/drawing/2014/main" id="{419D0A69-B84D-92EF-38DD-0F797AF46B8D}"/>
                </a:ext>
              </a:extLst>
            </p:cNvPr>
            <p:cNvSpPr txBox="1"/>
            <p:nvPr/>
          </p:nvSpPr>
          <p:spPr>
            <a:xfrm>
              <a:off x="5701173" y="1938441"/>
              <a:ext cx="3286937" cy="28468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 fontAlgn="ctr"/>
              <a:r>
                <a:rPr lang="en-US" sz="900" b="0" i="0" u="none" strike="noStrike" dirty="0">
                  <a:solidFill>
                    <a:schemeClr val="tx1">
                      <a:lumMod val="50000"/>
                      <a:lumOff val="50000"/>
                    </a:schemeClr>
                  </a:solidFill>
                  <a:effectLst/>
                  <a:latin typeface="Open Sans" panose="020B0606030504020204" pitchFamily="34" charset="0"/>
                </a:rPr>
                <a:t>Management of supplier and purchase invoices</a:t>
              </a:r>
              <a:endParaRPr lang="en-GB" sz="900" b="0" i="0" u="none" strike="noStrike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Open Sans" panose="020B0606030504020204" pitchFamily="34" charset="0"/>
              </a:endParaRPr>
            </a:p>
          </p:txBody>
        </p:sp>
        <p:sp>
          <p:nvSpPr>
            <p:cNvPr id="41" name="Metin kutusu 40">
              <a:extLst>
                <a:ext uri="{FF2B5EF4-FFF2-40B4-BE49-F238E27FC236}">
                  <a16:creationId xmlns:a16="http://schemas.microsoft.com/office/drawing/2014/main" id="{65AD5845-A688-FDCC-B87A-2396DE93E704}"/>
                </a:ext>
              </a:extLst>
            </p:cNvPr>
            <p:cNvSpPr txBox="1"/>
            <p:nvPr/>
          </p:nvSpPr>
          <p:spPr>
            <a:xfrm>
              <a:off x="9475240" y="1945996"/>
              <a:ext cx="303387" cy="2308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 fontAlgn="ctr"/>
              <a:r>
                <a:rPr lang="tr-TR" sz="9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Open Sans" panose="020B0606030504020204" pitchFamily="34" charset="0"/>
                </a:rPr>
                <a:t>£</a:t>
              </a:r>
              <a:endParaRPr lang="en-GB" sz="900" b="0" i="0" u="none" strike="noStrike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Open Sans" panose="020B0606030504020204" pitchFamily="34" charset="0"/>
              </a:endParaRPr>
            </a:p>
          </p:txBody>
        </p:sp>
        <p:sp>
          <p:nvSpPr>
            <p:cNvPr id="42" name="Metin kutusu 41">
              <a:extLst>
                <a:ext uri="{FF2B5EF4-FFF2-40B4-BE49-F238E27FC236}">
                  <a16:creationId xmlns:a16="http://schemas.microsoft.com/office/drawing/2014/main" id="{6C1E892E-C9CC-32F4-92E4-59F25C88C161}"/>
                </a:ext>
              </a:extLst>
            </p:cNvPr>
            <p:cNvSpPr txBox="1"/>
            <p:nvPr/>
          </p:nvSpPr>
          <p:spPr>
            <a:xfrm>
              <a:off x="10108153" y="1914766"/>
              <a:ext cx="864386" cy="28468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 fontAlgn="ctr"/>
              <a:r>
                <a:rPr lang="tr-TR" sz="900" b="0" i="0" u="none" strike="noStrike" dirty="0" err="1">
                  <a:solidFill>
                    <a:schemeClr val="tx1">
                      <a:lumMod val="50000"/>
                      <a:lumOff val="50000"/>
                    </a:schemeClr>
                  </a:solidFill>
                  <a:effectLst/>
                  <a:latin typeface="Open Sans" panose="020B0606030504020204" pitchFamily="34" charset="0"/>
                </a:rPr>
                <a:t>bamspival</a:t>
              </a:r>
              <a:endParaRPr lang="en-GB" sz="900" b="0" i="0" u="none" strike="noStrike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Open Sans" panose="020B0606030504020204" pitchFamily="34" charset="0"/>
              </a:endParaRPr>
            </a:p>
          </p:txBody>
        </p:sp>
      </p:grpSp>
      <p:grpSp>
        <p:nvGrpSpPr>
          <p:cNvPr id="43" name="Grup 42">
            <a:extLst>
              <a:ext uri="{FF2B5EF4-FFF2-40B4-BE49-F238E27FC236}">
                <a16:creationId xmlns:a16="http://schemas.microsoft.com/office/drawing/2014/main" id="{6FD2F1FE-7881-0B74-97FA-248E9A0B770E}"/>
              </a:ext>
            </a:extLst>
          </p:cNvPr>
          <p:cNvGrpSpPr/>
          <p:nvPr/>
        </p:nvGrpSpPr>
        <p:grpSpPr>
          <a:xfrm>
            <a:off x="5679127" y="3500298"/>
            <a:ext cx="5271366" cy="250029"/>
            <a:chOff x="5701173" y="1914766"/>
            <a:chExt cx="5271366" cy="308357"/>
          </a:xfrm>
        </p:grpSpPr>
        <p:sp>
          <p:nvSpPr>
            <p:cNvPr id="44" name="Metin kutusu 43">
              <a:extLst>
                <a:ext uri="{FF2B5EF4-FFF2-40B4-BE49-F238E27FC236}">
                  <a16:creationId xmlns:a16="http://schemas.microsoft.com/office/drawing/2014/main" id="{C8360E85-776C-E808-36A4-7A6A9470D7C7}"/>
                </a:ext>
              </a:extLst>
            </p:cNvPr>
            <p:cNvSpPr txBox="1"/>
            <p:nvPr/>
          </p:nvSpPr>
          <p:spPr>
            <a:xfrm>
              <a:off x="5701173" y="1938441"/>
              <a:ext cx="2640393" cy="28468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 fontAlgn="ctr"/>
              <a:r>
                <a:rPr lang="en-US" sz="900" b="0" i="0" u="none" strike="noStrike" dirty="0">
                  <a:solidFill>
                    <a:schemeClr val="tx1">
                      <a:lumMod val="50000"/>
                      <a:lumOff val="50000"/>
                    </a:schemeClr>
                  </a:solidFill>
                  <a:effectLst/>
                  <a:latin typeface="Open Sans" panose="020B0606030504020204" pitchFamily="34" charset="0"/>
                </a:rPr>
                <a:t>Managing Maverick spend &amp; Spend leakage</a:t>
              </a:r>
              <a:endParaRPr lang="en-GB" sz="900" b="0" i="0" u="none" strike="noStrike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Open Sans" panose="020B0606030504020204" pitchFamily="34" charset="0"/>
              </a:endParaRPr>
            </a:p>
          </p:txBody>
        </p:sp>
        <p:sp>
          <p:nvSpPr>
            <p:cNvPr id="45" name="Metin kutusu 44">
              <a:extLst>
                <a:ext uri="{FF2B5EF4-FFF2-40B4-BE49-F238E27FC236}">
                  <a16:creationId xmlns:a16="http://schemas.microsoft.com/office/drawing/2014/main" id="{59C7A798-6C53-8147-A6CE-08FCB9119E7D}"/>
                </a:ext>
              </a:extLst>
            </p:cNvPr>
            <p:cNvSpPr txBox="1"/>
            <p:nvPr/>
          </p:nvSpPr>
          <p:spPr>
            <a:xfrm>
              <a:off x="9484507" y="1914766"/>
              <a:ext cx="303387" cy="2308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 fontAlgn="ctr"/>
              <a:r>
                <a:rPr lang="tr-TR" sz="9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Open Sans" panose="020B0606030504020204" pitchFamily="34" charset="0"/>
                </a:rPr>
                <a:t>£</a:t>
              </a:r>
              <a:endParaRPr lang="en-GB" sz="900" b="0" i="0" u="none" strike="noStrike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Open Sans" panose="020B0606030504020204" pitchFamily="34" charset="0"/>
              </a:endParaRPr>
            </a:p>
          </p:txBody>
        </p:sp>
        <p:sp>
          <p:nvSpPr>
            <p:cNvPr id="46" name="Metin kutusu 45">
              <a:extLst>
                <a:ext uri="{FF2B5EF4-FFF2-40B4-BE49-F238E27FC236}">
                  <a16:creationId xmlns:a16="http://schemas.microsoft.com/office/drawing/2014/main" id="{474A5092-8869-93EC-DD24-4BFCC3A0C00F}"/>
                </a:ext>
              </a:extLst>
            </p:cNvPr>
            <p:cNvSpPr txBox="1"/>
            <p:nvPr/>
          </p:nvSpPr>
          <p:spPr>
            <a:xfrm>
              <a:off x="10108153" y="1914766"/>
              <a:ext cx="864386" cy="28468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 fontAlgn="ctr"/>
              <a:r>
                <a:rPr lang="tr-TR" sz="900" b="0" i="0" u="none" strike="noStrike" dirty="0" err="1">
                  <a:solidFill>
                    <a:schemeClr val="tx1">
                      <a:lumMod val="50000"/>
                      <a:lumOff val="50000"/>
                    </a:schemeClr>
                  </a:solidFill>
                  <a:effectLst/>
                  <a:latin typeface="Open Sans" panose="020B0606030504020204" pitchFamily="34" charset="0"/>
                </a:rPr>
                <a:t>bamslval</a:t>
              </a:r>
              <a:endParaRPr lang="en-GB" sz="900" b="0" i="0" u="none" strike="noStrike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Open Sans" panose="020B0606030504020204" pitchFamily="34" charset="0"/>
              </a:endParaRPr>
            </a:p>
          </p:txBody>
        </p:sp>
      </p:grpSp>
      <p:grpSp>
        <p:nvGrpSpPr>
          <p:cNvPr id="47" name="Grup 46">
            <a:extLst>
              <a:ext uri="{FF2B5EF4-FFF2-40B4-BE49-F238E27FC236}">
                <a16:creationId xmlns:a16="http://schemas.microsoft.com/office/drawing/2014/main" id="{6A719522-AD90-BF75-C1C9-1C62EF3DBEC5}"/>
              </a:ext>
            </a:extLst>
          </p:cNvPr>
          <p:cNvGrpSpPr/>
          <p:nvPr/>
        </p:nvGrpSpPr>
        <p:grpSpPr>
          <a:xfrm>
            <a:off x="5683837" y="3792452"/>
            <a:ext cx="5271366" cy="250029"/>
            <a:chOff x="5701173" y="1914766"/>
            <a:chExt cx="5271366" cy="308357"/>
          </a:xfrm>
        </p:grpSpPr>
        <p:sp>
          <p:nvSpPr>
            <p:cNvPr id="48" name="Metin kutusu 47">
              <a:extLst>
                <a:ext uri="{FF2B5EF4-FFF2-40B4-BE49-F238E27FC236}">
                  <a16:creationId xmlns:a16="http://schemas.microsoft.com/office/drawing/2014/main" id="{852B04C2-CDC0-455E-06BF-21E1C8CE239C}"/>
                </a:ext>
              </a:extLst>
            </p:cNvPr>
            <p:cNvSpPr txBox="1"/>
            <p:nvPr/>
          </p:nvSpPr>
          <p:spPr>
            <a:xfrm>
              <a:off x="5701173" y="1938441"/>
              <a:ext cx="3247244" cy="28468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 fontAlgn="ctr"/>
              <a:r>
                <a:rPr lang="en-US" sz="900" b="0" i="0" u="none" strike="noStrike" dirty="0">
                  <a:solidFill>
                    <a:schemeClr val="tx1">
                      <a:lumMod val="50000"/>
                      <a:lumOff val="50000"/>
                    </a:schemeClr>
                  </a:solidFill>
                  <a:effectLst/>
                  <a:latin typeface="Open Sans" panose="020B0606030504020204" pitchFamily="34" charset="0"/>
                </a:rPr>
                <a:t>Finance query management and dashboard reporting</a:t>
              </a:r>
              <a:endParaRPr lang="en-GB" sz="900" b="0" i="0" u="none" strike="noStrike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Open Sans" panose="020B0606030504020204" pitchFamily="34" charset="0"/>
              </a:endParaRPr>
            </a:p>
          </p:txBody>
        </p:sp>
        <p:sp>
          <p:nvSpPr>
            <p:cNvPr id="49" name="Metin kutusu 48">
              <a:extLst>
                <a:ext uri="{FF2B5EF4-FFF2-40B4-BE49-F238E27FC236}">
                  <a16:creationId xmlns:a16="http://schemas.microsoft.com/office/drawing/2014/main" id="{08A3E5F6-581C-4C46-BE5E-A08FECFB94D2}"/>
                </a:ext>
              </a:extLst>
            </p:cNvPr>
            <p:cNvSpPr txBox="1"/>
            <p:nvPr/>
          </p:nvSpPr>
          <p:spPr>
            <a:xfrm>
              <a:off x="9484507" y="1914766"/>
              <a:ext cx="303387" cy="2308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 fontAlgn="ctr"/>
              <a:r>
                <a:rPr lang="tr-TR" sz="9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Open Sans" panose="020B0606030504020204" pitchFamily="34" charset="0"/>
                </a:rPr>
                <a:t>£</a:t>
              </a:r>
              <a:endParaRPr lang="en-GB" sz="900" b="0" i="0" u="none" strike="noStrike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Open Sans" panose="020B0606030504020204" pitchFamily="34" charset="0"/>
              </a:endParaRPr>
            </a:p>
          </p:txBody>
        </p:sp>
        <p:sp>
          <p:nvSpPr>
            <p:cNvPr id="50" name="Metin kutusu 49">
              <a:extLst>
                <a:ext uri="{FF2B5EF4-FFF2-40B4-BE49-F238E27FC236}">
                  <a16:creationId xmlns:a16="http://schemas.microsoft.com/office/drawing/2014/main" id="{ED085782-ED66-93D6-78BB-F52AC0ABFAD4}"/>
                </a:ext>
              </a:extLst>
            </p:cNvPr>
            <p:cNvSpPr txBox="1"/>
            <p:nvPr/>
          </p:nvSpPr>
          <p:spPr>
            <a:xfrm>
              <a:off x="10108153" y="1914766"/>
              <a:ext cx="864386" cy="28468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 fontAlgn="ctr"/>
              <a:r>
                <a:rPr lang="tr-TR" sz="900" b="0" i="0" u="none" strike="noStrike" dirty="0" err="1">
                  <a:solidFill>
                    <a:schemeClr val="tx1">
                      <a:lumMod val="50000"/>
                      <a:lumOff val="50000"/>
                    </a:schemeClr>
                  </a:solidFill>
                  <a:effectLst/>
                  <a:latin typeface="Open Sans" panose="020B0606030504020204" pitchFamily="34" charset="0"/>
                </a:rPr>
                <a:t>bafqmrval</a:t>
              </a:r>
              <a:endParaRPr lang="en-GB" sz="900" b="0" i="0" u="none" strike="noStrike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Open Sans" panose="020B0606030504020204" pitchFamily="34" charset="0"/>
              </a:endParaRPr>
            </a:p>
          </p:txBody>
        </p:sp>
      </p:grpSp>
      <p:grpSp>
        <p:nvGrpSpPr>
          <p:cNvPr id="51" name="Grup 50">
            <a:extLst>
              <a:ext uri="{FF2B5EF4-FFF2-40B4-BE49-F238E27FC236}">
                <a16:creationId xmlns:a16="http://schemas.microsoft.com/office/drawing/2014/main" id="{D34ED8E2-45B2-1439-F823-82AC34B7C522}"/>
              </a:ext>
            </a:extLst>
          </p:cNvPr>
          <p:cNvGrpSpPr/>
          <p:nvPr/>
        </p:nvGrpSpPr>
        <p:grpSpPr>
          <a:xfrm>
            <a:off x="5688393" y="4085526"/>
            <a:ext cx="5271366" cy="250029"/>
            <a:chOff x="5701173" y="1914766"/>
            <a:chExt cx="5271366" cy="308357"/>
          </a:xfrm>
        </p:grpSpPr>
        <p:sp>
          <p:nvSpPr>
            <p:cNvPr id="52" name="Metin kutusu 51">
              <a:extLst>
                <a:ext uri="{FF2B5EF4-FFF2-40B4-BE49-F238E27FC236}">
                  <a16:creationId xmlns:a16="http://schemas.microsoft.com/office/drawing/2014/main" id="{8B049180-7160-16B0-6417-5004520CC62E}"/>
                </a:ext>
              </a:extLst>
            </p:cNvPr>
            <p:cNvSpPr txBox="1"/>
            <p:nvPr/>
          </p:nvSpPr>
          <p:spPr>
            <a:xfrm>
              <a:off x="5701173" y="1938441"/>
              <a:ext cx="3286937" cy="28468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 fontAlgn="ctr"/>
              <a:r>
                <a:rPr lang="en-US" sz="900" b="0" i="0" u="none" strike="noStrike" dirty="0">
                  <a:solidFill>
                    <a:schemeClr val="tx1">
                      <a:lumMod val="50000"/>
                      <a:lumOff val="50000"/>
                    </a:schemeClr>
                  </a:solidFill>
                  <a:effectLst/>
                  <a:latin typeface="Open Sans" panose="020B0606030504020204" pitchFamily="34" charset="0"/>
                </a:rPr>
                <a:t>Customer Invoicing &amp; Finance Workflow Management</a:t>
              </a:r>
              <a:endParaRPr lang="en-GB" sz="900" b="0" i="0" u="none" strike="noStrike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Open Sans" panose="020B0606030504020204" pitchFamily="34" charset="0"/>
              </a:endParaRPr>
            </a:p>
          </p:txBody>
        </p:sp>
        <p:sp>
          <p:nvSpPr>
            <p:cNvPr id="53" name="Metin kutusu 52">
              <a:extLst>
                <a:ext uri="{FF2B5EF4-FFF2-40B4-BE49-F238E27FC236}">
                  <a16:creationId xmlns:a16="http://schemas.microsoft.com/office/drawing/2014/main" id="{9A953650-A3D7-CF96-09C8-7B62B5ECA5D3}"/>
                </a:ext>
              </a:extLst>
            </p:cNvPr>
            <p:cNvSpPr txBox="1"/>
            <p:nvPr/>
          </p:nvSpPr>
          <p:spPr>
            <a:xfrm>
              <a:off x="9484507" y="1914766"/>
              <a:ext cx="303387" cy="2308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 fontAlgn="ctr"/>
              <a:r>
                <a:rPr lang="tr-TR" sz="9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Open Sans" panose="020B0606030504020204" pitchFamily="34" charset="0"/>
                </a:rPr>
                <a:t>£</a:t>
              </a:r>
              <a:endParaRPr lang="en-GB" sz="900" b="0" i="0" u="none" strike="noStrike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Open Sans" panose="020B0606030504020204" pitchFamily="34" charset="0"/>
              </a:endParaRPr>
            </a:p>
          </p:txBody>
        </p:sp>
        <p:sp>
          <p:nvSpPr>
            <p:cNvPr id="54" name="Metin kutusu 53">
              <a:extLst>
                <a:ext uri="{FF2B5EF4-FFF2-40B4-BE49-F238E27FC236}">
                  <a16:creationId xmlns:a16="http://schemas.microsoft.com/office/drawing/2014/main" id="{FD07C46B-B553-DE2B-C970-EB0CF772BC51}"/>
                </a:ext>
              </a:extLst>
            </p:cNvPr>
            <p:cNvSpPr txBox="1"/>
            <p:nvPr/>
          </p:nvSpPr>
          <p:spPr>
            <a:xfrm>
              <a:off x="10108153" y="1914766"/>
              <a:ext cx="864386" cy="28468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 fontAlgn="ctr"/>
              <a:r>
                <a:rPr lang="tr-TR" sz="900" b="0" i="0" u="none" strike="noStrike" dirty="0" err="1">
                  <a:solidFill>
                    <a:schemeClr val="tx1">
                      <a:lumMod val="50000"/>
                      <a:lumOff val="50000"/>
                    </a:schemeClr>
                  </a:solidFill>
                  <a:effectLst/>
                  <a:latin typeface="Open Sans" panose="020B0606030504020204" pitchFamily="34" charset="0"/>
                </a:rPr>
                <a:t>bacifwval</a:t>
              </a:r>
              <a:endParaRPr lang="en-GB" sz="900" b="0" i="0" u="none" strike="noStrike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Open Sans" panose="020B0606030504020204" pitchFamily="34" charset="0"/>
              </a:endParaRPr>
            </a:p>
          </p:txBody>
        </p:sp>
      </p:grpSp>
      <p:grpSp>
        <p:nvGrpSpPr>
          <p:cNvPr id="55" name="Grup 54">
            <a:extLst>
              <a:ext uri="{FF2B5EF4-FFF2-40B4-BE49-F238E27FC236}">
                <a16:creationId xmlns:a16="http://schemas.microsoft.com/office/drawing/2014/main" id="{8D95D601-07B3-0EC9-6EC6-D22088B1E122}"/>
              </a:ext>
            </a:extLst>
          </p:cNvPr>
          <p:cNvGrpSpPr/>
          <p:nvPr/>
        </p:nvGrpSpPr>
        <p:grpSpPr>
          <a:xfrm>
            <a:off x="5688393" y="4408742"/>
            <a:ext cx="5271366" cy="250029"/>
            <a:chOff x="5701173" y="1914766"/>
            <a:chExt cx="5271366" cy="308357"/>
          </a:xfrm>
        </p:grpSpPr>
        <p:sp>
          <p:nvSpPr>
            <p:cNvPr id="56" name="Metin kutusu 55">
              <a:extLst>
                <a:ext uri="{FF2B5EF4-FFF2-40B4-BE49-F238E27FC236}">
                  <a16:creationId xmlns:a16="http://schemas.microsoft.com/office/drawing/2014/main" id="{BD3A61AD-E71E-C55E-2EB1-3559BB61974A}"/>
                </a:ext>
              </a:extLst>
            </p:cNvPr>
            <p:cNvSpPr txBox="1"/>
            <p:nvPr/>
          </p:nvSpPr>
          <p:spPr>
            <a:xfrm>
              <a:off x="5701173" y="1938441"/>
              <a:ext cx="2640393" cy="28468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 fontAlgn="ctr"/>
              <a:r>
                <a:rPr lang="en-US" sz="900" b="0" i="0" u="none" strike="noStrike" dirty="0">
                  <a:solidFill>
                    <a:schemeClr val="tx1">
                      <a:lumMod val="50000"/>
                      <a:lumOff val="50000"/>
                    </a:schemeClr>
                  </a:solidFill>
                  <a:effectLst/>
                  <a:latin typeface="Open Sans" panose="020B0606030504020204" pitchFamily="34" charset="0"/>
                </a:rPr>
                <a:t>Online expense management</a:t>
              </a:r>
              <a:endParaRPr lang="en-GB" sz="900" b="0" i="0" u="none" strike="noStrike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Open Sans" panose="020B0606030504020204" pitchFamily="34" charset="0"/>
              </a:endParaRPr>
            </a:p>
          </p:txBody>
        </p:sp>
        <p:sp>
          <p:nvSpPr>
            <p:cNvPr id="57" name="Metin kutusu 56">
              <a:extLst>
                <a:ext uri="{FF2B5EF4-FFF2-40B4-BE49-F238E27FC236}">
                  <a16:creationId xmlns:a16="http://schemas.microsoft.com/office/drawing/2014/main" id="{B02004CD-42A1-2337-DDBE-2868A46015D5}"/>
                </a:ext>
              </a:extLst>
            </p:cNvPr>
            <p:cNvSpPr txBox="1"/>
            <p:nvPr/>
          </p:nvSpPr>
          <p:spPr>
            <a:xfrm>
              <a:off x="9484507" y="1914766"/>
              <a:ext cx="303387" cy="2308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 fontAlgn="ctr"/>
              <a:r>
                <a:rPr lang="tr-TR" sz="9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Open Sans" panose="020B0606030504020204" pitchFamily="34" charset="0"/>
                </a:rPr>
                <a:t>£</a:t>
              </a:r>
              <a:endParaRPr lang="en-GB" sz="900" b="0" i="0" u="none" strike="noStrike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Open Sans" panose="020B0606030504020204" pitchFamily="34" charset="0"/>
              </a:endParaRPr>
            </a:p>
          </p:txBody>
        </p:sp>
        <p:sp>
          <p:nvSpPr>
            <p:cNvPr id="58" name="Metin kutusu 57">
              <a:extLst>
                <a:ext uri="{FF2B5EF4-FFF2-40B4-BE49-F238E27FC236}">
                  <a16:creationId xmlns:a16="http://schemas.microsoft.com/office/drawing/2014/main" id="{1C80BC6A-E273-413B-DD8B-C85CA127D1BF}"/>
                </a:ext>
              </a:extLst>
            </p:cNvPr>
            <p:cNvSpPr txBox="1"/>
            <p:nvPr/>
          </p:nvSpPr>
          <p:spPr>
            <a:xfrm>
              <a:off x="10108153" y="1914766"/>
              <a:ext cx="864386" cy="28468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 fontAlgn="ctr"/>
              <a:r>
                <a:rPr lang="tr-TR" sz="900" b="0" i="0" u="none" strike="noStrike" dirty="0" err="1">
                  <a:solidFill>
                    <a:schemeClr val="tx1">
                      <a:lumMod val="50000"/>
                      <a:lumOff val="50000"/>
                    </a:schemeClr>
                  </a:solidFill>
                  <a:effectLst/>
                  <a:latin typeface="Open Sans" panose="020B0606030504020204" pitchFamily="34" charset="0"/>
                </a:rPr>
                <a:t>baoemval</a:t>
              </a:r>
              <a:endParaRPr lang="en-GB" sz="900" b="0" i="0" u="none" strike="noStrike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Open Sans" panose="020B0606030504020204" pitchFamily="34" charset="0"/>
              </a:endParaRPr>
            </a:p>
          </p:txBody>
        </p:sp>
      </p:grpSp>
      <p:grpSp>
        <p:nvGrpSpPr>
          <p:cNvPr id="59" name="Grup 58">
            <a:extLst>
              <a:ext uri="{FF2B5EF4-FFF2-40B4-BE49-F238E27FC236}">
                <a16:creationId xmlns:a16="http://schemas.microsoft.com/office/drawing/2014/main" id="{DE8A4626-68AA-EE0F-1455-B5D6686BE65C}"/>
              </a:ext>
            </a:extLst>
          </p:cNvPr>
          <p:cNvGrpSpPr/>
          <p:nvPr/>
        </p:nvGrpSpPr>
        <p:grpSpPr>
          <a:xfrm>
            <a:off x="5680323" y="4789766"/>
            <a:ext cx="5270170" cy="234813"/>
            <a:chOff x="5701173" y="1964474"/>
            <a:chExt cx="5270170" cy="190740"/>
          </a:xfrm>
          <a:solidFill>
            <a:srgbClr val="848182"/>
          </a:solidFill>
        </p:grpSpPr>
        <p:sp>
          <p:nvSpPr>
            <p:cNvPr id="60" name="Metin kutusu 59">
              <a:extLst>
                <a:ext uri="{FF2B5EF4-FFF2-40B4-BE49-F238E27FC236}">
                  <a16:creationId xmlns:a16="http://schemas.microsoft.com/office/drawing/2014/main" id="{1D88BE7C-44FC-0C73-964B-79ABE7935CDB}"/>
                </a:ext>
              </a:extLst>
            </p:cNvPr>
            <p:cNvSpPr txBox="1"/>
            <p:nvPr/>
          </p:nvSpPr>
          <p:spPr>
            <a:xfrm>
              <a:off x="5701173" y="1964474"/>
              <a:ext cx="3826387" cy="187507"/>
            </a:xfrm>
            <a:prstGeom prst="rect">
              <a:avLst/>
            </a:prstGeom>
            <a:grpFill/>
          </p:spPr>
          <p:txBody>
            <a:bodyPr wrap="square" anchor="ctr">
              <a:spAutoFit/>
            </a:bodyPr>
            <a:lstStyle/>
            <a:p>
              <a:pPr algn="l" fontAlgn="b"/>
              <a:r>
                <a:rPr lang="en-GB" sz="900" b="1" i="0" u="none" strike="noStrike" dirty="0">
                  <a:solidFill>
                    <a:srgbClr val="FFFFFF"/>
                  </a:solidFill>
                  <a:effectLst/>
                  <a:latin typeface="Open Sans" panose="020B0606030504020204" pitchFamily="34" charset="0"/>
                </a:rPr>
                <a:t>Total savings </a:t>
              </a:r>
            </a:p>
          </p:txBody>
        </p:sp>
        <p:sp>
          <p:nvSpPr>
            <p:cNvPr id="61" name="Metin kutusu 60">
              <a:extLst>
                <a:ext uri="{FF2B5EF4-FFF2-40B4-BE49-F238E27FC236}">
                  <a16:creationId xmlns:a16="http://schemas.microsoft.com/office/drawing/2014/main" id="{DB43CCC2-ABBB-25A4-4B03-4BC918C4CADF}"/>
                </a:ext>
              </a:extLst>
            </p:cNvPr>
            <p:cNvSpPr txBox="1"/>
            <p:nvPr/>
          </p:nvSpPr>
          <p:spPr>
            <a:xfrm>
              <a:off x="9516901" y="1964643"/>
              <a:ext cx="303387" cy="187507"/>
            </a:xfrm>
            <a:prstGeom prst="rect">
              <a:avLst/>
            </a:prstGeom>
            <a:grpFill/>
          </p:spPr>
          <p:txBody>
            <a:bodyPr wrap="square" anchor="ctr">
              <a:spAutoFit/>
            </a:bodyPr>
            <a:lstStyle/>
            <a:p>
              <a:pPr algn="l" fontAlgn="ctr"/>
              <a:r>
                <a:rPr lang="tr-TR" sz="900" b="1" dirty="0">
                  <a:solidFill>
                    <a:srgbClr val="FFFFFF"/>
                  </a:solidFill>
                  <a:latin typeface="Open Sans" panose="020B0606030504020204" pitchFamily="34" charset="0"/>
                </a:rPr>
                <a:t>£</a:t>
              </a:r>
              <a:endParaRPr lang="en-GB" sz="900" b="1" dirty="0">
                <a:solidFill>
                  <a:srgbClr val="FFFFFF"/>
                </a:solidFill>
                <a:latin typeface="Open Sans" panose="020B0606030504020204" pitchFamily="34" charset="0"/>
              </a:endParaRPr>
            </a:p>
          </p:txBody>
        </p:sp>
        <p:sp>
          <p:nvSpPr>
            <p:cNvPr id="62" name="Metin kutusu 61">
              <a:extLst>
                <a:ext uri="{FF2B5EF4-FFF2-40B4-BE49-F238E27FC236}">
                  <a16:creationId xmlns:a16="http://schemas.microsoft.com/office/drawing/2014/main" id="{C4B2F824-4A99-AA23-50E9-BEAF733977A5}"/>
                </a:ext>
              </a:extLst>
            </p:cNvPr>
            <p:cNvSpPr txBox="1"/>
            <p:nvPr/>
          </p:nvSpPr>
          <p:spPr>
            <a:xfrm>
              <a:off x="9802122" y="1967708"/>
              <a:ext cx="1169221" cy="187506"/>
            </a:xfrm>
            <a:prstGeom prst="rect">
              <a:avLst/>
            </a:prstGeom>
            <a:grpFill/>
          </p:spPr>
          <p:txBody>
            <a:bodyPr wrap="square" anchor="ctr">
              <a:spAutoFit/>
            </a:bodyPr>
            <a:lstStyle/>
            <a:p>
              <a:pPr algn="r" fontAlgn="ctr"/>
              <a:r>
                <a:rPr lang="tr-TR" sz="900" b="1" i="0" u="none" strike="noStrike" dirty="0" err="1">
                  <a:solidFill>
                    <a:srgbClr val="FFFFFF"/>
                  </a:solidFill>
                  <a:effectLst/>
                  <a:latin typeface="Open Sans" panose="020B0606030504020204" pitchFamily="34" charset="0"/>
                </a:rPr>
                <a:t>batotalval</a:t>
              </a:r>
              <a:endParaRPr lang="en-GB" sz="900" b="0" i="0" u="none" strike="noStrike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Open Sans" panose="020B0606030504020204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65789099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AF9B21B-0DB0-4A3B-2A56-3222E861E3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31A8E9-B4CF-5643-AF96-CB4C768DAD63}" type="slidenum">
              <a:rPr lang="en-US" smtClean="0"/>
              <a:t>3</a:t>
            </a:fld>
            <a:endParaRPr 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82CBA69-C11A-8CE4-B582-EF16D83B80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326" y="428400"/>
            <a:ext cx="10801349" cy="388773"/>
          </a:xfrm>
        </p:spPr>
        <p:txBody>
          <a:bodyPr/>
          <a:lstStyle/>
          <a:p>
            <a:r>
              <a:rPr lang="en-GB" dirty="0"/>
              <a:t>EFFICIENCY SAVINGS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154C946B-159C-14A5-8297-9979D43EB6E0}"/>
              </a:ext>
            </a:extLst>
          </p:cNvPr>
          <p:cNvSpPr txBox="1">
            <a:spLocks/>
          </p:cNvSpPr>
          <p:nvPr/>
        </p:nvSpPr>
        <p:spPr>
          <a:xfrm>
            <a:off x="631422" y="864237"/>
            <a:ext cx="9807224" cy="388773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marL="342000" indent="-252000" algn="l" defTabSz="914400" rtl="0" eaLnBrk="1" latinLnBrk="0" hangingPunct="1">
              <a:lnSpc>
                <a:spcPct val="120000"/>
              </a:lnSpc>
              <a:spcBef>
                <a:spcPts val="800"/>
              </a:spcBef>
              <a:spcAft>
                <a:spcPts val="300"/>
              </a:spcAft>
              <a:buSzPct val="120000"/>
              <a:buFont typeface="Arial" panose="020B0604020202020204" pitchFamily="34" charset="0"/>
              <a:buChar char="•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720000" indent="-216000" algn="l" defTabSz="914400" rtl="0" eaLnBrk="1" latinLnBrk="0" hangingPunct="1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tx2"/>
              </a:buClr>
              <a:buSzPct val="110000"/>
              <a:buFont typeface="Arial" panose="020B0604020202020204" pitchFamily="34" charset="0"/>
              <a:buChar char="•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marL="1152000" indent="-180000" algn="l" defTabSz="914400" rtl="0" eaLnBrk="1" latinLnBrk="0" hangingPunct="1">
              <a:lnSpc>
                <a:spcPct val="120000"/>
              </a:lnSpc>
              <a:spcBef>
                <a:spcPts val="100"/>
              </a:spcBef>
              <a:spcAft>
                <a:spcPts val="0"/>
              </a:spcAft>
              <a:buClr>
                <a:schemeClr val="tx1">
                  <a:lumMod val="75000"/>
                  <a:lumOff val="25000"/>
                </a:schemeClr>
              </a:buClr>
              <a:buSzPct val="130000"/>
              <a:buFont typeface="Open Sans" panose="020B0606030504020204" pitchFamily="34" charset="0"/>
              <a:buChar char="›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marL="1512000" indent="-144000" algn="l" defTabSz="914400" rtl="0" eaLnBrk="1" latinLnBrk="0" hangingPunct="1">
              <a:lnSpc>
                <a:spcPct val="120000"/>
              </a:lnSpc>
              <a:spcBef>
                <a:spcPts val="100"/>
              </a:spcBef>
              <a:spcAft>
                <a:spcPts val="0"/>
              </a:spcAft>
              <a:buClr>
                <a:schemeClr val="tx2"/>
              </a:buClr>
              <a:buSzPct val="120000"/>
              <a:buFont typeface="Open Sans" panose="020B0606030504020204" pitchFamily="34" charset="0"/>
              <a:buChar char="›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marL="1872000" indent="-108000" algn="l" defTabSz="914400" rtl="0" eaLnBrk="1" latinLnBrk="0" hangingPunct="1">
              <a:lnSpc>
                <a:spcPct val="120000"/>
              </a:lnSpc>
              <a:spcBef>
                <a:spcPts val="100"/>
              </a:spcBef>
              <a:spcAft>
                <a:spcPts val="0"/>
              </a:spcAft>
              <a:buClr>
                <a:schemeClr val="tx1">
                  <a:lumMod val="50000"/>
                  <a:lumOff val="50000"/>
                </a:schemeClr>
              </a:buClr>
              <a:buFont typeface="Open Sans" panose="020B0606030504020204" pitchFamily="34" charset="0"/>
              <a:buChar char="›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90170" indent="0">
              <a:spcAft>
                <a:spcPts val="800"/>
              </a:spcAft>
              <a:buFont typeface="Arial" panose="020B0604020202020204" pitchFamily="34" charset="0"/>
              <a:buNone/>
            </a:pPr>
            <a:r>
              <a:rPr lang="en-GB" sz="900" dirty="0">
                <a:solidFill>
                  <a:schemeClr val="tx1">
                    <a:lumMod val="50000"/>
                    <a:lumOff val="50000"/>
                  </a:schemeClr>
                </a:solidFill>
                <a:latin typeface="Open Sans"/>
                <a:ea typeface="Open Sans"/>
                <a:cs typeface="Open Sans"/>
              </a:rPr>
              <a:t>Below is a summary of process efficiency returns as seen from the date of your last value review to today </a:t>
            </a:r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7BB4DF3F-E53D-0A5A-622A-C76B8148FF7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51934336"/>
              </p:ext>
            </p:extLst>
          </p:nvPr>
        </p:nvGraphicFramePr>
        <p:xfrm>
          <a:off x="695326" y="1546398"/>
          <a:ext cx="8387560" cy="2958130"/>
        </p:xfrm>
        <a:graphic>
          <a:graphicData uri="http://schemas.openxmlformats.org/drawingml/2006/table">
            <a:tbl>
              <a:tblPr/>
              <a:tblGrid>
                <a:gridCol w="6748016">
                  <a:extLst>
                    <a:ext uri="{9D8B030D-6E8A-4147-A177-3AD203B41FA5}">
                      <a16:colId xmlns:a16="http://schemas.microsoft.com/office/drawing/2014/main" val="3304046239"/>
                    </a:ext>
                  </a:extLst>
                </a:gridCol>
                <a:gridCol w="1639544">
                  <a:extLst>
                    <a:ext uri="{9D8B030D-6E8A-4147-A177-3AD203B41FA5}">
                      <a16:colId xmlns:a16="http://schemas.microsoft.com/office/drawing/2014/main" val="2724829062"/>
                    </a:ext>
                  </a:extLst>
                </a:gridCol>
              </a:tblGrid>
              <a:tr h="409227">
                <a:tc>
                  <a:txBody>
                    <a:bodyPr/>
                    <a:lstStyle/>
                    <a:p>
                      <a:pPr algn="l" fontAlgn="ctr"/>
                      <a:r>
                        <a:rPr lang="en-GB" sz="900" b="1" i="0" u="none" strike="noStrike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effectLst/>
                          <a:latin typeface="Open Sans" panose="020B0606030504020204" pitchFamily="34" charset="0"/>
                        </a:rPr>
                        <a:t>Benefit Area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GB" sz="900" b="1" i="0" u="none" strike="noStrike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effectLst/>
                          <a:latin typeface="Open Sans" panose="020B0606030504020204" pitchFamily="34" charset="0"/>
                        </a:rPr>
                        <a:t>Efficiency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9027849"/>
                  </a:ext>
                </a:extLst>
              </a:tr>
              <a:tr h="374151">
                <a:tc>
                  <a:txBody>
                    <a:bodyPr/>
                    <a:lstStyle/>
                    <a:p>
                      <a:pPr algn="l" fontAlgn="ctr"/>
                      <a:r>
                        <a:rPr lang="en-GB" sz="900" b="0" i="0" u="none" strike="noStrike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effectLst/>
                          <a:latin typeface="Open Sans" panose="020B0606030504020204" pitchFamily="34" charset="0"/>
                        </a:rPr>
                        <a:t>Contract Information Management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GB" sz="1100" b="1" i="0" u="none" strike="noStrike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40%</a:t>
                      </a:r>
                    </a:p>
                  </a:txBody>
                  <a:tcPr marL="9525" marR="9525" marT="9525" marB="0" anchor="b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30835685"/>
                  </a:ext>
                </a:extLst>
              </a:tr>
              <a:tr h="374151">
                <a:tc>
                  <a:txBody>
                    <a:bodyPr/>
                    <a:lstStyle/>
                    <a:p>
                      <a:pPr algn="l" fontAlgn="ctr"/>
                      <a:r>
                        <a:rPr lang="en-GB" sz="900" b="0" i="0" u="none" strike="noStrike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effectLst/>
                          <a:latin typeface="Open Sans" panose="020B0606030504020204" pitchFamily="34" charset="0"/>
                        </a:rPr>
                        <a:t>Contract Financial Management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GB" sz="1100" b="1" i="0" u="none" strike="noStrike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94%</a:t>
                      </a:r>
                    </a:p>
                  </a:txBody>
                  <a:tcPr marL="9525" marR="9525" marT="9525" marB="0" anchor="b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74113689"/>
                  </a:ext>
                </a:extLst>
              </a:tr>
              <a:tr h="374151">
                <a:tc>
                  <a:txBody>
                    <a:bodyPr/>
                    <a:lstStyle/>
                    <a:p>
                      <a:pPr algn="l" fontAlgn="ctr"/>
                      <a:r>
                        <a:rPr lang="en-GB" sz="900" b="0" i="0" u="none" strike="noStrike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effectLst/>
                          <a:latin typeface="Open Sans" panose="020B0606030504020204" pitchFamily="34" charset="0"/>
                        </a:rPr>
                        <a:t>Contract Renewal Management 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GB" sz="1100" b="1" i="0" u="none" strike="noStrike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70%</a:t>
                      </a:r>
                    </a:p>
                  </a:txBody>
                  <a:tcPr marL="9525" marR="9525" marT="9525" marB="0" anchor="b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00226107"/>
                  </a:ext>
                </a:extLst>
              </a:tr>
              <a:tr h="374151">
                <a:tc>
                  <a:txBody>
                    <a:bodyPr/>
                    <a:lstStyle/>
                    <a:p>
                      <a:pPr algn="l" fontAlgn="ctr"/>
                      <a:r>
                        <a:rPr lang="en-GB" sz="900" b="0" i="0" u="none" strike="noStrike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effectLst/>
                          <a:latin typeface="Open Sans" panose="020B0606030504020204" pitchFamily="34" charset="0"/>
                        </a:rPr>
                        <a:t>Contract Milestone &amp; Key Date Management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GB" sz="1100" b="1" i="0" u="none" strike="noStrike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63%</a:t>
                      </a:r>
                    </a:p>
                  </a:txBody>
                  <a:tcPr marL="9525" marR="9525" marT="9525" marB="0" anchor="b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91950359"/>
                  </a:ext>
                </a:extLst>
              </a:tr>
              <a:tr h="374151">
                <a:tc>
                  <a:txBody>
                    <a:bodyPr/>
                    <a:lstStyle/>
                    <a:p>
                      <a:pPr algn="l" fontAlgn="ctr"/>
                      <a:r>
                        <a:rPr lang="en-GB" sz="900" b="0" i="0" u="none" strike="noStrike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effectLst/>
                          <a:latin typeface="Open Sans" panose="020B0606030504020204" pitchFamily="34" charset="0"/>
                        </a:rPr>
                        <a:t>Supplier Information Management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GB" sz="1100" b="1" i="0" u="none" strike="noStrike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59%</a:t>
                      </a:r>
                    </a:p>
                  </a:txBody>
                  <a:tcPr marL="9525" marR="9525" marT="9525" marB="0" anchor="b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38959055"/>
                  </a:ext>
                </a:extLst>
              </a:tr>
              <a:tr h="339074">
                <a:tc>
                  <a:txBody>
                    <a:bodyPr/>
                    <a:lstStyle/>
                    <a:p>
                      <a:pPr algn="l" fontAlgn="ctr"/>
                      <a:r>
                        <a:rPr lang="en-GB" sz="900" b="0" i="0" u="none" strike="noStrike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effectLst/>
                          <a:latin typeface="Open Sans" panose="020B0606030504020204" pitchFamily="34" charset="0"/>
                        </a:rPr>
                        <a:t>Supplier Risk Management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GB" sz="1100" b="1" i="0" u="none" strike="noStrike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60%</a:t>
                      </a:r>
                    </a:p>
                  </a:txBody>
                  <a:tcPr marL="9525" marR="9525" marT="9525" marB="0" anchor="b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87500770"/>
                  </a:ext>
                </a:extLst>
              </a:tr>
              <a:tr h="339074">
                <a:tc>
                  <a:txBody>
                    <a:bodyPr/>
                    <a:lstStyle/>
                    <a:p>
                      <a:pPr algn="l" fontAlgn="ctr"/>
                      <a:r>
                        <a:rPr lang="en-GB" sz="900" b="0" i="0" u="none" strike="noStrike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effectLst/>
                          <a:latin typeface="Open Sans" panose="020B0606030504020204" pitchFamily="34" charset="0"/>
                        </a:rPr>
                        <a:t>Supplier Performance Management 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GB" sz="1100" b="1" i="0" u="none" strike="noStrike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33%</a:t>
                      </a:r>
                    </a:p>
                  </a:txBody>
                  <a:tcPr marL="9525" marR="9525" marT="9525" marB="0" anchor="b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61429509"/>
                  </a:ext>
                </a:extLst>
              </a:tr>
            </a:tbl>
          </a:graphicData>
        </a:graphic>
      </p:graphicFrame>
      <p:sp>
        <p:nvSpPr>
          <p:cNvPr id="8" name="Text Placeholder 3">
            <a:extLst>
              <a:ext uri="{FF2B5EF4-FFF2-40B4-BE49-F238E27FC236}">
                <a16:creationId xmlns:a16="http://schemas.microsoft.com/office/drawing/2014/main" id="{CD8C20A4-87C7-DD2B-7007-1EFC853794E0}"/>
              </a:ext>
            </a:extLst>
          </p:cNvPr>
          <p:cNvSpPr txBox="1">
            <a:spLocks/>
          </p:cNvSpPr>
          <p:nvPr/>
        </p:nvSpPr>
        <p:spPr>
          <a:xfrm>
            <a:off x="596717" y="5214376"/>
            <a:ext cx="9876634" cy="652270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marL="342000" indent="-252000" algn="l" defTabSz="914400" rtl="0" eaLnBrk="1" latinLnBrk="0" hangingPunct="1">
              <a:lnSpc>
                <a:spcPct val="120000"/>
              </a:lnSpc>
              <a:spcBef>
                <a:spcPts val="800"/>
              </a:spcBef>
              <a:spcAft>
                <a:spcPts val="300"/>
              </a:spcAft>
              <a:buSzPct val="120000"/>
              <a:buFont typeface="Arial" panose="020B0604020202020204" pitchFamily="34" charset="0"/>
              <a:buChar char="•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720000" indent="-216000" algn="l" defTabSz="914400" rtl="0" eaLnBrk="1" latinLnBrk="0" hangingPunct="1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tx2"/>
              </a:buClr>
              <a:buSzPct val="110000"/>
              <a:buFont typeface="Arial" panose="020B0604020202020204" pitchFamily="34" charset="0"/>
              <a:buChar char="•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marL="1152000" indent="-180000" algn="l" defTabSz="914400" rtl="0" eaLnBrk="1" latinLnBrk="0" hangingPunct="1">
              <a:lnSpc>
                <a:spcPct val="120000"/>
              </a:lnSpc>
              <a:spcBef>
                <a:spcPts val="100"/>
              </a:spcBef>
              <a:spcAft>
                <a:spcPts val="0"/>
              </a:spcAft>
              <a:buClr>
                <a:schemeClr val="tx1">
                  <a:lumMod val="75000"/>
                  <a:lumOff val="25000"/>
                </a:schemeClr>
              </a:buClr>
              <a:buSzPct val="130000"/>
              <a:buFont typeface="Open Sans" panose="020B0606030504020204" pitchFamily="34" charset="0"/>
              <a:buChar char="›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marL="1512000" indent="-144000" algn="l" defTabSz="914400" rtl="0" eaLnBrk="1" latinLnBrk="0" hangingPunct="1">
              <a:lnSpc>
                <a:spcPct val="120000"/>
              </a:lnSpc>
              <a:spcBef>
                <a:spcPts val="100"/>
              </a:spcBef>
              <a:spcAft>
                <a:spcPts val="0"/>
              </a:spcAft>
              <a:buClr>
                <a:schemeClr val="tx2"/>
              </a:buClr>
              <a:buSzPct val="120000"/>
              <a:buFont typeface="Open Sans" panose="020B0606030504020204" pitchFamily="34" charset="0"/>
              <a:buChar char="›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marL="1872000" indent="-108000" algn="l" defTabSz="914400" rtl="0" eaLnBrk="1" latinLnBrk="0" hangingPunct="1">
              <a:lnSpc>
                <a:spcPct val="120000"/>
              </a:lnSpc>
              <a:spcBef>
                <a:spcPts val="100"/>
              </a:spcBef>
              <a:spcAft>
                <a:spcPts val="0"/>
              </a:spcAft>
              <a:buClr>
                <a:schemeClr val="tx1">
                  <a:lumMod val="50000"/>
                  <a:lumOff val="50000"/>
                </a:schemeClr>
              </a:buClr>
              <a:buFont typeface="Open Sans" panose="020B0606030504020204" pitchFamily="34" charset="0"/>
              <a:buChar char="›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90170" indent="0">
              <a:spcAft>
                <a:spcPts val="800"/>
              </a:spcAft>
              <a:buFont typeface="Arial" panose="020B0604020202020204" pitchFamily="34" charset="0"/>
              <a:buNone/>
            </a:pPr>
            <a:r>
              <a:rPr lang="en-GB" sz="800" b="0" i="0" dirty="0">
                <a:solidFill>
                  <a:schemeClr val="tx2"/>
                </a:solidFill>
                <a:effectLst/>
                <a:latin typeface="Open Sans" panose="020B0606030504020204" pitchFamily="34" charset="0"/>
              </a:rPr>
              <a:t>Period of review: </a:t>
            </a:r>
          </a:p>
          <a:p>
            <a:pPr marL="90170" indent="0">
              <a:spcAft>
                <a:spcPts val="800"/>
              </a:spcAft>
              <a:buFont typeface="Arial" panose="020B0604020202020204" pitchFamily="34" charset="0"/>
              <a:buNone/>
            </a:pPr>
            <a:r>
              <a:rPr lang="en-GB" sz="800" dirty="0">
                <a:solidFill>
                  <a:srgbClr val="555555"/>
                </a:solidFill>
              </a:rPr>
              <a:t>You selected two periods between which to run a value review, these were: </a:t>
            </a:r>
            <a:r>
              <a:rPr lang="en-GB" sz="800" b="0" i="0" dirty="0">
                <a:solidFill>
                  <a:srgbClr val="555555"/>
                </a:solidFill>
                <a:effectLst/>
                <a:latin typeface="Open Sans" panose="020B0606030504020204" pitchFamily="34" charset="0"/>
              </a:rPr>
              <a:t>[</a:t>
            </a:r>
            <a:r>
              <a:rPr lang="en-GB" sz="800" dirty="0">
                <a:solidFill>
                  <a:srgbClr val="555555"/>
                </a:solidFill>
              </a:rPr>
              <a:t>pls </a:t>
            </a:r>
            <a:r>
              <a:rPr lang="en-GB" sz="800" b="0" i="0" dirty="0">
                <a:solidFill>
                  <a:srgbClr val="555555"/>
                </a:solidFill>
                <a:effectLst/>
                <a:latin typeface="Open Sans" panose="020B0606030504020204" pitchFamily="34" charset="0"/>
              </a:rPr>
              <a:t>insert details of period one selected, and period two selected</a:t>
            </a:r>
            <a:r>
              <a:rPr lang="en-GB" sz="800" dirty="0">
                <a:solidFill>
                  <a:srgbClr val="555555"/>
                </a:solidFill>
              </a:rPr>
              <a:t>]</a:t>
            </a:r>
            <a:endParaRPr lang="en-GB" sz="900" dirty="0">
              <a:solidFill>
                <a:schemeClr val="tx1">
                  <a:lumMod val="50000"/>
                  <a:lumOff val="50000"/>
                </a:schemeClr>
              </a:solidFill>
              <a:latin typeface="Open Sans"/>
              <a:ea typeface="Open Sans"/>
              <a:cs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417796205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31256D3-B27A-D9C6-DA8A-CF2A4073A0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31A8E9-B4CF-5643-AF96-CB4C768DAD63}" type="slidenum">
              <a:rPr lang="en-US" smtClean="0"/>
              <a:t>4</a:t>
            </a:fld>
            <a:endParaRPr lang="en-US"/>
          </a:p>
        </p:txBody>
      </p:sp>
      <p:sp>
        <p:nvSpPr>
          <p:cNvPr id="22" name="Title 1">
            <a:extLst>
              <a:ext uri="{FF2B5EF4-FFF2-40B4-BE49-F238E27FC236}">
                <a16:creationId xmlns:a16="http://schemas.microsoft.com/office/drawing/2014/main" id="{58357287-C1DF-758E-C692-66B6339E43F1}"/>
              </a:ext>
            </a:extLst>
          </p:cNvPr>
          <p:cNvSpPr txBox="1">
            <a:spLocks/>
          </p:cNvSpPr>
          <p:nvPr/>
        </p:nvSpPr>
        <p:spPr>
          <a:xfrm>
            <a:off x="2532063" y="2328182"/>
            <a:ext cx="7127875" cy="494318"/>
          </a:xfrm>
          <a:prstGeom prst="rect">
            <a:avLst/>
          </a:prstGeom>
        </p:spPr>
        <p:txBody>
          <a:bodyPr lIns="0" tIns="0" rIns="0" bIns="0"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800" b="1" i="0" kern="1200">
                <a:solidFill>
                  <a:schemeClr val="tx1"/>
                </a:solidFill>
                <a:latin typeface="Montserrat SemiBold" pitchFamily="2" charset="77"/>
                <a:ea typeface="+mj-ea"/>
                <a:cs typeface="+mj-cs"/>
              </a:defRPr>
            </a:lvl1pPr>
          </a:lstStyle>
          <a:p>
            <a:pPr algn="ctr"/>
            <a:r>
              <a:rPr lang="en-US" sz="4000"/>
              <a:t>Connect with us</a:t>
            </a:r>
          </a:p>
        </p:txBody>
      </p:sp>
    </p:spTree>
    <p:extLst>
      <p:ext uri="{BB962C8B-B14F-4D97-AF65-F5344CB8AC3E}">
        <p14:creationId xmlns:p14="http://schemas.microsoft.com/office/powerpoint/2010/main" val="3049836168"/>
      </p:ext>
    </p:extLst>
  </p:cSld>
  <p:clrMapOvr>
    <a:masterClrMapping/>
  </p:clrMapOvr>
</p:sld>
</file>

<file path=ppt/theme/theme1.xml><?xml version="1.0" encoding="utf-8"?>
<a:theme xmlns:a="http://schemas.openxmlformats.org/drawingml/2006/main" name="Advanced Theme">
  <a:themeElements>
    <a:clrScheme name="Custom 2">
      <a:dk1>
        <a:srgbClr val="25252C"/>
      </a:dk1>
      <a:lt1>
        <a:srgbClr val="FFFFFF"/>
      </a:lt1>
      <a:dk2>
        <a:srgbClr val="F15D22"/>
      </a:dk2>
      <a:lt2>
        <a:srgbClr val="FFFFFF"/>
      </a:lt2>
      <a:accent1>
        <a:srgbClr val="F37720"/>
      </a:accent1>
      <a:accent2>
        <a:srgbClr val="F6911E"/>
      </a:accent2>
      <a:accent3>
        <a:srgbClr val="FCC54C"/>
      </a:accent3>
      <a:accent4>
        <a:srgbClr val="FFDB9B"/>
      </a:accent4>
      <a:accent5>
        <a:srgbClr val="2D4FB2"/>
      </a:accent5>
      <a:accent6>
        <a:srgbClr val="19191F"/>
      </a:accent6>
      <a:hlink>
        <a:srgbClr val="2D4FB2"/>
      </a:hlink>
      <a:folHlink>
        <a:srgbClr val="1F377D"/>
      </a:folHlink>
    </a:clrScheme>
    <a:fontScheme name="Advanced Fonts">
      <a:majorFont>
        <a:latin typeface="Montserrat"/>
        <a:ea typeface=""/>
        <a:cs typeface=""/>
      </a:majorFont>
      <a:minorFont>
        <a:latin typeface="Open San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/>
      <a:bodyPr lIns="0" tIns="0" rIns="0" bIns="0"/>
      <a:lstStyle>
        <a:defPPr algn="l">
          <a:defRPr dirty="0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OneAdvanced-Powerpoint" id="{F8C38506-A58B-420B-8FBB-E3229D059A60}" vid="{B09805F1-EDBB-4199-ACB7-00BD7022686B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8a969d1d-647f-4e4c-97f9-a5143e71e435">
      <Terms xmlns="http://schemas.microsoft.com/office/infopath/2007/PartnerControls"/>
    </lcf76f155ced4ddcb4097134ff3c332f>
    <TaxCatchAll xmlns="eb37a4e0-bf89-419d-8b31-963a97458fb1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FC2ADAF580B8A648AEA7FF4A5F3D65E6" ma:contentTypeVersion="11" ma:contentTypeDescription="Create a new document." ma:contentTypeScope="" ma:versionID="f2db5c34f6348a370055c14b94ddc919">
  <xsd:schema xmlns:xsd="http://www.w3.org/2001/XMLSchema" xmlns:xs="http://www.w3.org/2001/XMLSchema" xmlns:p="http://schemas.microsoft.com/office/2006/metadata/properties" xmlns:ns2="8a969d1d-647f-4e4c-97f9-a5143e71e435" xmlns:ns3="eb37a4e0-bf89-419d-8b31-963a97458fb1" targetNamespace="http://schemas.microsoft.com/office/2006/metadata/properties" ma:root="true" ma:fieldsID="42bedbc2e246c6b2e71d78ed3d4618fc" ns2:_="" ns3:_="">
    <xsd:import namespace="8a969d1d-647f-4e4c-97f9-a5143e71e435"/>
    <xsd:import namespace="eb37a4e0-bf89-419d-8b31-963a97458fb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ObjectDetectorVersions" minOccurs="0"/>
                <xsd:element ref="ns2:lcf76f155ced4ddcb4097134ff3c332f" minOccurs="0"/>
                <xsd:element ref="ns3:TaxCatchAll" minOccurs="0"/>
                <xsd:element ref="ns2:MediaServiceDateTaken" minOccurs="0"/>
                <xsd:element ref="ns2:MediaServiceOCR" minOccurs="0"/>
                <xsd:element ref="ns2:MediaServiceGenerationTime" minOccurs="0"/>
                <xsd:element ref="ns2:MediaServiceEventHashCod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a969d1d-647f-4e4c-97f9-a5143e71e43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lcf76f155ced4ddcb4097134ff3c332f" ma:index="13" nillable="true" ma:taxonomy="true" ma:internalName="lcf76f155ced4ddcb4097134ff3c332f" ma:taxonomyFieldName="MediaServiceImageTags" ma:displayName="Image Tags" ma:readOnly="false" ma:fieldId="{5cf76f15-5ced-4ddc-b409-7134ff3c332f}" ma:taxonomyMulti="true" ma:sspId="6d26eeb5-9ee9-4397-9b3e-f1e80249f735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DateTaken" ma:index="15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7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8" nillable="true" ma:displayName="MediaServiceEventHashCode" ma:hidden="true" ma:internalName="MediaServiceEventHashCode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b37a4e0-bf89-419d-8b31-963a97458fb1" elementFormDefault="qualified">
    <xsd:import namespace="http://schemas.microsoft.com/office/2006/documentManagement/types"/>
    <xsd:import namespace="http://schemas.microsoft.com/office/infopath/2007/PartnerControls"/>
    <xsd:element name="TaxCatchAll" ma:index="14" nillable="true" ma:displayName="Taxonomy Catch All Column" ma:hidden="true" ma:list="{2c47415d-69f8-47d4-a17a-a3b33913b4bf}" ma:internalName="TaxCatchAll" ma:showField="CatchAllData" ma:web="eb37a4e0-bf89-419d-8b31-963a97458fb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8140E5F8-1399-4596-AA73-4BD79D26AFFD}">
  <ds:schemaRefs>
    <ds:schemaRef ds:uri="http://schemas.microsoft.com/office/2006/metadata/properties"/>
    <ds:schemaRef ds:uri="http://schemas.microsoft.com/office/2006/documentManagement/types"/>
    <ds:schemaRef ds:uri="http://purl.org/dc/dcmitype/"/>
    <ds:schemaRef ds:uri="http://schemas.openxmlformats.org/package/2006/metadata/core-properties"/>
    <ds:schemaRef ds:uri="8e78c812-0be8-4f61-8186-a9387d596735"/>
    <ds:schemaRef ds:uri="http://schemas.microsoft.com/office/infopath/2007/PartnerControls"/>
    <ds:schemaRef ds:uri="http://purl.org/dc/terms/"/>
    <ds:schemaRef ds:uri="http://purl.org/dc/elements/1.1/"/>
    <ds:schemaRef ds:uri="http://www.w3.org/XML/1998/namespace"/>
    <ds:schemaRef ds:uri="8a969d1d-647f-4e4c-97f9-a5143e71e435"/>
    <ds:schemaRef ds:uri="eb37a4e0-bf89-419d-8b31-963a97458fb1"/>
  </ds:schemaRefs>
</ds:datastoreItem>
</file>

<file path=customXml/itemProps2.xml><?xml version="1.0" encoding="utf-8"?>
<ds:datastoreItem xmlns:ds="http://schemas.openxmlformats.org/officeDocument/2006/customXml" ds:itemID="{7DE18AF2-C1F0-4DCB-B624-E24984FCEF8F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8a969d1d-647f-4e4c-97f9-a5143e71e435"/>
    <ds:schemaRef ds:uri="eb37a4e0-bf89-419d-8b31-963a97458fb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953B4D23-82FF-4812-9F4E-BB600331C634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>
  <clbl:label id="{2b5a89e7-01bf-42ed-9da1-669d82eec17a}" enabled="0" method="" siteId="{2b5a89e7-01bf-42ed-9da1-669d82eec17a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OneAdvanced-Powerpoint-Template (1)</Template>
  <TotalTime>2249</TotalTime>
  <Words>253</Words>
  <Application>Microsoft Office PowerPoint</Application>
  <PresentationFormat>Geniş ekran</PresentationFormat>
  <Paragraphs>68</Paragraphs>
  <Slides>4</Slides>
  <Notes>2</Notes>
  <HiddenSlides>0</HiddenSlides>
  <MMClips>0</MMClips>
  <ScaleCrop>false</ScaleCrop>
  <HeadingPairs>
    <vt:vector size="6" baseType="variant">
      <vt:variant>
        <vt:lpstr>Kullanılan Yazı Tipleri</vt:lpstr>
      </vt:variant>
      <vt:variant>
        <vt:i4>5</vt:i4>
      </vt:variant>
      <vt:variant>
        <vt:lpstr>Tema</vt:lpstr>
      </vt:variant>
      <vt:variant>
        <vt:i4>1</vt:i4>
      </vt:variant>
      <vt:variant>
        <vt:lpstr>Slayt Başlıkları</vt:lpstr>
      </vt:variant>
      <vt:variant>
        <vt:i4>4</vt:i4>
      </vt:variant>
    </vt:vector>
  </HeadingPairs>
  <TitlesOfParts>
    <vt:vector size="10" baseType="lpstr">
      <vt:lpstr>Arial</vt:lpstr>
      <vt:lpstr>Calibri</vt:lpstr>
      <vt:lpstr>Montserrat</vt:lpstr>
      <vt:lpstr>Montserrat SemiBold</vt:lpstr>
      <vt:lpstr>Open Sans</vt:lpstr>
      <vt:lpstr>Advanced Theme</vt:lpstr>
      <vt:lpstr>valclient: Value Business Case</vt:lpstr>
      <vt:lpstr>CURRENT VALUE RETURN SUMMARY </vt:lpstr>
      <vt:lpstr>EFFICIENCY SAVINGS</vt:lpstr>
      <vt:lpstr>PowerPoint Sunusu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Value Board Pack template</dc:title>
  <dc:creator>Angela Dcruz</dc:creator>
  <cp:lastModifiedBy>Murat Özdemir</cp:lastModifiedBy>
  <cp:revision>13</cp:revision>
  <dcterms:created xsi:type="dcterms:W3CDTF">2024-07-05T15:05:35Z</dcterms:created>
  <dcterms:modified xsi:type="dcterms:W3CDTF">2024-10-02T15:38:16Z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0x010100FC2ADAF580B8A648AEA7FF4A5F3D65E6</vt:lpwstr>
  </property>
  <property fmtid="{D5CDD505-2E9C-101B-9397-08002B2CF9AE}" pid="3" name="MediaServiceImageTags">
    <vt:lpwstr/>
  </property>
</Properties>
</file>