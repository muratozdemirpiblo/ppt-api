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89" r:id="rId5"/>
    <p:sldId id="463" r:id="rId6"/>
    <p:sldId id="464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8182"/>
    <a:srgbClr val="FFFFFF"/>
    <a:srgbClr val="E23F13"/>
    <a:srgbClr val="F0F0F5"/>
    <a:srgbClr val="FAFAFA"/>
    <a:srgbClr val="2525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4658"/>
  </p:normalViewPr>
  <p:slideViewPr>
    <p:cSldViewPr snapToGrid="0">
      <p:cViewPr>
        <p:scale>
          <a:sx n="125" d="100"/>
          <a:sy n="125" d="100"/>
        </p:scale>
        <p:origin x="72" y="-17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about:blank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688912223288134E-3"/>
          <c:y val="6.7849679876351099E-2"/>
          <c:w val="0.97918232058845212"/>
          <c:h val="0.96671180011294944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EAE-4580-A045-0FDD7AB7F4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EAE-4580-A045-0FDD7AB7F4E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EAE-4580-A045-0FDD7AB7F4E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EAE-4580-A045-0FDD7AB7F4E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EAE-4580-A045-0FDD7AB7F4E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EAE-4580-A045-0FDD7AB7F4E3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9EAE-4580-A045-0FDD7AB7F4E3}"/>
              </c:ext>
            </c:extLst>
          </c:dPt>
          <c:dPt>
            <c:idx val="7"/>
            <c:bubble3D val="0"/>
            <c:spPr>
              <a:solidFill>
                <a:schemeClr val="accent6">
                  <a:lumMod val="25000"/>
                  <a:lumOff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9EAE-4580-A045-0FDD7AB7F4E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9EAE-4580-A045-0FDD7AB7F4E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9EAE-4580-A045-0FDD7AB7F4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'[Value Calculator_Financials LIVE v9.xlsm]Value Analysis'!$C$46:$C$54</c:f>
              <c:strCache>
                <c:ptCount val="9"/>
                <c:pt idx="0">
                  <c:v>Raising Purchase Orders</c:v>
                </c:pt>
                <c:pt idx="1">
                  <c:v>Purchase Order approvals</c:v>
                </c:pt>
                <c:pt idx="2">
                  <c:v>Coding invoice processes</c:v>
                </c:pt>
                <c:pt idx="3">
                  <c:v>Management of supplier and purchase invoices</c:v>
                </c:pt>
                <c:pt idx="4">
                  <c:v>Managing Spend leakage</c:v>
                </c:pt>
                <c:pt idx="5">
                  <c:v>Finance query management &amp; reporting</c:v>
                </c:pt>
                <c:pt idx="6">
                  <c:v>Debt collection administration processes</c:v>
                </c:pt>
                <c:pt idx="7">
                  <c:v>Customer Invoicing &amp; Finance Workflow</c:v>
                </c:pt>
                <c:pt idx="8">
                  <c:v>Online expense management</c:v>
                </c:pt>
              </c:strCache>
            </c:strRef>
          </c:cat>
          <c:val>
            <c:numLit>
              <c:formatCode>"£"#,##0</c:formatCode>
              <c:ptCount val="10"/>
              <c:pt idx="0">
                <c:v>154461</c:v>
              </c:pt>
              <c:pt idx="1">
                <c:v>15453</c:v>
              </c:pt>
              <c:pt idx="2">
                <c:v>26400</c:v>
              </c:pt>
              <c:pt idx="3">
                <c:v>3853</c:v>
              </c:pt>
              <c:pt idx="4">
                <c:v>3017</c:v>
              </c:pt>
              <c:pt idx="5">
                <c:v>925349</c:v>
              </c:pt>
              <c:pt idx="6">
                <c:v>14344</c:v>
              </c:pt>
              <c:pt idx="7">
                <c:v>454393</c:v>
              </c:pt>
              <c:pt idx="8">
                <c:v>1210</c:v>
              </c:pt>
              <c:pt idx="9">
                <c:v>1223748</c:v>
              </c:pt>
            </c:numLit>
          </c:val>
          <c:extLst>
            <c:ext xmlns:c16="http://schemas.microsoft.com/office/drawing/2014/chart" uri="{C3380CC4-5D6E-409C-BE32-E72D297353CC}">
              <c16:uniqueId val="{00000014-9EAE-4580-A045-0FDD7AB7F4E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995B-D5C5-E9F3-74E1-867BB85FAC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75A38-0062-6C38-0B8A-6561F09F2D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E6207-6821-4DAB-B818-E4F4F6AB12F5}" type="datetimeFigureOut">
              <a:rPr lang="en-GB" smtClean="0"/>
              <a:t>03/10/2024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6C68E-BDFC-0BFF-7F14-6B953611F6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FAFE3-268E-270F-8A32-C160C9648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E5AB6-E7A7-49F2-B3EF-8EA64FA4A4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7520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36EE0-4F6D-274D-8902-95CDFEF84C8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F5981-AC5E-AE4D-852B-DAB06874D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9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F5981-AC5E-AE4D-852B-DAB06874D7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65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F5981-AC5E-AE4D-852B-DAB06874D7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8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hyperlink" Target="about:blank" TargetMode="External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4.sv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14551C-8DA6-7975-4AC8-8A180A4C6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3794264"/>
            <a:ext cx="5292725" cy="623624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74C2F-C574-4EA9-44E0-B379B0083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695325" y="1287508"/>
            <a:ext cx="5292724" cy="225116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4E7-498F-66AF-F2DA-D2DEE88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377" y="6356350"/>
            <a:ext cx="1124423" cy="365125"/>
          </a:xfrm>
        </p:spPr>
        <p:txBody>
          <a:bodyPr/>
          <a:lstStyle>
            <a:lvl1pPr>
              <a:defRPr lang="en-GB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98FAEBFC-AF3F-6E47-9766-48C2D7B36252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2EE1-3EC5-BFE6-C357-F5252CFA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0"/>
            <a:ext cx="4114800" cy="365125"/>
          </a:xfrm>
        </p:spPr>
        <p:txBody>
          <a:bodyPr/>
          <a:lstStyle>
            <a:lvl1pPr>
              <a:defRPr lang="en-US" sz="12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F6F8-891C-1521-D183-6AB83FE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 i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3531A8E9-B4CF-5643-AF96-CB4C768DAD6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A657EF-F445-0102-2BA7-44A9F51D8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8051" y="730390"/>
            <a:ext cx="2197544" cy="27469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B90FE5-9B10-DE0E-C798-6B53CC1B51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4912911"/>
            <a:ext cx="5292723" cy="36512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1100" b="1" kern="1200" dirty="0">
                <a:solidFill>
                  <a:schemeClr val="tx2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6B070-9C5D-0E7C-E2ED-3FE385C377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730389"/>
            <a:ext cx="5668391" cy="5398949"/>
          </a:xfrm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975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CACB3E2-F3D6-FBFE-9D4D-122785B60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1528700"/>
            <a:ext cx="5292724" cy="225116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ADAE5C-AB56-334E-55D5-580A0F311684}"/>
              </a:ext>
            </a:extLst>
          </p:cNvPr>
          <p:cNvGrpSpPr/>
          <p:nvPr userDrawn="1"/>
        </p:nvGrpSpPr>
        <p:grpSpPr>
          <a:xfrm>
            <a:off x="6478742" y="11724"/>
            <a:ext cx="5092742" cy="3234091"/>
            <a:chOff x="6478742" y="11724"/>
            <a:chExt cx="5092742" cy="323409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419A74-C617-E2EF-D709-898E5041469E}"/>
                </a:ext>
              </a:extLst>
            </p:cNvPr>
            <p:cNvSpPr/>
            <p:nvPr/>
          </p:nvSpPr>
          <p:spPr>
            <a:xfrm rot="21242962">
              <a:off x="6478742" y="11724"/>
              <a:ext cx="3084269" cy="2201375"/>
            </a:xfrm>
            <a:custGeom>
              <a:avLst/>
              <a:gdLst>
                <a:gd name="connsiteX0" fmla="*/ 1712414 w 3084269"/>
                <a:gd name="connsiteY0" fmla="*/ 0 h 2201375"/>
                <a:gd name="connsiteX1" fmla="*/ 3084269 w 3084269"/>
                <a:gd name="connsiteY1" fmla="*/ 142993 h 2201375"/>
                <a:gd name="connsiteX2" fmla="*/ 3068835 w 3084269"/>
                <a:gd name="connsiteY2" fmla="*/ 150278 h 2201375"/>
                <a:gd name="connsiteX3" fmla="*/ 1339326 w 3084269"/>
                <a:gd name="connsiteY3" fmla="*/ 1231203 h 2201375"/>
                <a:gd name="connsiteX4" fmla="*/ 410602 w 3084269"/>
                <a:gd name="connsiteY4" fmla="*/ 2201375 h 2201375"/>
                <a:gd name="connsiteX5" fmla="*/ 89947 w 3084269"/>
                <a:gd name="connsiteY5" fmla="*/ 2011654 h 2201375"/>
                <a:gd name="connsiteX6" fmla="*/ 29617 w 3084269"/>
                <a:gd name="connsiteY6" fmla="*/ 1917289 h 2201375"/>
                <a:gd name="connsiteX7" fmla="*/ 692504 w 3084269"/>
                <a:gd name="connsiteY7" fmla="*/ 797542 h 2201375"/>
                <a:gd name="connsiteX8" fmla="*/ 1697317 w 3084269"/>
                <a:gd name="connsiteY8" fmla="*/ 9339 h 220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269" h="2201375">
                  <a:moveTo>
                    <a:pt x="1712414" y="0"/>
                  </a:moveTo>
                  <a:lnTo>
                    <a:pt x="3084269" y="142993"/>
                  </a:lnTo>
                  <a:lnTo>
                    <a:pt x="3068835" y="150278"/>
                  </a:lnTo>
                  <a:cubicBezTo>
                    <a:pt x="2458563" y="450626"/>
                    <a:pt x="1870771" y="804095"/>
                    <a:pt x="1339326" y="1231203"/>
                  </a:cubicBezTo>
                  <a:cubicBezTo>
                    <a:pt x="1088128" y="1432698"/>
                    <a:pt x="609506" y="1805227"/>
                    <a:pt x="410602" y="2201375"/>
                  </a:cubicBezTo>
                  <a:cubicBezTo>
                    <a:pt x="281485" y="2163160"/>
                    <a:pt x="169456" y="2103371"/>
                    <a:pt x="89947" y="2011654"/>
                  </a:cubicBezTo>
                  <a:cubicBezTo>
                    <a:pt x="63833" y="1981432"/>
                    <a:pt x="43876" y="1949857"/>
                    <a:pt x="29617" y="1917289"/>
                  </a:cubicBezTo>
                  <a:cubicBezTo>
                    <a:pt x="-140683" y="1531380"/>
                    <a:pt x="469312" y="999237"/>
                    <a:pt x="692504" y="797542"/>
                  </a:cubicBezTo>
                  <a:cubicBezTo>
                    <a:pt x="1058981" y="467100"/>
                    <a:pt x="1376979" y="217868"/>
                    <a:pt x="1697317" y="933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1C47ADB-F7DB-9310-CF82-78A759ED12C3}"/>
                </a:ext>
              </a:extLst>
            </p:cNvPr>
            <p:cNvSpPr/>
            <p:nvPr/>
          </p:nvSpPr>
          <p:spPr>
            <a:xfrm rot="21242962">
              <a:off x="6648918" y="1802814"/>
              <a:ext cx="4922566" cy="1443001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4E7-498F-66AF-F2DA-D2DEE88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377" y="6356350"/>
            <a:ext cx="1124423" cy="365125"/>
          </a:xfrm>
        </p:spPr>
        <p:txBody>
          <a:bodyPr/>
          <a:lstStyle>
            <a:lvl1pPr>
              <a:defRPr lang="en-GB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98FAEBFC-AF3F-6E47-9766-48C2D7B36252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2EE1-3EC5-BFE6-C357-F5252CFA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0"/>
            <a:ext cx="4114800" cy="365125"/>
          </a:xfrm>
        </p:spPr>
        <p:txBody>
          <a:bodyPr/>
          <a:lstStyle>
            <a:lvl1pPr>
              <a:defRPr lang="en-US" sz="12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F6F8-891C-1521-D183-6AB83FE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 i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3531A8E9-B4CF-5643-AF96-CB4C768DAD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E279612-A00D-9DA6-F257-9A62F420A7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989150"/>
            <a:ext cx="5292725" cy="623624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 </a:t>
            </a:r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157F8B76-BD18-D930-D55C-B6A1B10E82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4912911"/>
            <a:ext cx="5292723" cy="36512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1100" b="1" kern="1200" dirty="0">
                <a:solidFill>
                  <a:schemeClr val="tx2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5412991-0C78-34EB-A601-7A8E3F7EE776}"/>
              </a:ext>
            </a:extLst>
          </p:cNvPr>
          <p:cNvSpPr/>
          <p:nvPr userDrawn="1"/>
        </p:nvSpPr>
        <p:spPr>
          <a:xfrm rot="21242962">
            <a:off x="7869369" y="2520796"/>
            <a:ext cx="4256009" cy="4337952"/>
          </a:xfrm>
          <a:custGeom>
            <a:avLst/>
            <a:gdLst>
              <a:gd name="connsiteX0" fmla="*/ 3868539 w 4256009"/>
              <a:gd name="connsiteY0" fmla="*/ 0 h 4337952"/>
              <a:gd name="connsiteX1" fmla="*/ 4201006 w 4256009"/>
              <a:gd name="connsiteY1" fmla="*/ 923585 h 4337952"/>
              <a:gd name="connsiteX2" fmla="*/ 4197837 w 4256009"/>
              <a:gd name="connsiteY2" fmla="*/ 924928 h 4337952"/>
              <a:gd name="connsiteX3" fmla="*/ 3252373 w 4256009"/>
              <a:gd name="connsiteY3" fmla="*/ 3222792 h 4337952"/>
              <a:gd name="connsiteX4" fmla="*/ 2112265 w 4256009"/>
              <a:gd name="connsiteY4" fmla="*/ 4270280 h 4337952"/>
              <a:gd name="connsiteX5" fmla="*/ 2022491 w 4256009"/>
              <a:gd name="connsiteY5" fmla="*/ 4337952 h 4337952"/>
              <a:gd name="connsiteX6" fmla="*/ 0 w 4256009"/>
              <a:gd name="connsiteY6" fmla="*/ 4127141 h 4337952"/>
              <a:gd name="connsiteX7" fmla="*/ 238118 w 4256009"/>
              <a:gd name="connsiteY7" fmla="*/ 3995550 h 4337952"/>
              <a:gd name="connsiteX8" fmla="*/ 2502315 w 4256009"/>
              <a:gd name="connsiteY8" fmla="*/ 2401453 h 4337952"/>
              <a:gd name="connsiteX9" fmla="*/ 3842007 w 4256009"/>
              <a:gd name="connsiteY9" fmla="*/ 512614 h 4337952"/>
              <a:gd name="connsiteX10" fmla="*/ 3868539 w 4256009"/>
              <a:gd name="connsiteY10" fmla="*/ 0 h 433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56009" h="4337952">
                <a:moveTo>
                  <a:pt x="3868539" y="0"/>
                </a:moveTo>
                <a:lnTo>
                  <a:pt x="4201006" y="923585"/>
                </a:lnTo>
                <a:lnTo>
                  <a:pt x="4197837" y="924928"/>
                </a:lnTo>
                <a:cubicBezTo>
                  <a:pt x="4469769" y="1628233"/>
                  <a:pt x="3726170" y="2693196"/>
                  <a:pt x="3252373" y="3222792"/>
                </a:cubicBezTo>
                <a:cubicBezTo>
                  <a:pt x="2922101" y="3589121"/>
                  <a:pt x="2535116" y="3939896"/>
                  <a:pt x="2112265" y="4270280"/>
                </a:cubicBezTo>
                <a:lnTo>
                  <a:pt x="2022491" y="4337952"/>
                </a:lnTo>
                <a:lnTo>
                  <a:pt x="0" y="4127141"/>
                </a:lnTo>
                <a:lnTo>
                  <a:pt x="238118" y="3995550"/>
                </a:lnTo>
                <a:cubicBezTo>
                  <a:pt x="1034127" y="3545690"/>
                  <a:pt x="1877646" y="3003452"/>
                  <a:pt x="2502315" y="2401453"/>
                </a:cubicBezTo>
                <a:cubicBezTo>
                  <a:pt x="3161978" y="1765733"/>
                  <a:pt x="3685865" y="1079007"/>
                  <a:pt x="3842007" y="512614"/>
                </a:cubicBezTo>
                <a:cubicBezTo>
                  <a:pt x="3893406" y="326720"/>
                  <a:pt x="3904917" y="153979"/>
                  <a:pt x="386853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99000">
                <a:schemeClr val="accent1"/>
              </a:gs>
            </a:gsLst>
            <a:lin ang="18900000" scaled="1"/>
            <a:tileRect/>
          </a:gradFill>
          <a:ln w="760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6E4DEAF-BC4A-5DD9-036E-624FD7C4D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59600" y="1287463"/>
            <a:ext cx="4264025" cy="4273550"/>
          </a:xfrm>
          <a:custGeom>
            <a:avLst/>
            <a:gdLst>
              <a:gd name="connsiteX0" fmla="*/ 328842 w 4264025"/>
              <a:gd name="connsiteY0" fmla="*/ 0 h 4273550"/>
              <a:gd name="connsiteX1" fmla="*/ 3935183 w 4264025"/>
              <a:gd name="connsiteY1" fmla="*/ 0 h 4273550"/>
              <a:gd name="connsiteX2" fmla="*/ 4264025 w 4264025"/>
              <a:gd name="connsiteY2" fmla="*/ 328842 h 4273550"/>
              <a:gd name="connsiteX3" fmla="*/ 4264025 w 4264025"/>
              <a:gd name="connsiteY3" fmla="*/ 2397987 h 4273550"/>
              <a:gd name="connsiteX4" fmla="*/ 4187602 w 4264025"/>
              <a:gd name="connsiteY4" fmla="*/ 2540521 h 4273550"/>
              <a:gd name="connsiteX5" fmla="*/ 3434167 w 4264025"/>
              <a:gd name="connsiteY5" fmla="*/ 3594728 h 4273550"/>
              <a:gd name="connsiteX6" fmla="*/ 2977109 w 4264025"/>
              <a:gd name="connsiteY6" fmla="*/ 4084536 h 4273550"/>
              <a:gd name="connsiteX7" fmla="*/ 2776680 w 4264025"/>
              <a:gd name="connsiteY7" fmla="*/ 4273550 h 4273550"/>
              <a:gd name="connsiteX8" fmla="*/ 328842 w 4264025"/>
              <a:gd name="connsiteY8" fmla="*/ 4273550 h 4273550"/>
              <a:gd name="connsiteX9" fmla="*/ 0 w 4264025"/>
              <a:gd name="connsiteY9" fmla="*/ 3944708 h 4273550"/>
              <a:gd name="connsiteX10" fmla="*/ 0 w 4264025"/>
              <a:gd name="connsiteY10" fmla="*/ 328842 h 4273550"/>
              <a:gd name="connsiteX11" fmla="*/ 328842 w 4264025"/>
              <a:gd name="connsiteY11" fmla="*/ 0 h 427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64025" h="4273550">
                <a:moveTo>
                  <a:pt x="328842" y="0"/>
                </a:moveTo>
                <a:lnTo>
                  <a:pt x="3935183" y="0"/>
                </a:lnTo>
                <a:cubicBezTo>
                  <a:pt x="4116797" y="0"/>
                  <a:pt x="4264025" y="147228"/>
                  <a:pt x="4264025" y="328842"/>
                </a:cubicBezTo>
                <a:lnTo>
                  <a:pt x="4264025" y="2397987"/>
                </a:lnTo>
                <a:lnTo>
                  <a:pt x="4187602" y="2540521"/>
                </a:lnTo>
                <a:cubicBezTo>
                  <a:pt x="3989287" y="2884882"/>
                  <a:pt x="3729269" y="3244387"/>
                  <a:pt x="3434167" y="3594728"/>
                </a:cubicBezTo>
                <a:cubicBezTo>
                  <a:pt x="3294444" y="3760607"/>
                  <a:pt x="3140729" y="3924189"/>
                  <a:pt x="2977109" y="4084536"/>
                </a:cubicBezTo>
                <a:lnTo>
                  <a:pt x="2776680" y="4273550"/>
                </a:lnTo>
                <a:lnTo>
                  <a:pt x="328842" y="4273550"/>
                </a:lnTo>
                <a:cubicBezTo>
                  <a:pt x="147228" y="4273550"/>
                  <a:pt x="0" y="4126322"/>
                  <a:pt x="0" y="3944708"/>
                </a:cubicBezTo>
                <a:lnTo>
                  <a:pt x="0" y="328842"/>
                </a:lnTo>
                <a:cubicBezTo>
                  <a:pt x="0" y="147228"/>
                  <a:pt x="147228" y="0"/>
                  <a:pt x="32884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F632325-B368-E7E6-040E-5422C4DE6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8051" y="730390"/>
            <a:ext cx="2197544" cy="2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0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EADAE5C-AB56-334E-55D5-580A0F311684}"/>
              </a:ext>
            </a:extLst>
          </p:cNvPr>
          <p:cNvGrpSpPr/>
          <p:nvPr userDrawn="1"/>
        </p:nvGrpSpPr>
        <p:grpSpPr>
          <a:xfrm>
            <a:off x="6478742" y="11724"/>
            <a:ext cx="5092742" cy="3234091"/>
            <a:chOff x="6478742" y="11724"/>
            <a:chExt cx="5092742" cy="323409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419A74-C617-E2EF-D709-898E5041469E}"/>
                </a:ext>
              </a:extLst>
            </p:cNvPr>
            <p:cNvSpPr/>
            <p:nvPr/>
          </p:nvSpPr>
          <p:spPr>
            <a:xfrm rot="21242962">
              <a:off x="6478742" y="11724"/>
              <a:ext cx="3084269" cy="2201375"/>
            </a:xfrm>
            <a:custGeom>
              <a:avLst/>
              <a:gdLst>
                <a:gd name="connsiteX0" fmla="*/ 1712414 w 3084269"/>
                <a:gd name="connsiteY0" fmla="*/ 0 h 2201375"/>
                <a:gd name="connsiteX1" fmla="*/ 3084269 w 3084269"/>
                <a:gd name="connsiteY1" fmla="*/ 142993 h 2201375"/>
                <a:gd name="connsiteX2" fmla="*/ 3068835 w 3084269"/>
                <a:gd name="connsiteY2" fmla="*/ 150278 h 2201375"/>
                <a:gd name="connsiteX3" fmla="*/ 1339326 w 3084269"/>
                <a:gd name="connsiteY3" fmla="*/ 1231203 h 2201375"/>
                <a:gd name="connsiteX4" fmla="*/ 410602 w 3084269"/>
                <a:gd name="connsiteY4" fmla="*/ 2201375 h 2201375"/>
                <a:gd name="connsiteX5" fmla="*/ 89947 w 3084269"/>
                <a:gd name="connsiteY5" fmla="*/ 2011654 h 2201375"/>
                <a:gd name="connsiteX6" fmla="*/ 29617 w 3084269"/>
                <a:gd name="connsiteY6" fmla="*/ 1917289 h 2201375"/>
                <a:gd name="connsiteX7" fmla="*/ 692504 w 3084269"/>
                <a:gd name="connsiteY7" fmla="*/ 797542 h 2201375"/>
                <a:gd name="connsiteX8" fmla="*/ 1697317 w 3084269"/>
                <a:gd name="connsiteY8" fmla="*/ 9339 h 220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269" h="2201375">
                  <a:moveTo>
                    <a:pt x="1712414" y="0"/>
                  </a:moveTo>
                  <a:lnTo>
                    <a:pt x="3084269" y="142993"/>
                  </a:lnTo>
                  <a:lnTo>
                    <a:pt x="3068835" y="150278"/>
                  </a:lnTo>
                  <a:cubicBezTo>
                    <a:pt x="2458563" y="450626"/>
                    <a:pt x="1870771" y="804095"/>
                    <a:pt x="1339326" y="1231203"/>
                  </a:cubicBezTo>
                  <a:cubicBezTo>
                    <a:pt x="1088128" y="1432698"/>
                    <a:pt x="609506" y="1805227"/>
                    <a:pt x="410602" y="2201375"/>
                  </a:cubicBezTo>
                  <a:cubicBezTo>
                    <a:pt x="281485" y="2163160"/>
                    <a:pt x="169456" y="2103371"/>
                    <a:pt x="89947" y="2011654"/>
                  </a:cubicBezTo>
                  <a:cubicBezTo>
                    <a:pt x="63833" y="1981432"/>
                    <a:pt x="43876" y="1949857"/>
                    <a:pt x="29617" y="1917289"/>
                  </a:cubicBezTo>
                  <a:cubicBezTo>
                    <a:pt x="-140683" y="1531380"/>
                    <a:pt x="469312" y="999237"/>
                    <a:pt x="692504" y="797542"/>
                  </a:cubicBezTo>
                  <a:cubicBezTo>
                    <a:pt x="1058981" y="467100"/>
                    <a:pt x="1376979" y="217868"/>
                    <a:pt x="1697317" y="933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1C47ADB-F7DB-9310-CF82-78A759ED12C3}"/>
                </a:ext>
              </a:extLst>
            </p:cNvPr>
            <p:cNvSpPr/>
            <p:nvPr/>
          </p:nvSpPr>
          <p:spPr>
            <a:xfrm rot="21242962">
              <a:off x="6648918" y="1802814"/>
              <a:ext cx="4922566" cy="1443001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4E7-498F-66AF-F2DA-D2DEE88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4377" y="6356350"/>
            <a:ext cx="1124423" cy="365125"/>
          </a:xfrm>
        </p:spPr>
        <p:txBody>
          <a:bodyPr/>
          <a:lstStyle>
            <a:lvl1pPr>
              <a:defRPr lang="en-GB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98FAEBFC-AF3F-6E47-9766-48C2D7B36252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2EE1-3EC5-BFE6-C357-F5252CFA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50"/>
            <a:ext cx="4114800" cy="365125"/>
          </a:xfrm>
        </p:spPr>
        <p:txBody>
          <a:bodyPr/>
          <a:lstStyle>
            <a:lvl1pPr>
              <a:defRPr lang="en-US" sz="12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F6F8-891C-1521-D183-6AB83FED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 i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</a:defRPr>
            </a:lvl1pPr>
          </a:lstStyle>
          <a:p>
            <a:fld id="{3531A8E9-B4CF-5643-AF96-CB4C768DAD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5412991-0C78-34EB-A601-7A8E3F7EE776}"/>
              </a:ext>
            </a:extLst>
          </p:cNvPr>
          <p:cNvSpPr/>
          <p:nvPr userDrawn="1"/>
        </p:nvSpPr>
        <p:spPr>
          <a:xfrm rot="21242962">
            <a:off x="7869369" y="2520796"/>
            <a:ext cx="4256009" cy="4337952"/>
          </a:xfrm>
          <a:custGeom>
            <a:avLst/>
            <a:gdLst>
              <a:gd name="connsiteX0" fmla="*/ 3868539 w 4256009"/>
              <a:gd name="connsiteY0" fmla="*/ 0 h 4337952"/>
              <a:gd name="connsiteX1" fmla="*/ 4201006 w 4256009"/>
              <a:gd name="connsiteY1" fmla="*/ 923585 h 4337952"/>
              <a:gd name="connsiteX2" fmla="*/ 4197837 w 4256009"/>
              <a:gd name="connsiteY2" fmla="*/ 924928 h 4337952"/>
              <a:gd name="connsiteX3" fmla="*/ 3252373 w 4256009"/>
              <a:gd name="connsiteY3" fmla="*/ 3222792 h 4337952"/>
              <a:gd name="connsiteX4" fmla="*/ 2112265 w 4256009"/>
              <a:gd name="connsiteY4" fmla="*/ 4270280 h 4337952"/>
              <a:gd name="connsiteX5" fmla="*/ 2022491 w 4256009"/>
              <a:gd name="connsiteY5" fmla="*/ 4337952 h 4337952"/>
              <a:gd name="connsiteX6" fmla="*/ 0 w 4256009"/>
              <a:gd name="connsiteY6" fmla="*/ 4127141 h 4337952"/>
              <a:gd name="connsiteX7" fmla="*/ 238118 w 4256009"/>
              <a:gd name="connsiteY7" fmla="*/ 3995550 h 4337952"/>
              <a:gd name="connsiteX8" fmla="*/ 2502315 w 4256009"/>
              <a:gd name="connsiteY8" fmla="*/ 2401453 h 4337952"/>
              <a:gd name="connsiteX9" fmla="*/ 3842007 w 4256009"/>
              <a:gd name="connsiteY9" fmla="*/ 512614 h 4337952"/>
              <a:gd name="connsiteX10" fmla="*/ 3868539 w 4256009"/>
              <a:gd name="connsiteY10" fmla="*/ 0 h 433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56009" h="4337952">
                <a:moveTo>
                  <a:pt x="3868539" y="0"/>
                </a:moveTo>
                <a:lnTo>
                  <a:pt x="4201006" y="923585"/>
                </a:lnTo>
                <a:lnTo>
                  <a:pt x="4197837" y="924928"/>
                </a:lnTo>
                <a:cubicBezTo>
                  <a:pt x="4469769" y="1628233"/>
                  <a:pt x="3726170" y="2693196"/>
                  <a:pt x="3252373" y="3222792"/>
                </a:cubicBezTo>
                <a:cubicBezTo>
                  <a:pt x="2922101" y="3589121"/>
                  <a:pt x="2535116" y="3939896"/>
                  <a:pt x="2112265" y="4270280"/>
                </a:cubicBezTo>
                <a:lnTo>
                  <a:pt x="2022491" y="4337952"/>
                </a:lnTo>
                <a:lnTo>
                  <a:pt x="0" y="4127141"/>
                </a:lnTo>
                <a:lnTo>
                  <a:pt x="238118" y="3995550"/>
                </a:lnTo>
                <a:cubicBezTo>
                  <a:pt x="1034127" y="3545690"/>
                  <a:pt x="1877646" y="3003452"/>
                  <a:pt x="2502315" y="2401453"/>
                </a:cubicBezTo>
                <a:cubicBezTo>
                  <a:pt x="3161978" y="1765733"/>
                  <a:pt x="3685865" y="1079007"/>
                  <a:pt x="3842007" y="512614"/>
                </a:cubicBezTo>
                <a:cubicBezTo>
                  <a:pt x="3893406" y="326720"/>
                  <a:pt x="3904917" y="153979"/>
                  <a:pt x="386853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99000">
                <a:schemeClr val="accent1"/>
              </a:gs>
            </a:gsLst>
            <a:lin ang="18900000" scaled="1"/>
            <a:tileRect/>
          </a:gradFill>
          <a:ln w="760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C5667-D53D-4431-E3F2-914E5141B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1528700"/>
            <a:ext cx="5292724" cy="2251163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4D20E-0688-A8CD-F668-241C3808D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3989150"/>
            <a:ext cx="5292725" cy="623624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6A6473A-A022-609A-AF07-7030038A9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4912911"/>
            <a:ext cx="5292723" cy="365126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1100" b="1" kern="1200" dirty="0">
                <a:solidFill>
                  <a:schemeClr val="tx2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E5D0EF1-6B49-B967-1CC4-90ECFB619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8051" y="730390"/>
            <a:ext cx="2197544" cy="2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0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58244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800" y="4684168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222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3358800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bg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800" y="4684168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536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D25E74-094A-AF63-E177-62D00BD15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4800" y="960551"/>
            <a:ext cx="7131215" cy="2354998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3703536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377" y="5022341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646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D25E74-094A-AF63-E177-62D00BD15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4800" y="960551"/>
            <a:ext cx="7131215" cy="2354998"/>
          </a:xfrm>
        </p:spPr>
        <p:txBody>
          <a:bodyPr anchor="b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9439D-6DBE-7731-AB29-BF54E4BD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566" y="3703536"/>
            <a:ext cx="7131222" cy="104509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bg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EBE5-DDBF-58D3-89AB-318CC043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800" y="5022341"/>
            <a:ext cx="7131221" cy="79518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00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91FE-9EA3-9AF3-554F-B778A5CA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3ECCBB8-735C-914B-8E67-7852CBBDF7EA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B85C-1D3F-A7F7-8075-A5905BD7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BE39-3C0D-A940-F3B5-94FF26D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C1690-013A-0E49-6BE7-0865F1503BB3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8E727C-2E3A-EF8A-389E-BCD93347C1CC}"/>
              </a:ext>
            </a:extLst>
          </p:cNvPr>
          <p:cNvGrpSpPr/>
          <p:nvPr userDrawn="1"/>
        </p:nvGrpSpPr>
        <p:grpSpPr>
          <a:xfrm>
            <a:off x="6197995" y="31933"/>
            <a:ext cx="5103652" cy="6812511"/>
            <a:chOff x="5923354" y="31933"/>
            <a:chExt cx="5103652" cy="6812511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46A045-9C8A-1E14-E62B-F95441C012EF}"/>
                </a:ext>
              </a:extLst>
            </p:cNvPr>
            <p:cNvSpPr/>
            <p:nvPr/>
          </p:nvSpPr>
          <p:spPr>
            <a:xfrm rot="21242962">
              <a:off x="5923354" y="31933"/>
              <a:ext cx="3424477" cy="2285083"/>
            </a:xfrm>
            <a:custGeom>
              <a:avLst/>
              <a:gdLst>
                <a:gd name="connsiteX0" fmla="*/ 2079638 w 3424477"/>
                <a:gd name="connsiteY0" fmla="*/ 0 h 2285083"/>
                <a:gd name="connsiteX1" fmla="*/ 3424477 w 3424477"/>
                <a:gd name="connsiteY1" fmla="*/ 140177 h 2285083"/>
                <a:gd name="connsiteX2" fmla="*/ 3420085 w 3424477"/>
                <a:gd name="connsiteY2" fmla="*/ 141953 h 2285083"/>
                <a:gd name="connsiteX3" fmla="*/ 1202327 w 3424477"/>
                <a:gd name="connsiteY3" fmla="*/ 1414150 h 2285083"/>
                <a:gd name="connsiteX4" fmla="*/ 368602 w 3424477"/>
                <a:gd name="connsiteY4" fmla="*/ 2285083 h 2285083"/>
                <a:gd name="connsiteX5" fmla="*/ 80747 w 3424477"/>
                <a:gd name="connsiteY5" fmla="*/ 2114768 h 2285083"/>
                <a:gd name="connsiteX6" fmla="*/ 26587 w 3424477"/>
                <a:gd name="connsiteY6" fmla="*/ 2030056 h 2285083"/>
                <a:gd name="connsiteX7" fmla="*/ 621668 w 3424477"/>
                <a:gd name="connsiteY7" fmla="*/ 1024848 h 2285083"/>
                <a:gd name="connsiteX8" fmla="*/ 1962335 w 3424477"/>
                <a:gd name="connsiteY8" fmla="*/ 59332 h 2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4477" h="2285083">
                  <a:moveTo>
                    <a:pt x="2079638" y="0"/>
                  </a:moveTo>
                  <a:lnTo>
                    <a:pt x="3424477" y="140177"/>
                  </a:lnTo>
                  <a:lnTo>
                    <a:pt x="3420085" y="141953"/>
                  </a:lnTo>
                  <a:cubicBezTo>
                    <a:pt x="2637305" y="470144"/>
                    <a:pt x="1870245" y="877362"/>
                    <a:pt x="1202327" y="1414150"/>
                  </a:cubicBezTo>
                  <a:cubicBezTo>
                    <a:pt x="976823" y="1595034"/>
                    <a:pt x="547161" y="1929457"/>
                    <a:pt x="368602" y="2285083"/>
                  </a:cubicBezTo>
                  <a:cubicBezTo>
                    <a:pt x="252692" y="2250777"/>
                    <a:pt x="152123" y="2197104"/>
                    <a:pt x="80747" y="2114768"/>
                  </a:cubicBezTo>
                  <a:cubicBezTo>
                    <a:pt x="57303" y="2087638"/>
                    <a:pt x="39388" y="2059293"/>
                    <a:pt x="26587" y="2030056"/>
                  </a:cubicBezTo>
                  <a:cubicBezTo>
                    <a:pt x="-126293" y="1683622"/>
                    <a:pt x="421307" y="1205911"/>
                    <a:pt x="621668" y="1024848"/>
                  </a:cubicBezTo>
                  <a:cubicBezTo>
                    <a:pt x="1115153" y="579886"/>
                    <a:pt x="1510718" y="298955"/>
                    <a:pt x="1962335" y="593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84D1BD-465C-41ED-146A-7EFABDF3A56A}"/>
                </a:ext>
              </a:extLst>
            </p:cNvPr>
            <p:cNvSpPr/>
            <p:nvPr/>
          </p:nvSpPr>
          <p:spPr>
            <a:xfrm rot="21242962">
              <a:off x="6093900" y="1981856"/>
              <a:ext cx="4419039" cy="1295397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0760371-539E-F017-FFBC-DEC634061E26}"/>
                </a:ext>
              </a:extLst>
            </p:cNvPr>
            <p:cNvSpPr/>
            <p:nvPr/>
          </p:nvSpPr>
          <p:spPr>
            <a:xfrm rot="21242962">
              <a:off x="6681011" y="2652827"/>
              <a:ext cx="4345995" cy="4191617"/>
            </a:xfrm>
            <a:custGeom>
              <a:avLst/>
              <a:gdLst>
                <a:gd name="connsiteX0" fmla="*/ 3998160 w 4345995"/>
                <a:gd name="connsiteY0" fmla="*/ 0 h 4191617"/>
                <a:gd name="connsiteX1" fmla="*/ 4296619 w 4345995"/>
                <a:gd name="connsiteY1" fmla="*/ 829112 h 4191617"/>
                <a:gd name="connsiteX2" fmla="*/ 4293774 w 4345995"/>
                <a:gd name="connsiteY2" fmla="*/ 830317 h 4191617"/>
                <a:gd name="connsiteX3" fmla="*/ 3445022 w 4345995"/>
                <a:gd name="connsiteY3" fmla="*/ 2893135 h 4191617"/>
                <a:gd name="connsiteX4" fmla="*/ 2131090 w 4345995"/>
                <a:gd name="connsiteY4" fmla="*/ 4052416 h 4191617"/>
                <a:gd name="connsiteX5" fmla="*/ 1933296 w 4345995"/>
                <a:gd name="connsiteY5" fmla="*/ 4191617 h 4191617"/>
                <a:gd name="connsiteX6" fmla="*/ 0 w 4345995"/>
                <a:gd name="connsiteY6" fmla="*/ 3990103 h 4191617"/>
                <a:gd name="connsiteX7" fmla="*/ 47580 w 4345995"/>
                <a:gd name="connsiteY7" fmla="*/ 3961963 h 4191617"/>
                <a:gd name="connsiteX8" fmla="*/ 2771687 w 4345995"/>
                <a:gd name="connsiteY8" fmla="*/ 2155810 h 4191617"/>
                <a:gd name="connsiteX9" fmla="*/ 3974342 w 4345995"/>
                <a:gd name="connsiteY9" fmla="*/ 460179 h 4191617"/>
                <a:gd name="connsiteX10" fmla="*/ 3998160 w 4345995"/>
                <a:gd name="connsiteY10" fmla="*/ 0 h 419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5995" h="4191617">
                  <a:moveTo>
                    <a:pt x="3998160" y="0"/>
                  </a:moveTo>
                  <a:lnTo>
                    <a:pt x="4296619" y="829112"/>
                  </a:lnTo>
                  <a:lnTo>
                    <a:pt x="4293774" y="830317"/>
                  </a:lnTo>
                  <a:cubicBezTo>
                    <a:pt x="4537890" y="1461681"/>
                    <a:pt x="3870353" y="2417711"/>
                    <a:pt x="3445022" y="2893135"/>
                  </a:cubicBezTo>
                  <a:cubicBezTo>
                    <a:pt x="3074411" y="3304206"/>
                    <a:pt x="2624252" y="3693462"/>
                    <a:pt x="2131090" y="4052416"/>
                  </a:cubicBezTo>
                  <a:lnTo>
                    <a:pt x="1933296" y="4191617"/>
                  </a:lnTo>
                  <a:lnTo>
                    <a:pt x="0" y="3990103"/>
                  </a:lnTo>
                  <a:lnTo>
                    <a:pt x="47580" y="3961963"/>
                  </a:lnTo>
                  <a:cubicBezTo>
                    <a:pt x="927026" y="3501559"/>
                    <a:pt x="2023991" y="2876370"/>
                    <a:pt x="2771687" y="2155810"/>
                  </a:cubicBezTo>
                  <a:cubicBezTo>
                    <a:pt x="3363872" y="1585117"/>
                    <a:pt x="3834171" y="968636"/>
                    <a:pt x="3974342" y="460179"/>
                  </a:cubicBezTo>
                  <a:cubicBezTo>
                    <a:pt x="4020483" y="293300"/>
                    <a:pt x="4030817" y="138229"/>
                    <a:pt x="399816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678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8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35164D5-7F50-6642-C551-351195BB5C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706" y="1851986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A31A8B-4054-F129-A6DF-CEB4D08021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2705" y="227614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568136B5-2948-181F-898A-BC66307EC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2706" y="3359239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531EEF16-2052-DDD8-D5BA-A17BB8FD49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72705" y="3783401"/>
            <a:ext cx="3015119" cy="940221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DB418724-83AC-4BA4-53E4-38273EA86C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1809653"/>
            <a:ext cx="360000" cy="36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512CDF71-5986-90E7-436B-0FC63AF45C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3337001"/>
            <a:ext cx="360000" cy="360000"/>
          </a:xfrm>
          <a:prstGeom prst="rect">
            <a:avLst/>
          </a:prstGeom>
        </p:spPr>
      </p:pic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209" y="1851986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6EEAF797-D4A8-7F9C-547C-1431AABFF9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0208" y="2276148"/>
            <a:ext cx="3015119" cy="940221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32A126E7-FF49-5543-4043-EA2488443B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10209" y="3359239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5AA56E57-BDCD-7640-01A9-5BE5C75A02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10208" y="3783401"/>
            <a:ext cx="3015119" cy="940221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3483A506-4640-0C11-7E76-4ADF601F8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828" y="1809653"/>
            <a:ext cx="360000" cy="36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DB674452-D96D-4ED0-8BD6-C67163051C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828" y="3337001"/>
            <a:ext cx="360000" cy="360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0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35164D5-7F50-6642-C551-351195BB5C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706" y="1851673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A31A8B-4054-F129-A6DF-CEB4D08021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2705" y="2275835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568136B5-2948-181F-898A-BC66307EC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2706" y="3358926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531EEF16-2052-DDD8-D5BA-A17BB8FD49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72705" y="378308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209" y="1851673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3" name="Text Placeholder 23">
            <a:extLst>
              <a:ext uri="{FF2B5EF4-FFF2-40B4-BE49-F238E27FC236}">
                <a16:creationId xmlns:a16="http://schemas.microsoft.com/office/drawing/2014/main" id="{6EEAF797-D4A8-7F9C-547C-1431AABFF9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0208" y="2275835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4" name="Text Placeholder 21">
            <a:extLst>
              <a:ext uri="{FF2B5EF4-FFF2-40B4-BE49-F238E27FC236}">
                <a16:creationId xmlns:a16="http://schemas.microsoft.com/office/drawing/2014/main" id="{32A126E7-FF49-5543-4043-EA2488443B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10209" y="3358926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5AA56E57-BDCD-7640-01A9-5BE5C75A02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10208" y="378308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A898EB03-8E33-56BF-12A4-1CC34E1361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4801" y="1853521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25A403C-7874-825D-629B-91845DF858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73089" y="1853521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7DA963A-F8CB-2788-34E3-9545F9452C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4801" y="3351317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B504E0-4466-BAA4-C7FF-B42ED83C75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73089" y="3351317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1AEB284-7F0C-3187-B592-E1732E8ED9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6434" y="1851673"/>
            <a:ext cx="3015119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4B41B821-5DFB-B757-C0F7-DB0D030FB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26433" y="2275835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DF6AFE7A-748E-3094-E5DD-96068A1ADB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6434" y="3358926"/>
            <a:ext cx="3015118" cy="317667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A3630C7-F978-2556-4A23-C0C594F4D6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26433" y="3783088"/>
            <a:ext cx="3015119" cy="940221"/>
          </a:xfrm>
        </p:spPr>
        <p:txBody>
          <a:bodyPr rIns="108000"/>
          <a:lstStyle>
            <a:lvl1pPr marL="0">
              <a:lnSpc>
                <a:spcPct val="150000"/>
              </a:lnSpc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E8A0744-C495-285F-181E-6DC10F0DF4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89314" y="1853521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DFD6F31-A9EA-9929-A27C-F99215BAC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89314" y="3351317"/>
            <a:ext cx="360000" cy="315819"/>
          </a:xfrm>
        </p:spPr>
        <p:txBody>
          <a:bodyPr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6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5536B56F-F531-540F-8796-BAE4CC0E7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32063" y="1388066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804F481-5029-6614-64A1-EDA7EF95EC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31580" y="1780321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ABBF112A-5454-FE49-7AAC-CF484D9533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2081" y="2234192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1A150C75-E0E2-38DD-416D-91A21E88CB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31580" y="2626447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80484F3-A715-7D93-FF70-AF8370E1B3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32081" y="3079666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ABCFCEF-6730-EA4C-DBFF-2CFF639B3F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31580" y="3471921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2E974CF-5325-C835-8D53-30C45BE0FA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10026" y="1388067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766B7B2-1CEE-476D-CD98-C488FBD7491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10026" y="2240692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84AEBAE-9F18-73E1-0696-0E9858817C6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10026" y="3079666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A7EDDCDD-B4C2-59E6-19B3-6014DE489B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081" y="3925140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CD8E8B20-BC80-2B9E-4915-D5339CD1EE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31580" y="4317395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5B5B9C15-3731-CC21-4A7B-A5C374A1A5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10026" y="3925140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13E1AAB4-635D-BF4A-5965-4B31253F31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32081" y="4775125"/>
            <a:ext cx="5473184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25A78126-D46D-FF52-6586-D197EBED54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31580" y="5167380"/>
            <a:ext cx="547370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9AE9F7A2-511D-9C1D-CE95-14D3B8788A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10026" y="4775125"/>
            <a:ext cx="400385" cy="256394"/>
          </a:xfrm>
        </p:spPr>
        <p:txBody>
          <a:bodyPr anchor="t" anchorCtr="0">
            <a:no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9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EAA6C8F-02A2-5780-3B44-3E8D65629AC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25575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4160842"/>
            <a:ext cx="3483439" cy="317667"/>
          </a:xfrm>
        </p:spPr>
        <p:txBody>
          <a:bodyPr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EA2BD5FB-60CA-8E9B-F6DF-7A6FB1B93A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4374" y="4502487"/>
            <a:ext cx="3483438" cy="317667"/>
          </a:xfrm>
        </p:spPr>
        <p:txBody>
          <a:bodyPr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FCFD1A9-B1E6-239C-FBAB-267510721D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77261" y="2512088"/>
            <a:ext cx="5282675" cy="2308066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GB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418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EAA6C8F-02A2-5780-3B44-3E8D65629AC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25575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4E855EDB-42B0-93E6-2D94-053AE7017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4160842"/>
            <a:ext cx="3483439" cy="317667"/>
          </a:xfrm>
        </p:spPr>
        <p:txBody>
          <a:bodyPr lIns="108000" rIns="108000"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EA2BD5FB-60CA-8E9B-F6DF-7A6FB1B93A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4374" y="4511195"/>
            <a:ext cx="3483438" cy="317667"/>
          </a:xfrm>
        </p:spPr>
        <p:txBody>
          <a:bodyPr lIns="108000" rIns="108000"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2328CA78-E1CB-C82D-3890-7CE118FFA6F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083174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86042117-1A75-2036-9EB6-B3BAB40557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1976" y="4160842"/>
            <a:ext cx="3483439" cy="317667"/>
          </a:xfrm>
        </p:spPr>
        <p:txBody>
          <a:bodyPr lIns="108000" rIns="108000"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0CD4D48C-EC00-94E4-69F3-EF51AC0276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61973" y="4511195"/>
            <a:ext cx="3483438" cy="317667"/>
          </a:xfrm>
        </p:spPr>
        <p:txBody>
          <a:bodyPr lIns="108000" rIns="108000"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9A1D6FB7-B1FF-8326-8B31-3AC5954FA26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720677" y="2024063"/>
            <a:ext cx="2038350" cy="2039937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9ED438C1-B0A6-419C-0AC3-151D81BAE8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99479" y="4160842"/>
            <a:ext cx="3483439" cy="317667"/>
          </a:xfrm>
        </p:spPr>
        <p:txBody>
          <a:bodyPr lIns="108000" rIns="108000" anchor="b" anchorCtr="0"/>
          <a:lstStyle>
            <a:lvl1pPr marL="0"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tx1"/>
                </a:solidFill>
                <a:latin typeface="Montserrat SemiBold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A6B83889-1ECE-CF73-A5C2-C8DE7E9CA0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99476" y="4511195"/>
            <a:ext cx="3483438" cy="317667"/>
          </a:xfrm>
        </p:spPr>
        <p:txBody>
          <a:bodyPr lIns="108000" rIns="108000"/>
          <a:lstStyle>
            <a:lvl1pPr marL="0"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4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12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05DFCF-753F-8AAE-BDF9-C48470388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5600"/>
            <a:ext cx="10606321" cy="4703738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9961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19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2 column layout 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BE95FB-3017-DADE-892F-13E7D40E0C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425600"/>
            <a:ext cx="5292000" cy="4703763"/>
          </a:xfrm>
        </p:spPr>
        <p:txBody>
          <a:bodyPr rIns="144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FE3A2E7-1F0F-EE32-54FC-483C1B4865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81725" y="1425600"/>
            <a:ext cx="5292725" cy="4703762"/>
          </a:xfrm>
        </p:spPr>
        <p:txBody>
          <a:bodyPr rIns="144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90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3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B7E141D0-D9B3-455C-EEDE-4DCE0B6CFF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06793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3506340-35FC-C29C-ECA6-E18ACF788B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9209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A58C3F-4AF2-5203-B79A-85304ECE660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3738" y="2120900"/>
            <a:ext cx="3403600" cy="4016375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8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D4218F-21E0-836D-1281-7B919D8FB3B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5600" y="2120900"/>
            <a:ext cx="3391200" cy="4010400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8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48AC3CA-21D5-5DE9-5215-889DD6CCC3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09200" y="2120400"/>
            <a:ext cx="3405600" cy="4010025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8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87316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4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8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408044AA-06B3-8EC5-025E-E0C370AA3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96801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6324656E-F595-8EF0-301D-E96ABD1BC7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89224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ABE22CCF-2F3A-7BF7-D06A-98DA8FDF19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1647" y="1417662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5359EB-9A8A-74DE-9807-20FC1CFC6CD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4850" y="2120900"/>
            <a:ext cx="2519363" cy="4010400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F02570-AAC4-EB67-6803-AFEF5ADB174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97250" y="2120900"/>
            <a:ext cx="2519363" cy="4008438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DF1DC0-C063-7FD0-F2DB-E264C688797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1200" y="2120900"/>
            <a:ext cx="2520000" cy="4008438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3BD47F-EE45-B3AF-33B4-9D794F8668D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80400" y="2120900"/>
            <a:ext cx="2520000" cy="4008438"/>
          </a:xfrm>
        </p:spPr>
        <p:txBody>
          <a:bodyPr rIns="108000"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1400"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82694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7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17876D-F756-34ED-FE38-BD84C113B5B8}"/>
              </a:ext>
            </a:extLst>
          </p:cNvPr>
          <p:cNvCxnSpPr>
            <a:cxnSpLocks/>
          </p:cNvCxnSpPr>
          <p:nvPr userDrawn="1"/>
        </p:nvCxnSpPr>
        <p:spPr>
          <a:xfrm>
            <a:off x="694220" y="3762829"/>
            <a:ext cx="10666101" cy="0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E65298-43BA-FFF3-327B-46CE2692E53C}"/>
              </a:ext>
            </a:extLst>
          </p:cNvPr>
          <p:cNvCxnSpPr>
            <a:cxnSpLocks/>
          </p:cNvCxnSpPr>
          <p:nvPr userDrawn="1"/>
        </p:nvCxnSpPr>
        <p:spPr>
          <a:xfrm flipV="1">
            <a:off x="5988050" y="1417662"/>
            <a:ext cx="0" cy="4711676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7CC51DE0-F066-5324-2C99-81558D301C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376" y="1841824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240717-6CDE-B21A-B545-87AA56D8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0400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179E0B83-D473-F57B-563A-6CFD62DBEE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0400" y="1841824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94E577C-B103-1B87-CEEE-02CFA31AC4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0874603D-7E3E-8180-F8FD-8504D8000B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4376" y="4380373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C45ADDA-AC55-0B94-398F-94F6B3B7D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9005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512BF3A-A754-CFE5-9D8E-6A4A96ADD5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9004" y="4380373"/>
            <a:ext cx="5121654" cy="1715627"/>
          </a:xfrm>
        </p:spPr>
        <p:txBody>
          <a:bodyPr rIns="108000"/>
          <a:lstStyle>
            <a:lvl1pPr marL="0"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indent="0">
              <a:lnSpc>
                <a:spcPct val="120000"/>
              </a:lnSpc>
              <a:spcAft>
                <a:spcPts val="0"/>
              </a:spcAft>
              <a:buSzPts val="1000"/>
            </a:pP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agam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purto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consequat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ne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primis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sensibus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adolescens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ne sea </a:t>
            </a:r>
            <a:r>
              <a:rPr lang="en-GB" sz="1200" b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porro</a:t>
            </a:r>
            <a:r>
              <a:rPr lang="en-GB" sz="1200" b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6293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1200" y="1846769"/>
            <a:ext cx="5136087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46769"/>
            <a:ext cx="4389140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430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2226" y="1846769"/>
            <a:ext cx="5137200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8F1D0C3-E345-DA1A-3668-DE9F8B0136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1804" y="1846769"/>
            <a:ext cx="4389140" cy="389875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11715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None/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0975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6414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58119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197344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292767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31993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27415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66641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7B6667-506C-FD4E-B98D-E90E1226DA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8800" y="2253600"/>
            <a:ext cx="3906000" cy="3412800"/>
          </a:xfr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0157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two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485060-BE01-A5D9-B293-66FAB8DC4C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8800" y="2253600"/>
            <a:ext cx="3906000" cy="3412800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25DDAD-617F-6741-E0BA-C4133B13819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81200" y="1687513"/>
            <a:ext cx="4932000" cy="4424400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/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/>
            </a:lvl2pPr>
            <a:lvl3pPr marL="0" indent="0">
              <a:spcBef>
                <a:spcPts val="500"/>
              </a:spcBef>
              <a:spcAft>
                <a:spcPts val="500"/>
              </a:spcAft>
              <a:buNone/>
              <a:defRPr/>
            </a:lvl3pPr>
            <a:lvl4pPr marL="0" indent="0">
              <a:spcBef>
                <a:spcPts val="500"/>
              </a:spcBef>
              <a:spcAft>
                <a:spcPts val="500"/>
              </a:spcAft>
              <a:buNone/>
              <a:defRPr/>
            </a:lvl4pPr>
            <a:lvl5pPr marL="0" indent="0">
              <a:spcBef>
                <a:spcPts val="500"/>
              </a:spcBef>
              <a:spcAft>
                <a:spcPts val="5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597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9811210-6F11-5159-3CEE-661D6E145CE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597689"/>
            <a:ext cx="5314446" cy="4069582"/>
          </a:xfrm>
          <a:solidFill>
            <a:srgbClr val="F0F0F5"/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5600" cy="51868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18D3783-8BAD-F494-8B12-7CF7AE3055E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182226" y="1704516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CE49D2F-57C5-C6D7-6216-B2D75F0E9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81725" y="2096771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FF193B1F-8EF5-CCA3-E8B2-AD9CB5654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226" y="3050998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EE743EC8-1A09-95A3-0597-13315B963D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1725" y="3443253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BAFC6E54-9A0B-DDE9-4401-256A542869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2226" y="4392028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17ACAF80-DFD5-AA6B-61A0-54EBA4EBE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81725" y="4784283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993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9811210-6F11-5159-3CEE-661D6E145CE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6794" y="1593767"/>
            <a:ext cx="4114800" cy="4107087"/>
          </a:xfrm>
          <a:prstGeom prst="roundRect">
            <a:avLst>
              <a:gd name="adj" fmla="val 7615"/>
            </a:avLst>
          </a:prstGeom>
          <a:solidFill>
            <a:srgbClr val="F0F0F5"/>
          </a:solidFill>
        </p:spPr>
        <p:txBody>
          <a:bodyPr anchor="ctr"/>
          <a:lstStyle>
            <a:lvl1pPr marL="9000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55D1B6-A36C-3770-3DE0-E1FC0437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8" cy="51868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18D3783-8BAD-F494-8B12-7CF7AE3055E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182226" y="1704516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CE49D2F-57C5-C6D7-6216-B2D75F0E9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81725" y="2096771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FF193B1F-8EF5-CCA3-E8B2-AD9CB5654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226" y="3050998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EE743EC8-1A09-95A3-0597-13315B963D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1725" y="3443253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BAFC6E54-9A0B-DDE9-4401-256A542869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2226" y="4397480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17ACAF80-DFD5-AA6B-61A0-54EBA4EBE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81725" y="4789735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EE144-5BB5-C5BE-3211-4ACE9671E42F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29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B566984-B347-149E-5EF6-AAEE91A2E0DA}"/>
              </a:ext>
            </a:extLst>
          </p:cNvPr>
          <p:cNvSpPr/>
          <p:nvPr userDrawn="1"/>
        </p:nvSpPr>
        <p:spPr>
          <a:xfrm>
            <a:off x="488878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19C1E24-F3BE-1545-B466-259D2F466505}"/>
              </a:ext>
            </a:extLst>
          </p:cNvPr>
          <p:cNvSpPr txBox="1">
            <a:spLocks/>
          </p:cNvSpPr>
          <p:nvPr userDrawn="1"/>
        </p:nvSpPr>
        <p:spPr>
          <a:xfrm>
            <a:off x="11301647" y="6356350"/>
            <a:ext cx="390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462540C-F753-3056-E12C-65BA9F96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12" y="428399"/>
            <a:ext cx="5090026" cy="73800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AB79E9F5-9B26-D766-6D16-3F2857660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7971" y="1944056"/>
            <a:ext cx="4910175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EEF6B20-7D2D-8BE4-DEB0-1CB4EAA1F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7412" y="2336311"/>
            <a:ext cx="4910638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2D47398-A81A-2F66-E483-91B10294E3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7971" y="3290538"/>
            <a:ext cx="4910175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DA391CD-BF5E-4808-FA75-365989C220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77412" y="3682793"/>
            <a:ext cx="4910638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8B28A51F-7A4D-0432-A413-F17616ABC4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7971" y="4637020"/>
            <a:ext cx="4910175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0B90ED3-2AF3-6557-DEDB-F226C1F674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77412" y="5029275"/>
            <a:ext cx="4910638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71B9B645-A9EB-1AA3-6ACA-3315C5441F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6399839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6399839 w 12191999"/>
              <a:gd name="connsiteY3" fmla="*/ 6858000 h 6858000"/>
              <a:gd name="connsiteX4" fmla="*/ 0 w 12191999"/>
              <a:gd name="connsiteY4" fmla="*/ 0 h 6858000"/>
              <a:gd name="connsiteX5" fmla="*/ 488877 w 12191999"/>
              <a:gd name="connsiteY5" fmla="*/ 0 h 6858000"/>
              <a:gd name="connsiteX6" fmla="*/ 488877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6399839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6399839" y="6858000"/>
                </a:lnTo>
                <a:close/>
                <a:moveTo>
                  <a:pt x="0" y="0"/>
                </a:moveTo>
                <a:lnTo>
                  <a:pt x="488877" y="0"/>
                </a:lnTo>
                <a:lnTo>
                  <a:pt x="4888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F0F5"/>
          </a:solidFill>
        </p:spPr>
        <p:txBody>
          <a:bodyPr wrap="square" anchor="ctr">
            <a:noAutofit/>
          </a:bodyPr>
          <a:lstStyle>
            <a:lvl1pPr marL="90000" indent="0" algn="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0376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05DFCF-753F-8AAE-BDF9-C48470388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5600"/>
            <a:ext cx="10606321" cy="4703738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075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19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2 column layout 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BE95FB-3017-DADE-892F-13E7D40E0C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425600"/>
            <a:ext cx="5292000" cy="4703763"/>
          </a:xfrm>
        </p:spPr>
        <p:txBody>
          <a:bodyPr rIns="144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FE3A2E7-1F0F-EE32-54FC-483C1B4865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81725" y="1425600"/>
            <a:ext cx="5292725" cy="4703762"/>
          </a:xfrm>
        </p:spPr>
        <p:txBody>
          <a:bodyPr rIns="144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174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3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B7E141D0-D9B3-455C-EEDE-4DCE0B6CFF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06793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3506340-35FC-C29C-ECA6-E18ACF788B7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9209" y="1412876"/>
            <a:ext cx="3392438" cy="549466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A58C3F-4AF2-5203-B79A-85304ECE660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3738" y="2120900"/>
            <a:ext cx="3403600" cy="4016375"/>
          </a:xfrm>
        </p:spPr>
        <p:txBody>
          <a:bodyPr rIns="108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D4218F-21E0-836D-1281-7B919D8FB3B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5600" y="2120900"/>
            <a:ext cx="3391200" cy="4010400"/>
          </a:xfrm>
        </p:spPr>
        <p:txBody>
          <a:bodyPr rIns="108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48AC3CA-21D5-5DE9-5215-889DD6CCC3A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09200" y="2120400"/>
            <a:ext cx="3405600" cy="4010025"/>
          </a:xfrm>
        </p:spPr>
        <p:txBody>
          <a:bodyPr rIns="108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08354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4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4 column layout</a:t>
            </a:r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8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408044AA-06B3-8EC5-025E-E0C370AA3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96801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6324656E-F595-8EF0-301D-E96ABD1BC7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89224" y="1412875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ABE22CCF-2F3A-7BF7-D06A-98DA8FDF19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1647" y="1417662"/>
            <a:ext cx="2520000" cy="544679"/>
          </a:xfrm>
        </p:spPr>
        <p:txBody>
          <a:bodyPr rIns="108000" anchor="b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5359EB-9A8A-74DE-9807-20FC1CFC6CD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4850" y="2120900"/>
            <a:ext cx="2519363" cy="4010400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F02570-AAC4-EB67-6803-AFEF5ADB174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97250" y="2120900"/>
            <a:ext cx="2519363" cy="4008438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DF1DC0-C063-7FD0-F2DB-E264C688797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1200" y="2120900"/>
            <a:ext cx="2520000" cy="4008438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53BD47F-EE45-B3AF-33B4-9D794F8668D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80400" y="2120900"/>
            <a:ext cx="2520000" cy="4008438"/>
          </a:xfrm>
        </p:spPr>
        <p:txBody>
          <a:bodyPr rIns="108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4214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Quadran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17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17876D-F756-34ED-FE38-BD84C113B5B8}"/>
              </a:ext>
            </a:extLst>
          </p:cNvPr>
          <p:cNvCxnSpPr>
            <a:cxnSpLocks/>
          </p:cNvCxnSpPr>
          <p:nvPr userDrawn="1"/>
        </p:nvCxnSpPr>
        <p:spPr>
          <a:xfrm>
            <a:off x="694220" y="3762829"/>
            <a:ext cx="10666101" cy="0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E65298-43BA-FFF3-327B-46CE2692E53C}"/>
              </a:ext>
            </a:extLst>
          </p:cNvPr>
          <p:cNvCxnSpPr>
            <a:cxnSpLocks/>
          </p:cNvCxnSpPr>
          <p:nvPr userDrawn="1"/>
        </p:nvCxnSpPr>
        <p:spPr>
          <a:xfrm flipV="1">
            <a:off x="5988050" y="1417662"/>
            <a:ext cx="0" cy="4711676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299BC757-1618-AA5B-E811-446151C537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377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240717-6CDE-B21A-B545-87AA56D8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0400" y="1417662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94E577C-B103-1B87-CEEE-02CFA31AC4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377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C45ADDA-AC55-0B94-398F-94F6B3B7D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69005" y="3956211"/>
            <a:ext cx="5121654" cy="317667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Item here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173DC7-07F3-ABA3-D297-B2C121C32F7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4850" y="1841500"/>
            <a:ext cx="5121275" cy="1717200"/>
          </a:xfrm>
        </p:spPr>
        <p:txBody>
          <a:bodyPr rIns="10800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35DC4F-2FA0-7E50-CF62-9AFB6B3E21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9025" y="1841500"/>
            <a:ext cx="5121275" cy="1717200"/>
          </a:xfrm>
        </p:spPr>
        <p:txBody>
          <a:bodyPr rIns="10800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E6E024-9AF9-8E7F-A55A-8D12D291FDE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05600" y="4381200"/>
            <a:ext cx="5122800" cy="1717200"/>
          </a:xfrm>
        </p:spPr>
        <p:txBody>
          <a:bodyPr rIns="10800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D3BF96-B778-BA87-9A0E-995A7853374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69025" y="4381500"/>
            <a:ext cx="5122800" cy="1717200"/>
          </a:xfrm>
        </p:spPr>
        <p:txBody>
          <a:bodyPr r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984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1200" y="1846769"/>
            <a:ext cx="5313600" cy="3898760"/>
          </a:xfrm>
        </p:spPr>
        <p:txBody>
          <a:bodyPr rIns="108000">
            <a:norm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46769"/>
            <a:ext cx="4389140" cy="389876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>
              <a:lnSpc>
                <a:spcPct val="120000"/>
              </a:lnSpc>
              <a:buClr>
                <a:schemeClr val="bg1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>
              <a:lnSpc>
                <a:spcPct val="120000"/>
              </a:lnSpc>
              <a:buClr>
                <a:schemeClr val="bg1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08136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120594D-471E-6091-2CE8-7CAA03BE4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2226" y="1846769"/>
            <a:ext cx="5314446" cy="3898760"/>
          </a:xfrm>
        </p:spPr>
        <p:txBody>
          <a:bodyPr rIns="108000">
            <a:normAutofit/>
          </a:bodyPr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8F1D0C3-E345-DA1A-3668-DE9F8B0136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1804" y="1846769"/>
            <a:ext cx="4389140" cy="3898758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0469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two ton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2pPr>
            <a:lvl3pPr>
              <a:lnSpc>
                <a:spcPct val="120000"/>
              </a:lnSpc>
              <a:buClr>
                <a:schemeClr val="bg1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4pPr>
            <a:lvl5pPr>
              <a:lnSpc>
                <a:spcPct val="120000"/>
              </a:lnSpc>
              <a:buClr>
                <a:srgbClr val="FFFFFF"/>
              </a:buCl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5916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two tone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4770CE-4A37-DDCA-3318-B14CC8879E3A}"/>
              </a:ext>
            </a:extLst>
          </p:cNvPr>
          <p:cNvSpPr/>
          <p:nvPr userDrawn="1"/>
        </p:nvSpPr>
        <p:spPr>
          <a:xfrm>
            <a:off x="-1" y="1"/>
            <a:ext cx="5503333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4389140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B8BE9B-B09F-B81C-1246-3D4ACFA4BD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567" y="1851473"/>
            <a:ext cx="4389140" cy="38987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85147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224372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319795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59021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54443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93669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2611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panel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1C8889A-6528-B848-1329-A7980A7003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2727" y="1581193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C738329-0758-27D3-3984-08F17C14C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82226" y="1973448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0A6D7031-04A0-C6B3-BB14-64B090A80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2727" y="2927675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CE2392C5-6868-9156-A256-9EE4ED9B04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82226" y="3319930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A3C6B70-1CE8-60B1-9654-5BFD810229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2727" y="4274157"/>
            <a:ext cx="5119437" cy="256394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CEB5BE14-4E0F-DE49-3AC8-CE8ECC9D02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82226" y="4666412"/>
            <a:ext cx="5119920" cy="687600"/>
          </a:xfrm>
        </p:spPr>
        <p:txBody>
          <a:bodyPr rIns="108000"/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2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7B6667-506C-FD4E-B98D-E90E1226DA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8800" y="2253600"/>
            <a:ext cx="3906000" cy="34128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58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panel two 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F335D6-6758-9CBA-100D-E8E3431A6C8D}"/>
              </a:ext>
            </a:extLst>
          </p:cNvPr>
          <p:cNvSpPr/>
          <p:nvPr userDrawn="1"/>
        </p:nvSpPr>
        <p:spPr>
          <a:xfrm>
            <a:off x="695325" y="728662"/>
            <a:ext cx="4933315" cy="5400675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317" y="1241703"/>
            <a:ext cx="3907158" cy="737967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485060-BE01-A5D9-B293-66FAB8DC4C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8800" y="2253600"/>
            <a:ext cx="3906000" cy="341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25DDAD-617F-6741-E0BA-C4133B13819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81200" y="1687513"/>
            <a:ext cx="4932000" cy="44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707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606321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4B5D95-4F83-359C-8FCD-E14BC4AC9C2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04377" y="1412878"/>
            <a:ext cx="9125120" cy="4724400"/>
          </a:xfrm>
        </p:spPr>
        <p:txBody>
          <a:bodyPr/>
          <a:lstStyle>
            <a:lvl1pPr marL="9000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197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52642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48444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charco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38660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8BA8D7F-D345-CE85-01FD-667CD08FF0E9}"/>
              </a:ext>
            </a:extLst>
          </p:cNvPr>
          <p:cNvSpPr txBox="1">
            <a:spLocks/>
          </p:cNvSpPr>
          <p:nvPr userDrawn="1"/>
        </p:nvSpPr>
        <p:spPr>
          <a:xfrm>
            <a:off x="1134684" y="1553857"/>
            <a:ext cx="2522916" cy="400449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7200">
                <a:solidFill>
                  <a:schemeClr val="tx2"/>
                </a:solidFill>
              </a:rPr>
              <a:t>“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21C791-3CF7-9F1E-6CF5-71E067EDA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71" y="2353411"/>
            <a:ext cx="8750300" cy="183673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GB" sz="2800" kern="1200" dirty="0" smtClean="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8E543BA-1BC9-CB4C-4EF7-7BF58873D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71" y="4377073"/>
            <a:ext cx="8750300" cy="365125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000" b="1" kern="1200" dirty="0" smtClean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9752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8BA8D7F-D345-CE85-01FD-667CD08FF0E9}"/>
              </a:ext>
            </a:extLst>
          </p:cNvPr>
          <p:cNvSpPr txBox="1">
            <a:spLocks/>
          </p:cNvSpPr>
          <p:nvPr userDrawn="1"/>
        </p:nvSpPr>
        <p:spPr>
          <a:xfrm>
            <a:off x="1134684" y="1553857"/>
            <a:ext cx="2522916" cy="400449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7200">
                <a:solidFill>
                  <a:schemeClr val="tx2"/>
                </a:solidFill>
              </a:rPr>
              <a:t>“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21C791-3CF7-9F1E-6CF5-71E067EDA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71" y="2353411"/>
            <a:ext cx="8750300" cy="183673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lang="en-GB" sz="2800" kern="1200" dirty="0" smtClean="0">
                <a:solidFill>
                  <a:schemeClr val="bg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8E543BA-1BC9-CB4C-4EF7-7BF58873D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71" y="4377073"/>
            <a:ext cx="8750300" cy="365125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000" b="1" kern="1200" dirty="0" smtClean="0">
                <a:solidFill>
                  <a:schemeClr val="tx2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18172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7" y="428400"/>
            <a:ext cx="10606320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2EDB9E-36C5-331F-FE4B-FA11863C0368}"/>
              </a:ext>
            </a:extLst>
          </p:cNvPr>
          <p:cNvCxnSpPr>
            <a:cxnSpLocks/>
          </p:cNvCxnSpPr>
          <p:nvPr userDrawn="1"/>
        </p:nvCxnSpPr>
        <p:spPr>
          <a:xfrm>
            <a:off x="694220" y="3449320"/>
            <a:ext cx="10607427" cy="0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84A06105-1918-4D48-4012-403DC48E85B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177486" y="3961705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07D37555-56E0-B06A-2BF1-E0CC74C220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39982" y="3961705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C02FD89F-3D60-2FD1-485C-6221111E6C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9012" y="1751068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0B9962A7-CD41-6118-6450-821D8B75B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1605" y="1751068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692274A4-78DA-3E01-C255-AFE76F6886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3957" y="1751068"/>
            <a:ext cx="1806440" cy="256394"/>
          </a:xfrm>
        </p:spPr>
        <p:txBody>
          <a:bodyPr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i="0" kern="1200" dirty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Title here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708F00-742F-2C43-A211-F3150213CA0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3737" y="2174875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Font typeface="Arial" panose="020B0604020202020204" pitchFamily="34" charset="0"/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9162AE8-E357-35E9-508B-41339494E1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67194" y="2174875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E3BD5D-175C-EF12-7FC9-0788773733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88400" y="2174875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45307B8-8C12-0385-C7BA-5F63407DF0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538000" y="4384800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Font typeface="Arial" panose="020B0604020202020204" pitchFamily="34" charset="0"/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4DF3858-039A-438A-E4A1-4CB305DFB25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77600" y="4384800"/>
            <a:ext cx="1807200" cy="9108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504000" indent="0">
              <a:buFont typeface="Arial" panose="020B0604020202020204" pitchFamily="34" charset="0"/>
              <a:buNone/>
              <a:defRPr sz="1050"/>
            </a:lvl2pPr>
            <a:lvl3pPr marL="972000" indent="0">
              <a:buNone/>
              <a:defRPr sz="1000"/>
            </a:lvl3pPr>
            <a:lvl4pPr marL="1368000" indent="0">
              <a:buNone/>
              <a:defRPr sz="900"/>
            </a:lvl4pPr>
            <a:lvl5pPr marL="1764000" indent="0"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851875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687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r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9F81D18-B8A7-4EA1-250C-DCC372BC8E13}"/>
              </a:ext>
            </a:extLst>
          </p:cNvPr>
          <p:cNvSpPr txBox="1">
            <a:spLocks/>
          </p:cNvSpPr>
          <p:nvPr/>
        </p:nvSpPr>
        <p:spPr>
          <a:xfrm>
            <a:off x="1084349" y="3514204"/>
            <a:ext cx="7506842" cy="3969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Powering the world of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BC7164-FD22-490B-65DA-7F9AF62F72F7}"/>
              </a:ext>
            </a:extLst>
          </p:cNvPr>
          <p:cNvGrpSpPr/>
          <p:nvPr userDrawn="1"/>
        </p:nvGrpSpPr>
        <p:grpSpPr>
          <a:xfrm>
            <a:off x="6417903" y="5486"/>
            <a:ext cx="4883744" cy="6828826"/>
            <a:chOff x="6549356" y="5486"/>
            <a:chExt cx="4883744" cy="682882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1AD5FDC-FA8F-CB6F-3F0F-232D86DC0038}"/>
                </a:ext>
              </a:extLst>
            </p:cNvPr>
            <p:cNvSpPr/>
            <p:nvPr/>
          </p:nvSpPr>
          <p:spPr>
            <a:xfrm rot="21242962">
              <a:off x="6549356" y="5486"/>
              <a:ext cx="2540174" cy="1976639"/>
            </a:xfrm>
            <a:custGeom>
              <a:avLst/>
              <a:gdLst>
                <a:gd name="connsiteX0" fmla="*/ 1374372 w 2540174"/>
                <a:gd name="connsiteY0" fmla="*/ 0 h 1976639"/>
                <a:gd name="connsiteX1" fmla="*/ 2540174 w 2540174"/>
                <a:gd name="connsiteY1" fmla="*/ 121516 h 1976639"/>
                <a:gd name="connsiteX2" fmla="*/ 2319004 w 2540174"/>
                <a:gd name="connsiteY2" fmla="*/ 244769 h 1976639"/>
                <a:gd name="connsiteX3" fmla="*/ 1147936 w 2540174"/>
                <a:gd name="connsiteY3" fmla="*/ 1075407 h 1976639"/>
                <a:gd name="connsiteX4" fmla="*/ 351927 w 2540174"/>
                <a:gd name="connsiteY4" fmla="*/ 1976639 h 1976639"/>
                <a:gd name="connsiteX5" fmla="*/ 77094 w 2540174"/>
                <a:gd name="connsiteY5" fmla="*/ 1800399 h 1976639"/>
                <a:gd name="connsiteX6" fmla="*/ 25384 w 2540174"/>
                <a:gd name="connsiteY6" fmla="*/ 1712740 h 1976639"/>
                <a:gd name="connsiteX7" fmla="*/ 593545 w 2540174"/>
                <a:gd name="connsiteY7" fmla="*/ 672561 h 1976639"/>
                <a:gd name="connsiteX8" fmla="*/ 1248544 w 2540174"/>
                <a:gd name="connsiteY8" fmla="*/ 93328 h 1976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40174" h="1976639">
                  <a:moveTo>
                    <a:pt x="1374372" y="0"/>
                  </a:moveTo>
                  <a:lnTo>
                    <a:pt x="2540174" y="121516"/>
                  </a:lnTo>
                  <a:lnTo>
                    <a:pt x="2319004" y="244769"/>
                  </a:lnTo>
                  <a:cubicBezTo>
                    <a:pt x="1907647" y="484374"/>
                    <a:pt x="1512338" y="758000"/>
                    <a:pt x="1147936" y="1075407"/>
                  </a:cubicBezTo>
                  <a:cubicBezTo>
                    <a:pt x="932634" y="1262584"/>
                    <a:pt x="522408" y="1608641"/>
                    <a:pt x="351927" y="1976639"/>
                  </a:cubicBezTo>
                  <a:cubicBezTo>
                    <a:pt x="241261" y="1941139"/>
                    <a:pt x="145241" y="1885599"/>
                    <a:pt x="77094" y="1800399"/>
                  </a:cubicBezTo>
                  <a:cubicBezTo>
                    <a:pt x="54711" y="1772325"/>
                    <a:pt x="37606" y="1742994"/>
                    <a:pt x="25384" y="1712740"/>
                  </a:cubicBezTo>
                  <a:cubicBezTo>
                    <a:pt x="-120579" y="1354254"/>
                    <a:pt x="402248" y="859924"/>
                    <a:pt x="593545" y="672561"/>
                  </a:cubicBezTo>
                  <a:cubicBezTo>
                    <a:pt x="829125" y="442341"/>
                    <a:pt x="1041333" y="254555"/>
                    <a:pt x="1248544" y="9332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950000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1064200-2FDB-8854-6149-140FCEAC061C}"/>
                </a:ext>
              </a:extLst>
            </p:cNvPr>
            <p:cNvSpPr/>
            <p:nvPr/>
          </p:nvSpPr>
          <p:spPr>
            <a:xfrm rot="21242962">
              <a:off x="6699121" y="1589759"/>
              <a:ext cx="4219130" cy="1340463"/>
            </a:xfrm>
            <a:custGeom>
              <a:avLst/>
              <a:gdLst>
                <a:gd name="connsiteX0" fmla="*/ 3058208 w 3070412"/>
                <a:gd name="connsiteY0" fmla="*/ 567433 h 875159"/>
                <a:gd name="connsiteX1" fmla="*/ 3039346 w 3070412"/>
                <a:gd name="connsiteY1" fmla="*/ 875160 h 875159"/>
                <a:gd name="connsiteX2" fmla="*/ 2868298 w 3070412"/>
                <a:gd name="connsiteY2" fmla="*/ 798816 h 875159"/>
                <a:gd name="connsiteX3" fmla="*/ 979683 w 3070412"/>
                <a:gd name="connsiteY3" fmla="*/ 704601 h 875159"/>
                <a:gd name="connsiteX4" fmla="*/ 195266 w 3070412"/>
                <a:gd name="connsiteY4" fmla="*/ 473758 h 875159"/>
                <a:gd name="connsiteX5" fmla="*/ 195113 w 3070412"/>
                <a:gd name="connsiteY5" fmla="*/ 473872 h 875159"/>
                <a:gd name="connsiteX6" fmla="*/ 0 w 3070412"/>
                <a:gd name="connsiteY6" fmla="*/ 343 h 875159"/>
                <a:gd name="connsiteX7" fmla="*/ 441 w 3070412"/>
                <a:gd name="connsiteY7" fmla="*/ 0 h 875159"/>
                <a:gd name="connsiteX8" fmla="*/ 37503 w 3070412"/>
                <a:gd name="connsiteY8" fmla="*/ 56462 h 875159"/>
                <a:gd name="connsiteX9" fmla="*/ 235363 w 3070412"/>
                <a:gd name="connsiteY9" fmla="*/ 168656 h 875159"/>
                <a:gd name="connsiteX10" fmla="*/ 947887 w 3070412"/>
                <a:gd name="connsiteY10" fmla="*/ 184009 h 875159"/>
                <a:gd name="connsiteX11" fmla="*/ 1825472 w 3070412"/>
                <a:gd name="connsiteY11" fmla="*/ 155892 h 875159"/>
                <a:gd name="connsiteX12" fmla="*/ 3058208 w 3070412"/>
                <a:gd name="connsiteY12" fmla="*/ 567433 h 87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0412" h="875159">
                  <a:moveTo>
                    <a:pt x="3058208" y="567433"/>
                  </a:moveTo>
                  <a:cubicBezTo>
                    <a:pt x="3079961" y="659647"/>
                    <a:pt x="3072009" y="763354"/>
                    <a:pt x="3039346" y="875160"/>
                  </a:cubicBezTo>
                  <a:cubicBezTo>
                    <a:pt x="2990644" y="846168"/>
                    <a:pt x="2933800" y="820425"/>
                    <a:pt x="2868298" y="798816"/>
                  </a:cubicBezTo>
                  <a:cubicBezTo>
                    <a:pt x="2285073" y="605788"/>
                    <a:pt x="1587119" y="714206"/>
                    <a:pt x="979683" y="704601"/>
                  </a:cubicBezTo>
                  <a:cubicBezTo>
                    <a:pt x="779495" y="701427"/>
                    <a:pt x="293484" y="720044"/>
                    <a:pt x="195266" y="473758"/>
                  </a:cubicBezTo>
                  <a:lnTo>
                    <a:pt x="195113" y="473872"/>
                  </a:lnTo>
                  <a:lnTo>
                    <a:pt x="0" y="343"/>
                  </a:lnTo>
                  <a:lnTo>
                    <a:pt x="441" y="0"/>
                  </a:lnTo>
                  <a:cubicBezTo>
                    <a:pt x="9237" y="19615"/>
                    <a:pt x="21456" y="38461"/>
                    <a:pt x="37503" y="56462"/>
                  </a:cubicBezTo>
                  <a:cubicBezTo>
                    <a:pt x="86349" y="111090"/>
                    <a:pt x="155511" y="146393"/>
                    <a:pt x="235363" y="168656"/>
                  </a:cubicBezTo>
                  <a:cubicBezTo>
                    <a:pt x="458597" y="230919"/>
                    <a:pt x="765701" y="190464"/>
                    <a:pt x="947887" y="184009"/>
                  </a:cubicBezTo>
                  <a:cubicBezTo>
                    <a:pt x="1240337" y="173597"/>
                    <a:pt x="1533015" y="163481"/>
                    <a:pt x="1825472" y="155892"/>
                  </a:cubicBezTo>
                  <a:cubicBezTo>
                    <a:pt x="2631802" y="103799"/>
                    <a:pt x="2990575" y="278491"/>
                    <a:pt x="3058208" y="567433"/>
                  </a:cubicBezTo>
                  <a:close/>
                </a:path>
              </a:pathLst>
            </a:custGeom>
            <a:gradFill>
              <a:gsLst>
                <a:gs pos="1100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938A101-18F6-3C75-6073-A86841C7A113}"/>
                </a:ext>
              </a:extLst>
            </p:cNvPr>
            <p:cNvSpPr/>
            <p:nvPr/>
          </p:nvSpPr>
          <p:spPr>
            <a:xfrm rot="21242962">
              <a:off x="6992707" y="2304275"/>
              <a:ext cx="4440393" cy="4530037"/>
            </a:xfrm>
            <a:custGeom>
              <a:avLst/>
              <a:gdLst>
                <a:gd name="connsiteX0" fmla="*/ 4108292 w 4440393"/>
                <a:gd name="connsiteY0" fmla="*/ 0 h 4530037"/>
                <a:gd name="connsiteX1" fmla="*/ 4393250 w 4440393"/>
                <a:gd name="connsiteY1" fmla="*/ 857957 h 4530037"/>
                <a:gd name="connsiteX2" fmla="*/ 4390534 w 4440393"/>
                <a:gd name="connsiteY2" fmla="*/ 859203 h 4530037"/>
                <a:gd name="connsiteX3" fmla="*/ 3580177 w 4440393"/>
                <a:gd name="connsiteY3" fmla="*/ 2993784 h 4530037"/>
                <a:gd name="connsiteX4" fmla="*/ 2038526 w 4440393"/>
                <a:gd name="connsiteY4" fmla="*/ 4412429 h 4530037"/>
                <a:gd name="connsiteX5" fmla="*/ 1873976 w 4440393"/>
                <a:gd name="connsiteY5" fmla="*/ 4530037 h 4530037"/>
                <a:gd name="connsiteX6" fmla="*/ 0 w 4440393"/>
                <a:gd name="connsiteY6" fmla="*/ 4334707 h 4530037"/>
                <a:gd name="connsiteX7" fmla="*/ 120875 w 4440393"/>
                <a:gd name="connsiteY7" fmla="*/ 4237966 h 4530037"/>
                <a:gd name="connsiteX8" fmla="*/ 336429 w 4440393"/>
                <a:gd name="connsiteY8" fmla="*/ 4099796 h 4530037"/>
                <a:gd name="connsiteX9" fmla="*/ 2937303 w 4440393"/>
                <a:gd name="connsiteY9" fmla="*/ 2230809 h 4530037"/>
                <a:gd name="connsiteX10" fmla="*/ 4085552 w 4440393"/>
                <a:gd name="connsiteY10" fmla="*/ 476188 h 4530037"/>
                <a:gd name="connsiteX11" fmla="*/ 4108292 w 4440393"/>
                <a:gd name="connsiteY11" fmla="*/ 0 h 453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40393" h="4530037">
                  <a:moveTo>
                    <a:pt x="4108292" y="0"/>
                  </a:moveTo>
                  <a:lnTo>
                    <a:pt x="4393250" y="857957"/>
                  </a:lnTo>
                  <a:lnTo>
                    <a:pt x="4390534" y="859203"/>
                  </a:lnTo>
                  <a:cubicBezTo>
                    <a:pt x="4623606" y="1512532"/>
                    <a:pt x="3986268" y="2501821"/>
                    <a:pt x="3580177" y="2993784"/>
                  </a:cubicBezTo>
                  <a:cubicBezTo>
                    <a:pt x="3155563" y="3504232"/>
                    <a:pt x="2621580" y="3982170"/>
                    <a:pt x="2038526" y="4412429"/>
                  </a:cubicBezTo>
                  <a:lnTo>
                    <a:pt x="1873976" y="4530037"/>
                  </a:lnTo>
                  <a:lnTo>
                    <a:pt x="0" y="4334707"/>
                  </a:lnTo>
                  <a:lnTo>
                    <a:pt x="120875" y="4237966"/>
                  </a:lnTo>
                  <a:cubicBezTo>
                    <a:pt x="190323" y="4188073"/>
                    <a:pt x="262240" y="4141930"/>
                    <a:pt x="336429" y="4099796"/>
                  </a:cubicBezTo>
                  <a:cubicBezTo>
                    <a:pt x="1176090" y="3623375"/>
                    <a:pt x="2223431" y="2976436"/>
                    <a:pt x="2937303" y="2230809"/>
                  </a:cubicBezTo>
                  <a:cubicBezTo>
                    <a:pt x="3502699" y="1640262"/>
                    <a:pt x="3951723" y="1002334"/>
                    <a:pt x="4085552" y="476188"/>
                  </a:cubicBezTo>
                  <a:cubicBezTo>
                    <a:pt x="4129606" y="303504"/>
                    <a:pt x="4139472" y="143037"/>
                    <a:pt x="4108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18900000" scaled="1"/>
              <a:tileRect/>
            </a:gradFill>
            <a:ln w="76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7D060999-7EDC-78DA-BCA4-FF58F39253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11" y="2970825"/>
            <a:ext cx="3103464" cy="38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721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ign 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A73A0B3-E323-EBD2-098B-3E1A25761AA4}"/>
              </a:ext>
            </a:extLst>
          </p:cNvPr>
          <p:cNvSpPr txBox="1">
            <a:spLocks/>
          </p:cNvSpPr>
          <p:nvPr userDrawn="1"/>
        </p:nvSpPr>
        <p:spPr>
          <a:xfrm>
            <a:off x="1149849" y="2507409"/>
            <a:ext cx="6443257" cy="177772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6000" spc="-50"/>
              <a:t>Thank you for </a:t>
            </a:r>
            <a:r>
              <a:rPr lang="en-US" sz="6000" spc="-50">
                <a:solidFill>
                  <a:schemeClr val="tx2"/>
                </a:solidFill>
              </a:rPr>
              <a:t>your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AC2A8-EB63-76CF-4678-CFF34A06F01E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225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19874D-C925-3220-1EB5-28B0C251DFD5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46AC2A8-EB63-76CF-4678-CFF34A06F01E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E9C4B1-8BBD-4A86-97E6-A05321731C6E}"/>
              </a:ext>
            </a:extLst>
          </p:cNvPr>
          <p:cNvGrpSpPr/>
          <p:nvPr userDrawn="1"/>
        </p:nvGrpSpPr>
        <p:grpSpPr>
          <a:xfrm>
            <a:off x="1161334" y="3581400"/>
            <a:ext cx="9922400" cy="372831"/>
            <a:chOff x="1383408" y="3927281"/>
            <a:chExt cx="9922400" cy="372831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2258D66-EE6D-A115-1AB5-B4C27C73A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83408" y="3927281"/>
              <a:ext cx="372831" cy="372831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BA16597B-7B44-BE93-4394-1DA701C95A99}"/>
                </a:ext>
              </a:extLst>
            </p:cNvPr>
            <p:cNvSpPr txBox="1">
              <a:spLocks/>
            </p:cNvSpPr>
            <p:nvPr/>
          </p:nvSpPr>
          <p:spPr>
            <a:xfrm>
              <a:off x="1886305" y="3979892"/>
              <a:ext cx="1978833" cy="224555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chemeClr val="tx1"/>
                  </a:solidFill>
                  <a:latin typeface="Montserrat SemiBold" pitchFamily="2" charset="77"/>
                  <a:ea typeface="+mj-ea"/>
                  <a:cs typeface="+mj-cs"/>
                </a:defRPr>
              </a:lvl1pPr>
            </a:lstStyle>
            <a:p>
              <a:pPr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GB" sz="1600" b="0" kern="1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+44(0) 330 343 4000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8CBC0C8-00D3-597B-95ED-2951CCF52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08650" y="3966176"/>
              <a:ext cx="375506" cy="295040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1E394DDB-95F4-C779-DDA8-2A6D4C37E464}"/>
                </a:ext>
              </a:extLst>
            </p:cNvPr>
            <p:cNvSpPr txBox="1">
              <a:spLocks/>
            </p:cNvSpPr>
            <p:nvPr/>
          </p:nvSpPr>
          <p:spPr>
            <a:xfrm>
              <a:off x="5041117" y="3979892"/>
              <a:ext cx="2310527" cy="224555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chemeClr val="tx1"/>
                  </a:solidFill>
                  <a:latin typeface="Montserrat SemiBold" pitchFamily="2" charset="77"/>
                  <a:ea typeface="+mj-ea"/>
                  <a:cs typeface="+mj-cs"/>
                </a:defRPr>
              </a:lvl1pPr>
            </a:lstStyle>
            <a:p>
              <a:pPr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GB" sz="1600" b="0" kern="10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www.oneadvanced.com</a:t>
              </a:r>
              <a:endParaRPr lang="en-GB" sz="1600" b="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B617B8F-439F-0846-C91B-0D0BE613E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07239" y="3966176"/>
              <a:ext cx="375506" cy="295040"/>
            </a:xfrm>
            <a:prstGeom prst="rect">
              <a:avLst/>
            </a:prstGeom>
          </p:spPr>
        </p:pic>
        <p:sp>
          <p:nvSpPr>
            <p:cNvPr id="13" name="Title 1">
              <a:hlinkClick r:id="rId8"/>
              <a:extLst>
                <a:ext uri="{FF2B5EF4-FFF2-40B4-BE49-F238E27FC236}">
                  <a16:creationId xmlns:a16="http://schemas.microsoft.com/office/drawing/2014/main" id="{0C9002D1-74E0-6CBD-9260-7B915AF42557}"/>
                </a:ext>
              </a:extLst>
            </p:cNvPr>
            <p:cNvSpPr txBox="1">
              <a:spLocks/>
            </p:cNvSpPr>
            <p:nvPr/>
          </p:nvSpPr>
          <p:spPr>
            <a:xfrm>
              <a:off x="8539706" y="3979892"/>
              <a:ext cx="2766102" cy="281324"/>
            </a:xfrm>
            <a:prstGeom prst="rect">
              <a:avLst/>
            </a:prstGeom>
          </p:spPr>
          <p:txBody>
            <a:bodyPr lIns="0" tIns="0" rIns="0" bIns="0" anchor="t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i="0" kern="1200">
                  <a:solidFill>
                    <a:schemeClr val="tx1"/>
                  </a:solidFill>
                  <a:latin typeface="Montserrat SemiBold" pitchFamily="2" charset="77"/>
                  <a:ea typeface="+mj-ea"/>
                  <a:cs typeface="+mj-cs"/>
                </a:defRPr>
              </a:lvl1pPr>
            </a:lstStyle>
            <a:p>
              <a:pPr>
                <a:lnSpc>
                  <a:spcPct val="110000"/>
                </a:lnSpc>
                <a:spcBef>
                  <a:spcPts val="800"/>
                </a:spcBef>
                <a:spcAft>
                  <a:spcPts val="800"/>
                </a:spcAft>
              </a:pPr>
              <a:r>
                <a:rPr lang="en-GB" sz="1600" b="0" kern="10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hello@oneadvanced.com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0BE4C725-FC06-DB3B-0F4B-89A77869B06D}"/>
              </a:ext>
            </a:extLst>
          </p:cNvPr>
          <p:cNvSpPr txBox="1">
            <a:spLocks/>
          </p:cNvSpPr>
          <p:nvPr userDrawn="1"/>
        </p:nvSpPr>
        <p:spPr>
          <a:xfrm>
            <a:off x="2532063" y="2328182"/>
            <a:ext cx="7127875" cy="49431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4000"/>
              <a:t>Connect with 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58167D-1797-F786-9B8C-3BB1923D6493}"/>
              </a:ext>
            </a:extLst>
          </p:cNvPr>
          <p:cNvSpPr txBox="1"/>
          <p:nvPr userDrawn="1"/>
        </p:nvSpPr>
        <p:spPr>
          <a:xfrm>
            <a:off x="3194787" y="5765172"/>
            <a:ext cx="7618977" cy="377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800" kern="100">
                <a:solidFill>
                  <a:srgbClr val="2C2C37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Advanced Computer Software Group Limited is a company registered in England and Wales under company number 05965280, whose registered office </a:t>
            </a:r>
            <a:r>
              <a:rPr lang="en-GB" sz="800" kern="100">
                <a:solidFill>
                  <a:srgbClr val="373743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is: The Mailbox, Level 3, 101 Wharfside Street, Birmingham, B1 1RF</a:t>
            </a:r>
            <a:r>
              <a:rPr lang="en-GB" sz="800" kern="100">
                <a:solidFill>
                  <a:srgbClr val="2C2C37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 full list of its trading subsidiaries is available at www.oneadvanced.com/legal-privacy.</a:t>
            </a:r>
            <a:endParaRPr lang="en-US" sz="80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8498B2A-6B78-C39B-1C69-0EA4C112C95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98111" y="5849241"/>
            <a:ext cx="1752318" cy="21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557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- Title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4049-3B9D-CB45-E43B-E0A9AAB2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F3D0-6BED-D444-BEB4-872DDA21BA8D}" type="datetime1">
              <a:rPr lang="en-GB" smtClean="0"/>
              <a:t>03/10/2024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36C78-74A4-36FB-38A4-66558498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Powering the world of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8DA8-1A2A-96B9-0102-C36892E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25F2FB2-840D-F0CA-9F59-E30CB784DF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4711"/>
          <a:stretch/>
        </p:blipFill>
        <p:spPr>
          <a:xfrm>
            <a:off x="11360321" y="240054"/>
            <a:ext cx="276225" cy="23831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42275B-32AD-4515-CFDB-A17EB9FC3CE6}"/>
              </a:ext>
            </a:extLst>
          </p:cNvPr>
          <p:cNvCxnSpPr>
            <a:cxnSpLocks/>
          </p:cNvCxnSpPr>
          <p:nvPr userDrawn="1"/>
        </p:nvCxnSpPr>
        <p:spPr>
          <a:xfrm>
            <a:off x="11498433" y="719138"/>
            <a:ext cx="0" cy="54181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18B5F02-6076-8D40-79FD-10AF47A46C20}"/>
              </a:ext>
            </a:extLst>
          </p:cNvPr>
          <p:cNvSpPr/>
          <p:nvPr userDrawn="1"/>
        </p:nvSpPr>
        <p:spPr>
          <a:xfrm>
            <a:off x="0" y="0"/>
            <a:ext cx="216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4700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CB22F0-6D85-F8AE-E783-5137713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6876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05DFCF-753F-8AAE-BDF9-C48470388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5600"/>
            <a:ext cx="5292725" cy="4705200"/>
          </a:xfrm>
        </p:spPr>
        <p:txBody>
          <a:bodyPr/>
          <a:lstStyle>
            <a:lvl1pPr>
              <a:lnSpc>
                <a:spcPct val="140000"/>
              </a:lnSpc>
              <a:defRPr lang="en-GB" noProof="0" dirty="0" smtClean="0"/>
            </a:lvl1pPr>
            <a:lvl2pPr>
              <a:lnSpc>
                <a:spcPct val="140000"/>
              </a:lnSpc>
              <a:defRPr lang="en-GB" noProof="0" dirty="0" smtClean="0"/>
            </a:lvl2pPr>
            <a:lvl3pPr>
              <a:lnSpc>
                <a:spcPct val="140000"/>
              </a:lnSpc>
              <a:defRPr lang="en-GB" noProof="0" dirty="0" smtClean="0"/>
            </a:lvl3pPr>
            <a:lvl4pPr>
              <a:lnSpc>
                <a:spcPct val="140000"/>
              </a:lnSpc>
              <a:defRPr lang="en-GB" noProof="0" dirty="0"/>
            </a:lvl4pPr>
          </a:lstStyle>
          <a:p>
            <a:pPr marL="342900" marR="0" lvl="0" indent="-252000" algn="l" defTabSz="914400" rtl="0" eaLnBrk="1" fontAlgn="auto" latinLnBrk="0" hangingPunct="1">
              <a:lnSpc>
                <a:spcPct val="140000"/>
              </a:lnSpc>
              <a:spcBef>
                <a:spcPts val="80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</a:p>
          <a:p>
            <a:pPr marL="864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F15D2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Second level</a:t>
            </a:r>
          </a:p>
          <a:p>
            <a:pPr marL="1368000" marR="0" lvl="2" indent="-180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25252C">
                  <a:lumMod val="75000"/>
                  <a:lumOff val="25000"/>
                </a:srgbClr>
              </a:buClr>
              <a:buSzPct val="13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Third level</a:t>
            </a:r>
          </a:p>
          <a:p>
            <a:pPr marL="1728000" marR="0" lvl="3" indent="-144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F15D22"/>
              </a:buClr>
              <a:buSzPct val="12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F472F98-5AEE-6AB5-BBB2-A88EB9603F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725" y="1425599"/>
            <a:ext cx="5314950" cy="4705200"/>
          </a:xfrm>
        </p:spPr>
        <p:txBody>
          <a:bodyPr/>
          <a:lstStyle/>
          <a:p>
            <a:pPr marL="342900" marR="0" lvl="0" indent="-252000" algn="l" defTabSz="914400" rtl="0" eaLnBrk="1" fontAlgn="auto" latinLnBrk="0" hangingPunct="1">
              <a:lnSpc>
                <a:spcPct val="140000"/>
              </a:lnSpc>
              <a:spcBef>
                <a:spcPts val="80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Click to edit Master text styles</a:t>
            </a:r>
          </a:p>
          <a:p>
            <a:pPr marL="864000" marR="0" lvl="1" indent="-216000" algn="l" defTabSz="914400" rtl="0" eaLnBrk="1" fontAlgn="auto" latinLnBrk="0" hangingPunct="1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F15D2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Second level</a:t>
            </a:r>
          </a:p>
          <a:p>
            <a:pPr marL="1368000" marR="0" lvl="2" indent="-180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25252C">
                  <a:lumMod val="75000"/>
                  <a:lumOff val="25000"/>
                </a:srgbClr>
              </a:buClr>
              <a:buSzPct val="13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Third level</a:t>
            </a:r>
          </a:p>
          <a:p>
            <a:pPr marL="1728000" marR="0" lvl="3" indent="-144000" algn="l" defTabSz="914400" rtl="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rgbClr val="F15D22"/>
              </a:buClr>
              <a:buSzPct val="120000"/>
              <a:buFont typeface="Open Sans" panose="020B0606030504020204" pitchFamily="34" charset="0"/>
              <a:buChar char="›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25252C">
                    <a:lumMod val="75000"/>
                    <a:lumOff val="2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8304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FA676-B67E-AC67-7DDA-00665EF3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429193"/>
            <a:ext cx="10801349" cy="687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9D472-BF61-3B8E-D859-41FCAE35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424138"/>
            <a:ext cx="10801350" cy="47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7B15-1A7C-CA75-4000-6B4E7DCC0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4377" y="6356350"/>
            <a:ext cx="1189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0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D63005AE-A14B-7B48-9AF5-01E333747121}" type="datetime1">
              <a:rPr lang="en-GB" smtClean="0"/>
              <a:t>03/10/2024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5CDDB-CC03-EB15-3D1D-E9C5DF5AC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67426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i="0" kern="1200" dirty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Powering the world of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9A69-816B-342C-83AD-D5776DA9D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1647" y="6356350"/>
            <a:ext cx="390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b="1" i="0" kern="1200" smtClean="0">
                <a:solidFill>
                  <a:schemeClr val="tx1">
                    <a:lumMod val="25000"/>
                    <a:lumOff val="7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lvl1pPr>
          </a:lstStyle>
          <a:p>
            <a:fld id="{3531A8E9-B4CF-5643-AF96-CB4C768DAD6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58AAB2-EDCD-A900-5FDD-1A1336EBF022}"/>
              </a:ext>
            </a:extLst>
          </p:cNvPr>
          <p:cNvPicPr>
            <a:picLocks noChangeAspect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1360321" y="240054"/>
            <a:ext cx="276225" cy="2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84" r:id="rId4"/>
    <p:sldLayoutId id="2147483685" r:id="rId5"/>
    <p:sldLayoutId id="2147483651" r:id="rId6"/>
    <p:sldLayoutId id="2147483660" r:id="rId7"/>
    <p:sldLayoutId id="2147483661" r:id="rId8"/>
    <p:sldLayoutId id="2147483717" r:id="rId9"/>
    <p:sldLayoutId id="2147483718" r:id="rId10"/>
    <p:sldLayoutId id="2147483662" r:id="rId11"/>
    <p:sldLayoutId id="2147483663" r:id="rId12"/>
    <p:sldLayoutId id="2147483731" r:id="rId13"/>
    <p:sldLayoutId id="2147483733" r:id="rId14"/>
    <p:sldLayoutId id="2147483734" r:id="rId15"/>
    <p:sldLayoutId id="2147483735" r:id="rId16"/>
    <p:sldLayoutId id="2147483719" r:id="rId17"/>
    <p:sldLayoutId id="2147483673" r:id="rId18"/>
    <p:sldLayoutId id="2147483676" r:id="rId19"/>
    <p:sldLayoutId id="2147483674" r:id="rId20"/>
    <p:sldLayoutId id="2147483677" r:id="rId21"/>
    <p:sldLayoutId id="2147483741" r:id="rId22"/>
    <p:sldLayoutId id="2147483742" r:id="rId23"/>
    <p:sldLayoutId id="2147483666" r:id="rId24"/>
    <p:sldLayoutId id="2147483667" r:id="rId25"/>
    <p:sldLayoutId id="2147483668" r:id="rId26"/>
    <p:sldLayoutId id="2147483680" r:id="rId27"/>
    <p:sldLayoutId id="2147483675" r:id="rId28"/>
    <p:sldLayoutId id="2147483723" r:id="rId29"/>
    <p:sldLayoutId id="2147483722" r:id="rId30"/>
    <p:sldLayoutId id="2147483732" r:id="rId31"/>
    <p:sldLayoutId id="2147483737" r:id="rId32"/>
    <p:sldLayoutId id="2147483738" r:id="rId33"/>
    <p:sldLayoutId id="2147483739" r:id="rId34"/>
    <p:sldLayoutId id="2147483740" r:id="rId35"/>
    <p:sldLayoutId id="2147483682" r:id="rId36"/>
    <p:sldLayoutId id="2147483683" r:id="rId37"/>
    <p:sldLayoutId id="2147483725" r:id="rId38"/>
    <p:sldLayoutId id="2147483670" r:id="rId39"/>
    <p:sldLayoutId id="2147483671" r:id="rId40"/>
    <p:sldLayoutId id="2147483669" r:id="rId41"/>
    <p:sldLayoutId id="2147483664" r:id="rId42"/>
    <p:sldLayoutId id="2147483665" r:id="rId43"/>
    <p:sldLayoutId id="2147483681" r:id="rId44"/>
    <p:sldLayoutId id="2147483655" r:id="rId45"/>
    <p:sldLayoutId id="2147483672" r:id="rId46"/>
    <p:sldLayoutId id="2147483678" r:id="rId47"/>
    <p:sldLayoutId id="2147483679" r:id="rId48"/>
    <p:sldLayoutId id="2147483743" r:id="rId4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342000" indent="-252000" algn="l" defTabSz="914400" rtl="0" eaLnBrk="1" latinLnBrk="0" hangingPunct="1">
        <a:lnSpc>
          <a:spcPct val="120000"/>
        </a:lnSpc>
        <a:spcBef>
          <a:spcPts val="800"/>
        </a:spcBef>
        <a:spcAft>
          <a:spcPts val="300"/>
        </a:spcAft>
        <a:buSzPct val="12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20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52000" indent="-180000" algn="l" defTabSz="914400" rtl="0" eaLnBrk="1" latinLnBrk="0" hangingPunct="1">
        <a:lnSpc>
          <a:spcPct val="120000"/>
        </a:lnSpc>
        <a:spcBef>
          <a:spcPts val="100"/>
        </a:spcBef>
        <a:spcAft>
          <a:spcPts val="0"/>
        </a:spcAft>
        <a:buClr>
          <a:schemeClr val="tx1">
            <a:lumMod val="75000"/>
            <a:lumOff val="25000"/>
          </a:schemeClr>
        </a:buClr>
        <a:buSzPct val="130000"/>
        <a:buFont typeface="Open Sans" panose="020B0606030504020204" pitchFamily="34" charset="0"/>
        <a:buChar char="›"/>
        <a:defRPr sz="16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512000" indent="-144000" algn="l" defTabSz="914400" rtl="0" eaLnBrk="1" latinLnBrk="0" hangingPunct="1">
        <a:lnSpc>
          <a:spcPct val="120000"/>
        </a:lnSpc>
        <a:spcBef>
          <a:spcPts val="100"/>
        </a:spcBef>
        <a:spcAft>
          <a:spcPts val="0"/>
        </a:spcAft>
        <a:buClr>
          <a:schemeClr val="tx2"/>
        </a:buClr>
        <a:buSzPct val="120000"/>
        <a:buFont typeface="Open Sans" panose="020B0606030504020204" pitchFamily="34" charset="0"/>
        <a:buChar char="›"/>
        <a:defRPr sz="14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872000" indent="-108000" algn="l" defTabSz="914400" rtl="0" eaLnBrk="1" latinLnBrk="0" hangingPunct="1">
        <a:lnSpc>
          <a:spcPct val="120000"/>
        </a:lnSpc>
        <a:spcBef>
          <a:spcPts val="100"/>
        </a:spcBef>
        <a:spcAft>
          <a:spcPts val="0"/>
        </a:spcAft>
        <a:buClr>
          <a:schemeClr val="tx1">
            <a:lumMod val="50000"/>
            <a:lumOff val="50000"/>
          </a:schemeClr>
        </a:buClr>
        <a:buFont typeface="Open Sans" panose="020B0606030504020204" pitchFamily="34" charset="0"/>
        <a:buChar char="›"/>
        <a:defRPr sz="1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>
          <p15:clr>
            <a:srgbClr val="547EBF"/>
          </p15:clr>
        </p15:guide>
        <p15:guide id="3" orient="horz" pos="2228">
          <p15:clr>
            <a:srgbClr val="547EBF"/>
          </p15:clr>
        </p15:guide>
        <p15:guide id="4" orient="horz" pos="2115">
          <p15:clr>
            <a:srgbClr val="547EBF"/>
          </p15:clr>
        </p15:guide>
        <p15:guide id="7" pos="1481">
          <p15:clr>
            <a:srgbClr val="547EBF"/>
          </p15:clr>
        </p15:guide>
        <p15:guide id="8" pos="1595">
          <p15:clr>
            <a:srgbClr val="547EBF"/>
          </p15:clr>
        </p15:guide>
        <p15:guide id="9" pos="2638">
          <p15:clr>
            <a:srgbClr val="547EBF"/>
          </p15:clr>
        </p15:guide>
        <p15:guide id="10" pos="2751">
          <p15:clr>
            <a:srgbClr val="547EBF"/>
          </p15:clr>
        </p15:guide>
        <p15:guide id="11" pos="3772">
          <p15:clr>
            <a:srgbClr val="547EBF"/>
          </p15:clr>
        </p15:guide>
        <p15:guide id="12" pos="3885">
          <p15:clr>
            <a:srgbClr val="547EBF"/>
          </p15:clr>
        </p15:guide>
        <p15:guide id="13" pos="4929">
          <p15:clr>
            <a:srgbClr val="547EBF"/>
          </p15:clr>
        </p15:guide>
        <p15:guide id="14" pos="5029">
          <p15:clr>
            <a:srgbClr val="547EBF"/>
          </p15:clr>
        </p15:guide>
        <p15:guide id="15" pos="6085">
          <p15:clr>
            <a:srgbClr val="547EBF"/>
          </p15:clr>
        </p15:guide>
        <p15:guide id="16" pos="6185">
          <p15:clr>
            <a:srgbClr val="547EBF"/>
          </p15:clr>
        </p15:guide>
        <p15:guide id="17" orient="horz" pos="890" userDrawn="1">
          <p15:clr>
            <a:srgbClr val="F26B43"/>
          </p15:clr>
        </p15:guide>
        <p15:guide id="18" orient="horz" pos="3861" userDrawn="1">
          <p15:clr>
            <a:srgbClr val="F26B43"/>
          </p15:clr>
        </p15:guide>
        <p15:guide id="19" pos="438" userDrawn="1">
          <p15:clr>
            <a:srgbClr val="F26B43"/>
          </p15:clr>
        </p15:guide>
        <p15:guide id="20" pos="71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1328-38B7-3594-7FBB-BE5592178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>
                <a:latin typeface="Montserrat SemiBold"/>
              </a:rPr>
              <a:t>valclient</a:t>
            </a:r>
            <a:r>
              <a:rPr lang="en-US" dirty="0">
                <a:latin typeface="Montserrat SemiBold"/>
              </a:rPr>
              <a:t>: Value Business 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8DF38-F73F-09E2-6B8C-286C375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4B16102-7F03-D98C-5599-59D403A4A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Financials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C2211-2BF5-0F3E-134E-6D7CA1E5AA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Presented by OneAdvanced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ABF3CB5-1982-E5EA-D401-E797DAE7CB8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80887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9B21B-0DB0-4A3B-2A56-3222E861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2CBA69-C11A-8CE4-B582-EF16D83B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388773"/>
          </a:xfrm>
        </p:spPr>
        <p:txBody>
          <a:bodyPr/>
          <a:lstStyle/>
          <a:p>
            <a:r>
              <a:rPr lang="en-GB" dirty="0"/>
              <a:t>CURRENT VALUE RETURN SUMMARY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13A8F-1FE9-B432-F09B-FF4331A71871}"/>
              </a:ext>
            </a:extLst>
          </p:cNvPr>
          <p:cNvSpPr txBox="1">
            <a:spLocks/>
          </p:cNvSpPr>
          <p:nvPr/>
        </p:nvSpPr>
        <p:spPr>
          <a:xfrm>
            <a:off x="631422" y="864237"/>
            <a:ext cx="9807224" cy="388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000" indent="-252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300"/>
              </a:spcAft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216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52000" indent="-180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30000"/>
              <a:buFont typeface="Open Sans" panose="020B0606030504020204" pitchFamily="34" charset="0"/>
              <a:buChar char="›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512000" indent="-144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Open Sans" panose="020B0606030504020204" pitchFamily="34" charset="0"/>
              <a:buChar char="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72000" indent="-108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Open Sans" panose="020B0606030504020204" pitchFamily="34" charset="0"/>
              <a:buChar char="›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17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Below is a summary of Value returns as seen from the date of your last value review to today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BCC465D-4D07-C496-C52E-DD4859D896A7}"/>
              </a:ext>
            </a:extLst>
          </p:cNvPr>
          <p:cNvSpPr txBox="1">
            <a:spLocks/>
          </p:cNvSpPr>
          <p:nvPr/>
        </p:nvSpPr>
        <p:spPr>
          <a:xfrm>
            <a:off x="5857356" y="5658551"/>
            <a:ext cx="5306349" cy="388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000" indent="-252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300"/>
              </a:spcAft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216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52000" indent="-180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30000"/>
              <a:buFont typeface="Open Sans" panose="020B0606030504020204" pitchFamily="34" charset="0"/>
              <a:buChar char="›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512000" indent="-144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Open Sans" panose="020B0606030504020204" pitchFamily="34" charset="0"/>
              <a:buChar char="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72000" indent="-108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Open Sans" panose="020B0606030504020204" pitchFamily="34" charset="0"/>
              <a:buChar char="›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17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9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These are projected Value Savings for a full year, calculated based on the figures you have provided. We will be reviewing the data with you on an ongoing basis.</a:t>
            </a:r>
            <a:endParaRPr lang="en-GB" sz="1000" dirty="0">
              <a:solidFill>
                <a:schemeClr val="tx1">
                  <a:lumMod val="50000"/>
                  <a:lumOff val="50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5" name="Chart 9">
            <a:extLst>
              <a:ext uri="{FF2B5EF4-FFF2-40B4-BE49-F238E27FC236}">
                <a16:creationId xmlns:a16="http://schemas.microsoft.com/office/drawing/2014/main" id="{FB50570E-AF88-E023-0153-C29D4EC410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31679"/>
              </p:ext>
            </p:extLst>
          </p:nvPr>
        </p:nvGraphicFramePr>
        <p:xfrm>
          <a:off x="695325" y="964526"/>
          <a:ext cx="5015009" cy="5540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Metin kutusu 12">
            <a:extLst>
              <a:ext uri="{FF2B5EF4-FFF2-40B4-BE49-F238E27FC236}">
                <a16:creationId xmlns:a16="http://schemas.microsoft.com/office/drawing/2014/main" id="{7E49F770-C5FE-4307-A74A-382DEAB6FC1F}"/>
              </a:ext>
            </a:extLst>
          </p:cNvPr>
          <p:cNvSpPr txBox="1"/>
          <p:nvPr/>
        </p:nvSpPr>
        <p:spPr>
          <a:xfrm>
            <a:off x="5857356" y="1693105"/>
            <a:ext cx="16824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GB" sz="105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Benefit Area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0CFACE6-9038-2F5E-E5F3-319DC1053568}"/>
              </a:ext>
            </a:extLst>
          </p:cNvPr>
          <p:cNvSpPr txBox="1"/>
          <p:nvPr/>
        </p:nvSpPr>
        <p:spPr>
          <a:xfrm>
            <a:off x="9653470" y="1697524"/>
            <a:ext cx="10807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GB" sz="105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Value (£)</a:t>
            </a:r>
          </a:p>
        </p:txBody>
      </p:sp>
      <p:grpSp>
        <p:nvGrpSpPr>
          <p:cNvPr id="22" name="Grup 21">
            <a:extLst>
              <a:ext uri="{FF2B5EF4-FFF2-40B4-BE49-F238E27FC236}">
                <a16:creationId xmlns:a16="http://schemas.microsoft.com/office/drawing/2014/main" id="{7FE0A8C1-BBC5-1F75-BC9F-92AF0DA98B6E}"/>
              </a:ext>
            </a:extLst>
          </p:cNvPr>
          <p:cNvGrpSpPr/>
          <p:nvPr/>
        </p:nvGrpSpPr>
        <p:grpSpPr>
          <a:xfrm>
            <a:off x="5849286" y="2088443"/>
            <a:ext cx="5271366" cy="260780"/>
            <a:chOff x="5701173" y="1914766"/>
            <a:chExt cx="5271366" cy="424070"/>
          </a:xfrm>
        </p:grpSpPr>
        <p:sp>
          <p:nvSpPr>
            <p:cNvPr id="17" name="Metin kutusu 16">
              <a:extLst>
                <a:ext uri="{FF2B5EF4-FFF2-40B4-BE49-F238E27FC236}">
                  <a16:creationId xmlns:a16="http://schemas.microsoft.com/office/drawing/2014/main" id="{855EEF47-553A-CC11-E81C-C6CB1F7F3A00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400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Current Annual IT Finance System Costs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BE929621-4358-3F94-8700-8E7481D07224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400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19" name="Metin kutusu 18">
              <a:extLst>
                <a:ext uri="{FF2B5EF4-FFF2-40B4-BE49-F238E27FC236}">
                  <a16:creationId xmlns:a16="http://schemas.microsoft.com/office/drawing/2014/main" id="{37A302A4-77AF-5606-E03D-FD0C1A743D8C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400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baitval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cxnSp>
        <p:nvCxnSpPr>
          <p:cNvPr id="21" name="Düz Bağlayıcı 20">
            <a:extLst>
              <a:ext uri="{FF2B5EF4-FFF2-40B4-BE49-F238E27FC236}">
                <a16:creationId xmlns:a16="http://schemas.microsoft.com/office/drawing/2014/main" id="{4205F598-9FF7-3C36-6692-974FFFC2B178}"/>
              </a:ext>
            </a:extLst>
          </p:cNvPr>
          <p:cNvCxnSpPr/>
          <p:nvPr/>
        </p:nvCxnSpPr>
        <p:spPr>
          <a:xfrm>
            <a:off x="5943200" y="2003196"/>
            <a:ext cx="51178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up 22">
            <a:extLst>
              <a:ext uri="{FF2B5EF4-FFF2-40B4-BE49-F238E27FC236}">
                <a16:creationId xmlns:a16="http://schemas.microsoft.com/office/drawing/2014/main" id="{842911BF-6E36-BC65-FE3E-DF5705133110}"/>
              </a:ext>
            </a:extLst>
          </p:cNvPr>
          <p:cNvGrpSpPr/>
          <p:nvPr/>
        </p:nvGrpSpPr>
        <p:grpSpPr>
          <a:xfrm>
            <a:off x="5848090" y="2364518"/>
            <a:ext cx="5271366" cy="266533"/>
            <a:chOff x="5701173" y="1914766"/>
            <a:chExt cx="5271366" cy="310667"/>
          </a:xfrm>
        </p:grpSpPr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D3FD39D2-3711-9B60-EF4B-82D7602DA27F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286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Raising Purchase Orders (mins per order)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CC73CF5D-F1B2-3530-FAB7-6ADE2140D940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286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26" name="Metin kutusu 25">
              <a:extLst>
                <a:ext uri="{FF2B5EF4-FFF2-40B4-BE49-F238E27FC236}">
                  <a16:creationId xmlns:a16="http://schemas.microsoft.com/office/drawing/2014/main" id="{748EAD38-0AAB-01F7-1658-8A86A62158C5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286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barpoval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27" name="Grup 26">
            <a:extLst>
              <a:ext uri="{FF2B5EF4-FFF2-40B4-BE49-F238E27FC236}">
                <a16:creationId xmlns:a16="http://schemas.microsoft.com/office/drawing/2014/main" id="{D2DB1CAD-083C-8674-7A70-0E04C4125020}"/>
              </a:ext>
            </a:extLst>
          </p:cNvPr>
          <p:cNvGrpSpPr/>
          <p:nvPr/>
        </p:nvGrpSpPr>
        <p:grpSpPr>
          <a:xfrm>
            <a:off x="5848090" y="2615582"/>
            <a:ext cx="5271366" cy="419307"/>
            <a:chOff x="5701173" y="1914766"/>
            <a:chExt cx="5271366" cy="517125"/>
          </a:xfrm>
        </p:grpSpPr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7A2CFEDB-27BC-C038-C6D8-D0EB8015F81F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493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Purchase Order approvals (mins per approval)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29" name="Metin kutusu 28">
              <a:extLst>
                <a:ext uri="{FF2B5EF4-FFF2-40B4-BE49-F238E27FC236}">
                  <a16:creationId xmlns:a16="http://schemas.microsoft.com/office/drawing/2014/main" id="{259A3551-4066-214B-1E78-F49B63B14E1F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30" name="Metin kutusu 29">
              <a:extLst>
                <a:ext uri="{FF2B5EF4-FFF2-40B4-BE49-F238E27FC236}">
                  <a16:creationId xmlns:a16="http://schemas.microsoft.com/office/drawing/2014/main" id="{2838C1A8-3A30-21DE-6AE4-B62D7FD24073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bapoaval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939C3981-7EA9-2A10-29FA-C7C9260ECFEE}"/>
              </a:ext>
            </a:extLst>
          </p:cNvPr>
          <p:cNvGrpSpPr/>
          <p:nvPr/>
        </p:nvGrpSpPr>
        <p:grpSpPr>
          <a:xfrm>
            <a:off x="5848090" y="2991292"/>
            <a:ext cx="5271366" cy="265418"/>
            <a:chOff x="5701173" y="1914766"/>
            <a:chExt cx="5271366" cy="327336"/>
          </a:xfrm>
        </p:grpSpPr>
        <p:sp>
          <p:nvSpPr>
            <p:cNvPr id="32" name="Metin kutusu 31">
              <a:extLst>
                <a:ext uri="{FF2B5EF4-FFF2-40B4-BE49-F238E27FC236}">
                  <a16:creationId xmlns:a16="http://schemas.microsoft.com/office/drawing/2014/main" id="{E06D8D81-C122-77E8-A96F-086D0ACC2C38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Debt collection administration processes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FB9EB249-152F-3557-CD58-149002E4A12A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34" name="Metin kutusu 33">
              <a:extLst>
                <a:ext uri="{FF2B5EF4-FFF2-40B4-BE49-F238E27FC236}">
                  <a16:creationId xmlns:a16="http://schemas.microsoft.com/office/drawing/2014/main" id="{091757F5-4E10-05C5-4A09-D3E2B9648E09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badcapval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35" name="Grup 34">
            <a:extLst>
              <a:ext uri="{FF2B5EF4-FFF2-40B4-BE49-F238E27FC236}">
                <a16:creationId xmlns:a16="http://schemas.microsoft.com/office/drawing/2014/main" id="{9A0899DE-06FB-76CF-360F-37DC7E5811C6}"/>
              </a:ext>
            </a:extLst>
          </p:cNvPr>
          <p:cNvGrpSpPr/>
          <p:nvPr/>
        </p:nvGrpSpPr>
        <p:grpSpPr>
          <a:xfrm>
            <a:off x="5848090" y="3228109"/>
            <a:ext cx="5271366" cy="265418"/>
            <a:chOff x="5701173" y="1914766"/>
            <a:chExt cx="5271366" cy="327336"/>
          </a:xfrm>
        </p:grpSpPr>
        <p:sp>
          <p:nvSpPr>
            <p:cNvPr id="36" name="Metin kutusu 35">
              <a:extLst>
                <a:ext uri="{FF2B5EF4-FFF2-40B4-BE49-F238E27FC236}">
                  <a16:creationId xmlns:a16="http://schemas.microsoft.com/office/drawing/2014/main" id="{EE3C296E-C262-6622-EC3E-78D9B0F2A714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GB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Coding invoice processes</a:t>
              </a:r>
            </a:p>
          </p:txBody>
        </p:sp>
        <p:sp>
          <p:nvSpPr>
            <p:cNvPr id="37" name="Metin kutusu 36">
              <a:extLst>
                <a:ext uri="{FF2B5EF4-FFF2-40B4-BE49-F238E27FC236}">
                  <a16:creationId xmlns:a16="http://schemas.microsoft.com/office/drawing/2014/main" id="{72F52F61-F7E6-C490-8C0A-A6DC5C2F3F31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38" name="Metin kutusu 37">
              <a:extLst>
                <a:ext uri="{FF2B5EF4-FFF2-40B4-BE49-F238E27FC236}">
                  <a16:creationId xmlns:a16="http://schemas.microsoft.com/office/drawing/2014/main" id="{7A622BD3-94E4-6827-7FE0-34EDDC9894C7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bacipval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39" name="Grup 38">
            <a:extLst>
              <a:ext uri="{FF2B5EF4-FFF2-40B4-BE49-F238E27FC236}">
                <a16:creationId xmlns:a16="http://schemas.microsoft.com/office/drawing/2014/main" id="{94CC793B-0232-FE58-9020-35EF8D4D5B4E}"/>
              </a:ext>
            </a:extLst>
          </p:cNvPr>
          <p:cNvGrpSpPr/>
          <p:nvPr/>
        </p:nvGrpSpPr>
        <p:grpSpPr>
          <a:xfrm>
            <a:off x="5857356" y="3469284"/>
            <a:ext cx="5271366" cy="271544"/>
            <a:chOff x="5701173" y="1914766"/>
            <a:chExt cx="5271366" cy="334891"/>
          </a:xfrm>
        </p:grpSpPr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419D0A69-B84D-92EF-38DD-0F797AF46B8D}"/>
                </a:ext>
              </a:extLst>
            </p:cNvPr>
            <p:cNvSpPr txBox="1"/>
            <p:nvPr/>
          </p:nvSpPr>
          <p:spPr>
            <a:xfrm>
              <a:off x="5701173" y="1938441"/>
              <a:ext cx="328693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Management of supplier and purchase invoices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41" name="Metin kutusu 40">
              <a:extLst>
                <a:ext uri="{FF2B5EF4-FFF2-40B4-BE49-F238E27FC236}">
                  <a16:creationId xmlns:a16="http://schemas.microsoft.com/office/drawing/2014/main" id="{65AD5845-A688-FDCC-B87A-2396DE93E704}"/>
                </a:ext>
              </a:extLst>
            </p:cNvPr>
            <p:cNvSpPr txBox="1"/>
            <p:nvPr/>
          </p:nvSpPr>
          <p:spPr>
            <a:xfrm>
              <a:off x="9475240" y="194599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42" name="Metin kutusu 41">
              <a:extLst>
                <a:ext uri="{FF2B5EF4-FFF2-40B4-BE49-F238E27FC236}">
                  <a16:creationId xmlns:a16="http://schemas.microsoft.com/office/drawing/2014/main" id="{6C1E892E-C9CC-32F4-92E4-59F25C88C161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bamspival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43" name="Grup 42">
            <a:extLst>
              <a:ext uri="{FF2B5EF4-FFF2-40B4-BE49-F238E27FC236}">
                <a16:creationId xmlns:a16="http://schemas.microsoft.com/office/drawing/2014/main" id="{6FD2F1FE-7881-0B74-97FA-248E9A0B770E}"/>
              </a:ext>
            </a:extLst>
          </p:cNvPr>
          <p:cNvGrpSpPr/>
          <p:nvPr/>
        </p:nvGrpSpPr>
        <p:grpSpPr>
          <a:xfrm>
            <a:off x="5848090" y="3709017"/>
            <a:ext cx="5271366" cy="419307"/>
            <a:chOff x="5701173" y="1914766"/>
            <a:chExt cx="5271366" cy="517125"/>
          </a:xfrm>
        </p:grpSpPr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C8360E85-776C-E808-36A4-7A6A9470D7C7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493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Managing Maverick spend &amp; Spend leakage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45" name="Metin kutusu 44">
              <a:extLst>
                <a:ext uri="{FF2B5EF4-FFF2-40B4-BE49-F238E27FC236}">
                  <a16:creationId xmlns:a16="http://schemas.microsoft.com/office/drawing/2014/main" id="{59C7A798-6C53-8147-A6CE-08FCB9119E7D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46" name="Metin kutusu 45">
              <a:extLst>
                <a:ext uri="{FF2B5EF4-FFF2-40B4-BE49-F238E27FC236}">
                  <a16:creationId xmlns:a16="http://schemas.microsoft.com/office/drawing/2014/main" id="{474A5092-8869-93EC-DD24-4BFCC3A0C00F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bamslval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47" name="Grup 46">
            <a:extLst>
              <a:ext uri="{FF2B5EF4-FFF2-40B4-BE49-F238E27FC236}">
                <a16:creationId xmlns:a16="http://schemas.microsoft.com/office/drawing/2014/main" id="{6A719522-AD90-BF75-C1C9-1C62EF3DBEC5}"/>
              </a:ext>
            </a:extLst>
          </p:cNvPr>
          <p:cNvGrpSpPr/>
          <p:nvPr/>
        </p:nvGrpSpPr>
        <p:grpSpPr>
          <a:xfrm>
            <a:off x="5852800" y="4080683"/>
            <a:ext cx="5271366" cy="419307"/>
            <a:chOff x="5701173" y="1914766"/>
            <a:chExt cx="5271366" cy="517125"/>
          </a:xfrm>
        </p:grpSpPr>
        <p:sp>
          <p:nvSpPr>
            <p:cNvPr id="48" name="Metin kutusu 47">
              <a:extLst>
                <a:ext uri="{FF2B5EF4-FFF2-40B4-BE49-F238E27FC236}">
                  <a16:creationId xmlns:a16="http://schemas.microsoft.com/office/drawing/2014/main" id="{852B04C2-CDC0-455E-06BF-21E1C8CE239C}"/>
                </a:ext>
              </a:extLst>
            </p:cNvPr>
            <p:cNvSpPr txBox="1"/>
            <p:nvPr/>
          </p:nvSpPr>
          <p:spPr>
            <a:xfrm>
              <a:off x="5701173" y="1938441"/>
              <a:ext cx="3247244" cy="493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Finance query management and dashboard reporting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49" name="Metin kutusu 48">
              <a:extLst>
                <a:ext uri="{FF2B5EF4-FFF2-40B4-BE49-F238E27FC236}">
                  <a16:creationId xmlns:a16="http://schemas.microsoft.com/office/drawing/2014/main" id="{08A3E5F6-581C-4C46-BE5E-A08FECFB94D2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50" name="Metin kutusu 49">
              <a:extLst>
                <a:ext uri="{FF2B5EF4-FFF2-40B4-BE49-F238E27FC236}">
                  <a16:creationId xmlns:a16="http://schemas.microsoft.com/office/drawing/2014/main" id="{ED085782-ED66-93D6-78BB-F52AC0ABFAD4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bafqmrval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51" name="Grup 50">
            <a:extLst>
              <a:ext uri="{FF2B5EF4-FFF2-40B4-BE49-F238E27FC236}">
                <a16:creationId xmlns:a16="http://schemas.microsoft.com/office/drawing/2014/main" id="{D34ED8E2-45B2-1439-F823-82AC34B7C522}"/>
              </a:ext>
            </a:extLst>
          </p:cNvPr>
          <p:cNvGrpSpPr/>
          <p:nvPr/>
        </p:nvGrpSpPr>
        <p:grpSpPr>
          <a:xfrm>
            <a:off x="5857356" y="4443330"/>
            <a:ext cx="5271366" cy="419307"/>
            <a:chOff x="5701173" y="1914766"/>
            <a:chExt cx="5271366" cy="517125"/>
          </a:xfrm>
        </p:grpSpPr>
        <p:sp>
          <p:nvSpPr>
            <p:cNvPr id="52" name="Metin kutusu 51">
              <a:extLst>
                <a:ext uri="{FF2B5EF4-FFF2-40B4-BE49-F238E27FC236}">
                  <a16:creationId xmlns:a16="http://schemas.microsoft.com/office/drawing/2014/main" id="{8B049180-7160-16B0-6417-5004520CC62E}"/>
                </a:ext>
              </a:extLst>
            </p:cNvPr>
            <p:cNvSpPr txBox="1"/>
            <p:nvPr/>
          </p:nvSpPr>
          <p:spPr>
            <a:xfrm>
              <a:off x="5701173" y="1938441"/>
              <a:ext cx="3286937" cy="493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Customer Invoicing &amp; Finance Workflow Management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53" name="Metin kutusu 52">
              <a:extLst>
                <a:ext uri="{FF2B5EF4-FFF2-40B4-BE49-F238E27FC236}">
                  <a16:creationId xmlns:a16="http://schemas.microsoft.com/office/drawing/2014/main" id="{9A953650-A3D7-CF96-09C8-7B62B5ECA5D3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54" name="Metin kutusu 53">
              <a:extLst>
                <a:ext uri="{FF2B5EF4-FFF2-40B4-BE49-F238E27FC236}">
                  <a16:creationId xmlns:a16="http://schemas.microsoft.com/office/drawing/2014/main" id="{FD07C46B-B553-DE2B-C970-EB0CF772BC51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bacifwval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55" name="Grup 54">
            <a:extLst>
              <a:ext uri="{FF2B5EF4-FFF2-40B4-BE49-F238E27FC236}">
                <a16:creationId xmlns:a16="http://schemas.microsoft.com/office/drawing/2014/main" id="{8D95D601-07B3-0EC9-6EC6-D22088B1E122}"/>
              </a:ext>
            </a:extLst>
          </p:cNvPr>
          <p:cNvGrpSpPr/>
          <p:nvPr/>
        </p:nvGrpSpPr>
        <p:grpSpPr>
          <a:xfrm>
            <a:off x="5857356" y="4826180"/>
            <a:ext cx="5271366" cy="265418"/>
            <a:chOff x="5701173" y="1914766"/>
            <a:chExt cx="5271366" cy="327336"/>
          </a:xfrm>
        </p:grpSpPr>
        <p:sp>
          <p:nvSpPr>
            <p:cNvPr id="56" name="Metin kutusu 55">
              <a:extLst>
                <a:ext uri="{FF2B5EF4-FFF2-40B4-BE49-F238E27FC236}">
                  <a16:creationId xmlns:a16="http://schemas.microsoft.com/office/drawing/2014/main" id="{BD3A61AD-E71E-C55E-2EB1-3559BB61974A}"/>
                </a:ext>
              </a:extLst>
            </p:cNvPr>
            <p:cNvSpPr txBox="1"/>
            <p:nvPr/>
          </p:nvSpPr>
          <p:spPr>
            <a:xfrm>
              <a:off x="5701173" y="1938441"/>
              <a:ext cx="2640393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en-US" sz="10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Online expense management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57" name="Metin kutusu 56">
              <a:extLst>
                <a:ext uri="{FF2B5EF4-FFF2-40B4-BE49-F238E27FC236}">
                  <a16:creationId xmlns:a16="http://schemas.microsoft.com/office/drawing/2014/main" id="{B02004CD-42A1-2337-DDBE-2868A46015D5}"/>
                </a:ext>
              </a:extLst>
            </p:cNvPr>
            <p:cNvSpPr txBox="1"/>
            <p:nvPr/>
          </p:nvSpPr>
          <p:spPr>
            <a:xfrm>
              <a:off x="9484507" y="1914766"/>
              <a:ext cx="303387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/>
              <a:r>
                <a:rPr lang="tr-T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</a:rPr>
                <a:t>£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  <p:sp>
          <p:nvSpPr>
            <p:cNvPr id="58" name="Metin kutusu 57">
              <a:extLst>
                <a:ext uri="{FF2B5EF4-FFF2-40B4-BE49-F238E27FC236}">
                  <a16:creationId xmlns:a16="http://schemas.microsoft.com/office/drawing/2014/main" id="{1C80BC6A-E273-413B-DD8B-C85CA127D1BF}"/>
                </a:ext>
              </a:extLst>
            </p:cNvPr>
            <p:cNvSpPr txBox="1"/>
            <p:nvPr/>
          </p:nvSpPr>
          <p:spPr>
            <a:xfrm>
              <a:off x="10108153" y="1914766"/>
              <a:ext cx="864386" cy="3036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" panose="020B0606030504020204" pitchFamily="34" charset="0"/>
                </a:rPr>
                <a:t>baoemval</a:t>
              </a:r>
              <a:endParaRPr lang="en-GB" sz="1000" b="1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59" name="Grup 58">
            <a:extLst>
              <a:ext uri="{FF2B5EF4-FFF2-40B4-BE49-F238E27FC236}">
                <a16:creationId xmlns:a16="http://schemas.microsoft.com/office/drawing/2014/main" id="{DE8A4626-68AA-EE0F-1455-B5D6686BE65C}"/>
              </a:ext>
            </a:extLst>
          </p:cNvPr>
          <p:cNvGrpSpPr/>
          <p:nvPr/>
        </p:nvGrpSpPr>
        <p:grpSpPr>
          <a:xfrm>
            <a:off x="5943200" y="5206279"/>
            <a:ext cx="5176256" cy="252000"/>
            <a:chOff x="5795087" y="1979872"/>
            <a:chExt cx="5176256" cy="209541"/>
          </a:xfrm>
          <a:solidFill>
            <a:srgbClr val="848182"/>
          </a:solidFill>
        </p:grpSpPr>
        <p:sp>
          <p:nvSpPr>
            <p:cNvPr id="60" name="Metin kutusu 59">
              <a:extLst>
                <a:ext uri="{FF2B5EF4-FFF2-40B4-BE49-F238E27FC236}">
                  <a16:creationId xmlns:a16="http://schemas.microsoft.com/office/drawing/2014/main" id="{1D88BE7C-44FC-0C73-964B-79ABE7935CDB}"/>
                </a:ext>
              </a:extLst>
            </p:cNvPr>
            <p:cNvSpPr txBox="1"/>
            <p:nvPr/>
          </p:nvSpPr>
          <p:spPr>
            <a:xfrm>
              <a:off x="5795087" y="1984712"/>
              <a:ext cx="3732473" cy="204701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l" fontAlgn="b"/>
              <a:r>
                <a:rPr lang="en-GB" sz="1000" b="1" i="0" u="none" strike="noStrike" dirty="0">
                  <a:solidFill>
                    <a:srgbClr val="FFFFFF"/>
                  </a:solidFill>
                  <a:effectLst/>
                  <a:latin typeface="Open Sans" panose="020B0606030504020204" pitchFamily="34" charset="0"/>
                </a:rPr>
                <a:t>Total savings </a:t>
              </a:r>
            </a:p>
          </p:txBody>
        </p:sp>
        <p:sp>
          <p:nvSpPr>
            <p:cNvPr id="61" name="Metin kutusu 60">
              <a:extLst>
                <a:ext uri="{FF2B5EF4-FFF2-40B4-BE49-F238E27FC236}">
                  <a16:creationId xmlns:a16="http://schemas.microsoft.com/office/drawing/2014/main" id="{DB43CCC2-ABBB-25A4-4B03-4BC918C4CADF}"/>
                </a:ext>
              </a:extLst>
            </p:cNvPr>
            <p:cNvSpPr txBox="1"/>
            <p:nvPr/>
          </p:nvSpPr>
          <p:spPr>
            <a:xfrm>
              <a:off x="9516901" y="1979872"/>
              <a:ext cx="303387" cy="204702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l" fontAlgn="ctr"/>
              <a:r>
                <a:rPr lang="tr-TR" sz="1000" b="1" dirty="0">
                  <a:solidFill>
                    <a:srgbClr val="FFFFFF"/>
                  </a:solidFill>
                  <a:latin typeface="Open Sans" panose="020B0606030504020204" pitchFamily="34" charset="0"/>
                </a:rPr>
                <a:t>£</a:t>
              </a:r>
              <a:endParaRPr lang="en-GB" sz="1000" b="1" dirty="0">
                <a:solidFill>
                  <a:srgbClr val="FFFFFF"/>
                </a:solidFill>
                <a:latin typeface="Open Sans" panose="020B0606030504020204" pitchFamily="34" charset="0"/>
              </a:endParaRPr>
            </a:p>
          </p:txBody>
        </p:sp>
        <p:sp>
          <p:nvSpPr>
            <p:cNvPr id="62" name="Metin kutusu 61">
              <a:extLst>
                <a:ext uri="{FF2B5EF4-FFF2-40B4-BE49-F238E27FC236}">
                  <a16:creationId xmlns:a16="http://schemas.microsoft.com/office/drawing/2014/main" id="{C4B2F824-4A99-AA23-50E9-BEAF733977A5}"/>
                </a:ext>
              </a:extLst>
            </p:cNvPr>
            <p:cNvSpPr txBox="1"/>
            <p:nvPr/>
          </p:nvSpPr>
          <p:spPr>
            <a:xfrm>
              <a:off x="9802122" y="1979872"/>
              <a:ext cx="1169221" cy="204701"/>
            </a:xfrm>
            <a:prstGeom prst="rect">
              <a:avLst/>
            </a:prstGeom>
            <a:grpFill/>
          </p:spPr>
          <p:txBody>
            <a:bodyPr wrap="square" anchor="ctr">
              <a:spAutoFit/>
            </a:bodyPr>
            <a:lstStyle/>
            <a:p>
              <a:pPr algn="r" fontAlgn="ctr"/>
              <a:r>
                <a:rPr lang="tr-TR" sz="1000" b="1" i="0" u="none" strike="noStrike" dirty="0" err="1">
                  <a:solidFill>
                    <a:srgbClr val="FFFFFF"/>
                  </a:solidFill>
                  <a:effectLst/>
                  <a:latin typeface="Open Sans" panose="020B0606030504020204" pitchFamily="34" charset="0"/>
                </a:rPr>
                <a:t>batotalval</a:t>
              </a:r>
              <a:endParaRPr lang="en-GB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789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F9B21B-0DB0-4A3B-2A56-3222E861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2CBA69-C11A-8CE4-B582-EF16D83B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28400"/>
            <a:ext cx="10801349" cy="388773"/>
          </a:xfrm>
        </p:spPr>
        <p:txBody>
          <a:bodyPr/>
          <a:lstStyle/>
          <a:p>
            <a:r>
              <a:rPr lang="en-GB" dirty="0"/>
              <a:t>EFFICIENCY SAVINGS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54C946B-159C-14A5-8297-9979D43EB6E0}"/>
              </a:ext>
            </a:extLst>
          </p:cNvPr>
          <p:cNvSpPr txBox="1">
            <a:spLocks/>
          </p:cNvSpPr>
          <p:nvPr/>
        </p:nvSpPr>
        <p:spPr>
          <a:xfrm>
            <a:off x="631422" y="864237"/>
            <a:ext cx="9807224" cy="388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000" indent="-252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300"/>
              </a:spcAft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216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52000" indent="-180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30000"/>
              <a:buFont typeface="Open Sans" panose="020B0606030504020204" pitchFamily="34" charset="0"/>
              <a:buChar char="›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512000" indent="-144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Open Sans" panose="020B0606030504020204" pitchFamily="34" charset="0"/>
              <a:buChar char="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72000" indent="-108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Open Sans" panose="020B0606030504020204" pitchFamily="34" charset="0"/>
              <a:buChar char="›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17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Below is a summary of process efficiency returns as seen from the date of your last value review to today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B4DF3F-E53D-0A5A-622A-C76B8148F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8189"/>
              </p:ext>
            </p:extLst>
          </p:nvPr>
        </p:nvGraphicFramePr>
        <p:xfrm>
          <a:off x="695326" y="1421296"/>
          <a:ext cx="8387560" cy="3975352"/>
        </p:xfrm>
        <a:graphic>
          <a:graphicData uri="http://schemas.openxmlformats.org/drawingml/2006/table">
            <a:tbl>
              <a:tblPr/>
              <a:tblGrid>
                <a:gridCol w="6748016">
                  <a:extLst>
                    <a:ext uri="{9D8B030D-6E8A-4147-A177-3AD203B41FA5}">
                      <a16:colId xmlns:a16="http://schemas.microsoft.com/office/drawing/2014/main" val="3304046239"/>
                    </a:ext>
                  </a:extLst>
                </a:gridCol>
                <a:gridCol w="1639544">
                  <a:extLst>
                    <a:ext uri="{9D8B030D-6E8A-4147-A177-3AD203B41FA5}">
                      <a16:colId xmlns:a16="http://schemas.microsoft.com/office/drawing/2014/main" val="2724829062"/>
                    </a:ext>
                  </a:extLst>
                </a:gridCol>
              </a:tblGrid>
              <a:tr h="409227"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Benefit Area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Efficiency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027849"/>
                  </a:ext>
                </a:extLst>
              </a:tr>
              <a:tr h="3741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Current Annual IT Finance System Costs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pitfinanceval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35685"/>
                  </a:ext>
                </a:extLst>
              </a:tr>
              <a:tr h="3741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Raising Purchase Orders (mins per order)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prpoval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113689"/>
                  </a:ext>
                </a:extLst>
              </a:tr>
              <a:tr h="3741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Purchase Order approvals (mins per approval)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ppoaval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226107"/>
                  </a:ext>
                </a:extLst>
              </a:tr>
              <a:tr h="374151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Coding invoice processes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pcipval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950359"/>
                  </a:ext>
                </a:extLst>
              </a:tr>
              <a:tr h="3741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Management of supplier and purchase invoices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pmspival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959055"/>
                  </a:ext>
                </a:extLst>
              </a:tr>
              <a:tr h="339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Managing Maverick spend &amp; Spend leakage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pmslval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00770"/>
                  </a:ext>
                </a:extLst>
              </a:tr>
              <a:tr h="339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Finance query management and dashboard reporting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pfqmrval</a:t>
                      </a:r>
                      <a:r>
                        <a:rPr lang="en-GB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429509"/>
                  </a:ext>
                </a:extLst>
              </a:tr>
              <a:tr h="339074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Debt collection administration processes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pdcapval</a:t>
                      </a:r>
                      <a:r>
                        <a:rPr lang="tr-TR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en-GB" sz="1400" b="1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978886"/>
                  </a:ext>
                </a:extLst>
              </a:tr>
              <a:tr h="339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Customer Invoicing &amp; Finance Workflow Management</a:t>
                      </a:r>
                      <a:endParaRPr lang="en-GB" sz="105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pcifwval</a:t>
                      </a:r>
                      <a:r>
                        <a:rPr lang="tr-TR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en-GB" sz="1400" b="1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059667"/>
                  </a:ext>
                </a:extLst>
              </a:tr>
              <a:tr h="339074">
                <a:tc>
                  <a:txBody>
                    <a:bodyPr/>
                    <a:lstStyle/>
                    <a:p>
                      <a:pPr algn="l" fontAlgn="ctr"/>
                      <a:r>
                        <a:rPr lang="en-GB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Open Sans" panose="020B0606030504020204" pitchFamily="34" charset="0"/>
                        </a:rPr>
                        <a:t>Online expense management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poemval</a:t>
                      </a:r>
                      <a:r>
                        <a:rPr lang="tr-TR" sz="1400" b="1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en-GB" sz="1400" b="1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71421"/>
                  </a:ext>
                </a:extLst>
              </a:tr>
            </a:tbl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D8C20A4-87C7-DD2B-7007-1EFC853794E0}"/>
              </a:ext>
            </a:extLst>
          </p:cNvPr>
          <p:cNvSpPr txBox="1">
            <a:spLocks/>
          </p:cNvSpPr>
          <p:nvPr/>
        </p:nvSpPr>
        <p:spPr>
          <a:xfrm>
            <a:off x="631422" y="5843226"/>
            <a:ext cx="9876634" cy="388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342000" indent="-252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300"/>
              </a:spcAft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20000" indent="-216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52000" indent="-180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30000"/>
              <a:buFont typeface="Open Sans" panose="020B0606030504020204" pitchFamily="34" charset="0"/>
              <a:buChar char="›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512000" indent="-144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Open Sans" panose="020B0606030504020204" pitchFamily="34" charset="0"/>
              <a:buChar char="›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72000" indent="-108000" algn="l" defTabSz="914400" rtl="0" eaLnBrk="1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Open Sans" panose="020B0606030504020204" pitchFamily="34" charset="0"/>
              <a:buChar char="›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17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000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  <a:t>Period of review: </a:t>
            </a:r>
            <a:br>
              <a:rPr lang="en-GB" sz="1000" b="0" i="0" dirty="0">
                <a:solidFill>
                  <a:schemeClr val="tx2"/>
                </a:solidFill>
                <a:effectLst/>
                <a:latin typeface="Open Sans" panose="020B0606030504020204" pitchFamily="34" charset="0"/>
              </a:rPr>
            </a:br>
            <a:r>
              <a:rPr lang="en-GB" sz="1000" dirty="0">
                <a:solidFill>
                  <a:srgbClr val="555555"/>
                </a:solidFill>
              </a:rPr>
              <a:t>You selected two periods between which to run a value review, these were: </a:t>
            </a:r>
            <a:r>
              <a:rPr lang="en-GB" sz="10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[</a:t>
            </a:r>
            <a:r>
              <a:rPr lang="en-GB" sz="1000" dirty="0">
                <a:solidFill>
                  <a:srgbClr val="555555"/>
                </a:solidFill>
              </a:rPr>
              <a:t>pls </a:t>
            </a:r>
            <a:r>
              <a:rPr lang="en-GB" sz="10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insert details of period one selected, and period two selected</a:t>
            </a:r>
            <a:r>
              <a:rPr lang="en-GB" sz="1000" dirty="0">
                <a:solidFill>
                  <a:srgbClr val="555555"/>
                </a:solidFill>
              </a:rPr>
              <a:t>]</a:t>
            </a:r>
            <a:endParaRPr lang="en-GB" sz="1050" dirty="0">
              <a:solidFill>
                <a:schemeClr val="tx1">
                  <a:lumMod val="50000"/>
                  <a:lumOff val="50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7796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1256D3-B27A-D9C6-DA8A-CF2A4073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A8E9-B4CF-5643-AF96-CB4C768DAD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36168"/>
      </p:ext>
    </p:extLst>
  </p:cSld>
  <p:clrMapOvr>
    <a:masterClrMapping/>
  </p:clrMapOvr>
</p:sld>
</file>

<file path=ppt/theme/theme1.xml><?xml version="1.0" encoding="utf-8"?>
<a:theme xmlns:a="http://schemas.openxmlformats.org/drawingml/2006/main" name="Advanced Theme">
  <a:themeElements>
    <a:clrScheme name="Custom 2">
      <a:dk1>
        <a:srgbClr val="25252C"/>
      </a:dk1>
      <a:lt1>
        <a:srgbClr val="FFFFFF"/>
      </a:lt1>
      <a:dk2>
        <a:srgbClr val="F15D22"/>
      </a:dk2>
      <a:lt2>
        <a:srgbClr val="FFFFFF"/>
      </a:lt2>
      <a:accent1>
        <a:srgbClr val="F37720"/>
      </a:accent1>
      <a:accent2>
        <a:srgbClr val="F6911E"/>
      </a:accent2>
      <a:accent3>
        <a:srgbClr val="FCC54C"/>
      </a:accent3>
      <a:accent4>
        <a:srgbClr val="FFDB9B"/>
      </a:accent4>
      <a:accent5>
        <a:srgbClr val="2D4FB2"/>
      </a:accent5>
      <a:accent6>
        <a:srgbClr val="19191F"/>
      </a:accent6>
      <a:hlink>
        <a:srgbClr val="2D4FB2"/>
      </a:hlink>
      <a:folHlink>
        <a:srgbClr val="1F377D"/>
      </a:folHlink>
    </a:clrScheme>
    <a:fontScheme name="Advanced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/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neAdvanced-Powerpoint" id="{F8C38506-A58B-420B-8FBB-E3229D059A60}" vid="{B09805F1-EDBB-4199-ACB7-00BD702268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ADAF580B8A648AEA7FF4A5F3D65E6" ma:contentTypeVersion="11" ma:contentTypeDescription="Create a new document." ma:contentTypeScope="" ma:versionID="f2db5c34f6348a370055c14b94ddc919">
  <xsd:schema xmlns:xsd="http://www.w3.org/2001/XMLSchema" xmlns:xs="http://www.w3.org/2001/XMLSchema" xmlns:p="http://schemas.microsoft.com/office/2006/metadata/properties" xmlns:ns2="8a969d1d-647f-4e4c-97f9-a5143e71e435" xmlns:ns3="eb37a4e0-bf89-419d-8b31-963a97458fb1" targetNamespace="http://schemas.microsoft.com/office/2006/metadata/properties" ma:root="true" ma:fieldsID="42bedbc2e246c6b2e71d78ed3d4618fc" ns2:_="" ns3:_="">
    <xsd:import namespace="8a969d1d-647f-4e4c-97f9-a5143e71e435"/>
    <xsd:import namespace="eb37a4e0-bf89-419d-8b31-963a97458f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969d1d-647f-4e4c-97f9-a5143e71e4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26eeb5-9ee9-4397-9b3e-f1e80249f7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7a4e0-bf89-419d-8b31-963a97458fb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c47415d-69f8-47d4-a17a-a3b33913b4bf}" ma:internalName="TaxCatchAll" ma:showField="CatchAllData" ma:web="eb37a4e0-bf89-419d-8b31-963a97458f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969d1d-647f-4e4c-97f9-a5143e71e435">
      <Terms xmlns="http://schemas.microsoft.com/office/infopath/2007/PartnerControls"/>
    </lcf76f155ced4ddcb4097134ff3c332f>
    <TaxCatchAll xmlns="eb37a4e0-bf89-419d-8b31-963a97458fb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E18AF2-C1F0-4DCB-B624-E24984FCEF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969d1d-647f-4e4c-97f9-a5143e71e435"/>
    <ds:schemaRef ds:uri="eb37a4e0-bf89-419d-8b31-963a97458f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40E5F8-1399-4596-AA73-4BD79D26AFFD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eb37a4e0-bf89-419d-8b31-963a97458fb1"/>
    <ds:schemaRef ds:uri="http://purl.org/dc/elements/1.1/"/>
    <ds:schemaRef ds:uri="http://schemas.microsoft.com/office/2006/documentManagement/types"/>
    <ds:schemaRef ds:uri="8a969d1d-647f-4e4c-97f9-a5143e71e43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53B4D23-82FF-4812-9F4E-BB600331C63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b5a89e7-01bf-42ed-9da1-669d82eec17a}" enabled="0" method="" siteId="{2b5a89e7-01bf-42ed-9da1-669d82ee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OneAdvanced-Powerpoint-Template (1)</Template>
  <TotalTime>2265</TotalTime>
  <Words>289</Words>
  <Application>Microsoft Office PowerPoint</Application>
  <PresentationFormat>Geniş ekran</PresentationFormat>
  <Paragraphs>72</Paragraphs>
  <Slides>4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10" baseType="lpstr">
      <vt:lpstr>Arial</vt:lpstr>
      <vt:lpstr>Calibri</vt:lpstr>
      <vt:lpstr>Montserrat</vt:lpstr>
      <vt:lpstr>Montserrat SemiBold</vt:lpstr>
      <vt:lpstr>Open Sans</vt:lpstr>
      <vt:lpstr>Advanced Theme</vt:lpstr>
      <vt:lpstr>valclient: Value Business Case</vt:lpstr>
      <vt:lpstr>CURRENT VALUE RETURN SUMMARY </vt:lpstr>
      <vt:lpstr>EFFICIENCY SAVINGS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Board Pack template</dc:title>
  <dc:creator>Angela Dcruz</dc:creator>
  <cp:lastModifiedBy>Murat Özdemir</cp:lastModifiedBy>
  <cp:revision>18</cp:revision>
  <dcterms:created xsi:type="dcterms:W3CDTF">2024-07-05T15:05:35Z</dcterms:created>
  <dcterms:modified xsi:type="dcterms:W3CDTF">2024-10-03T10:17:47Z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0x010100FC2ADAF580B8A648AEA7FF4A5F3D65E6</vt:lpwstr>
  </property>
  <property fmtid="{D5CDD505-2E9C-101B-9397-08002B2CF9AE}" pid="3" name="MediaServiceImageTags">
    <vt:lpwstr/>
  </property>
</Properties>
</file>