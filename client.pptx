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9" r:id="rId5"/>
    <p:sldId id="457" r:id="rId6"/>
    <p:sldId id="458" r:id="rId7"/>
    <p:sldId id="463" r:id="rId8"/>
    <p:sldId id="464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3F13"/>
    <a:srgbClr val="FFFFFF"/>
    <a:srgbClr val="F0F0F5"/>
    <a:srgbClr val="FAFAFA"/>
    <a:srgbClr val="2525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063B6-3638-413C-A2E7-0C3C86FFC2A7}" v="4" dt="2024-09-19T08:43:08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a Dcruz" userId="fdeebe35-3a96-462e-adc5-475bea95f1c6" providerId="ADAL" clId="{6E1063B6-3638-413C-A2E7-0C3C86FFC2A7}"/>
    <pc:docChg chg="undo custSel addSld delSld modSld">
      <pc:chgData name="Angela Dcruz" userId="fdeebe35-3a96-462e-adc5-475bea95f1c6" providerId="ADAL" clId="{6E1063B6-3638-413C-A2E7-0C3C86FFC2A7}" dt="2024-09-19T08:49:05.557" v="99" actId="20577"/>
      <pc:docMkLst>
        <pc:docMk/>
      </pc:docMkLst>
      <pc:sldChg chg="addSp modSp mod">
        <pc:chgData name="Angela Dcruz" userId="fdeebe35-3a96-462e-adc5-475bea95f1c6" providerId="ADAL" clId="{6E1063B6-3638-413C-A2E7-0C3C86FFC2A7}" dt="2024-09-19T08:48:25.260" v="97" actId="14100"/>
        <pc:sldMkLst>
          <pc:docMk/>
          <pc:sldMk cId="3049836168" sldId="276"/>
        </pc:sldMkLst>
        <pc:spChg chg="add mod">
          <ac:chgData name="Angela Dcruz" userId="fdeebe35-3a96-462e-adc5-475bea95f1c6" providerId="ADAL" clId="{6E1063B6-3638-413C-A2E7-0C3C86FFC2A7}" dt="2024-09-19T08:48:25.260" v="97" actId="14100"/>
          <ac:spMkLst>
            <pc:docMk/>
            <pc:sldMk cId="3049836168" sldId="276"/>
            <ac:spMk id="7" creationId="{3582BB3E-BDED-0937-862C-B206BD0877B8}"/>
          </ac:spMkLst>
        </pc:spChg>
      </pc:sldChg>
      <pc:sldChg chg="modSp mod">
        <pc:chgData name="Angela Dcruz" userId="fdeebe35-3a96-462e-adc5-475bea95f1c6" providerId="ADAL" clId="{6E1063B6-3638-413C-A2E7-0C3C86FFC2A7}" dt="2024-09-17T15:59:49.119" v="29" actId="20577"/>
        <pc:sldMkLst>
          <pc:docMk/>
          <pc:sldMk cId="3808875569" sldId="289"/>
        </pc:sldMkLst>
        <pc:spChg chg="mod">
          <ac:chgData name="Angela Dcruz" userId="fdeebe35-3a96-462e-adc5-475bea95f1c6" providerId="ADAL" clId="{6E1063B6-3638-413C-A2E7-0C3C86FFC2A7}" dt="2024-09-17T15:59:49.119" v="29" actId="20577"/>
          <ac:spMkLst>
            <pc:docMk/>
            <pc:sldMk cId="3808875569" sldId="289"/>
            <ac:spMk id="5" creationId="{4BAC2211-2BF5-0F3E-134E-6D7CA1E5AA57}"/>
          </ac:spMkLst>
        </pc:spChg>
      </pc:sldChg>
      <pc:sldChg chg="del">
        <pc:chgData name="Angela Dcruz" userId="fdeebe35-3a96-462e-adc5-475bea95f1c6" providerId="ADAL" clId="{6E1063B6-3638-413C-A2E7-0C3C86FFC2A7}" dt="2024-09-17T15:56:07.806" v="2" actId="47"/>
        <pc:sldMkLst>
          <pc:docMk/>
          <pc:sldMk cId="2008217589" sldId="310"/>
        </pc:sldMkLst>
      </pc:sldChg>
      <pc:sldChg chg="del">
        <pc:chgData name="Angela Dcruz" userId="fdeebe35-3a96-462e-adc5-475bea95f1c6" providerId="ADAL" clId="{6E1063B6-3638-413C-A2E7-0C3C86FFC2A7}" dt="2024-09-17T15:56:07.266" v="1" actId="47"/>
        <pc:sldMkLst>
          <pc:docMk/>
          <pc:sldMk cId="2365803905" sldId="449"/>
        </pc:sldMkLst>
      </pc:sldChg>
      <pc:sldChg chg="del">
        <pc:chgData name="Angela Dcruz" userId="fdeebe35-3a96-462e-adc5-475bea95f1c6" providerId="ADAL" clId="{6E1063B6-3638-413C-A2E7-0C3C86FFC2A7}" dt="2024-09-17T15:56:05.405" v="0" actId="47"/>
        <pc:sldMkLst>
          <pc:docMk/>
          <pc:sldMk cId="4163913262" sldId="455"/>
        </pc:sldMkLst>
      </pc:sldChg>
      <pc:sldChg chg="modSp mod">
        <pc:chgData name="Angela Dcruz" userId="fdeebe35-3a96-462e-adc5-475bea95f1c6" providerId="ADAL" clId="{6E1063B6-3638-413C-A2E7-0C3C86FFC2A7}" dt="2024-09-19T08:49:05.557" v="99" actId="20577"/>
        <pc:sldMkLst>
          <pc:docMk/>
          <pc:sldMk cId="1503669744" sldId="457"/>
        </pc:sldMkLst>
        <pc:spChg chg="mod">
          <ac:chgData name="Angela Dcruz" userId="fdeebe35-3a96-462e-adc5-475bea95f1c6" providerId="ADAL" clId="{6E1063B6-3638-413C-A2E7-0C3C86FFC2A7}" dt="2024-09-17T15:57:08.826" v="18" actId="207"/>
          <ac:spMkLst>
            <pc:docMk/>
            <pc:sldMk cId="1503669744" sldId="457"/>
            <ac:spMk id="11" creationId="{CF4D6202-C07E-1976-8619-E66844709A39}"/>
          </ac:spMkLst>
        </pc:spChg>
        <pc:spChg chg="mod">
          <ac:chgData name="Angela Dcruz" userId="fdeebe35-3a96-462e-adc5-475bea95f1c6" providerId="ADAL" clId="{6E1063B6-3638-413C-A2E7-0C3C86FFC2A7}" dt="2024-09-17T15:56:57.307" v="14" actId="207"/>
          <ac:spMkLst>
            <pc:docMk/>
            <pc:sldMk cId="1503669744" sldId="457"/>
            <ac:spMk id="41" creationId="{579E8B31-C28B-B9F8-070D-943247388A6B}"/>
          </ac:spMkLst>
        </pc:spChg>
        <pc:spChg chg="mod">
          <ac:chgData name="Angela Dcruz" userId="fdeebe35-3a96-462e-adc5-475bea95f1c6" providerId="ADAL" clId="{6E1063B6-3638-413C-A2E7-0C3C86FFC2A7}" dt="2024-09-17T15:56:59.698" v="15" actId="207"/>
          <ac:spMkLst>
            <pc:docMk/>
            <pc:sldMk cId="1503669744" sldId="457"/>
            <ac:spMk id="45" creationId="{14F02441-381E-E675-0973-5995D3C09337}"/>
          </ac:spMkLst>
        </pc:spChg>
        <pc:spChg chg="mod">
          <ac:chgData name="Angela Dcruz" userId="fdeebe35-3a96-462e-adc5-475bea95f1c6" providerId="ADAL" clId="{6E1063B6-3638-413C-A2E7-0C3C86FFC2A7}" dt="2024-09-17T15:57:02.474" v="16" actId="207"/>
          <ac:spMkLst>
            <pc:docMk/>
            <pc:sldMk cId="1503669744" sldId="457"/>
            <ac:spMk id="49" creationId="{A97AE63F-0C53-AB7A-E6A8-5650E994B32B}"/>
          </ac:spMkLst>
        </pc:spChg>
        <pc:spChg chg="mod">
          <ac:chgData name="Angela Dcruz" userId="fdeebe35-3a96-462e-adc5-475bea95f1c6" providerId="ADAL" clId="{6E1063B6-3638-413C-A2E7-0C3C86FFC2A7}" dt="2024-09-17T15:57:05.177" v="17" actId="207"/>
          <ac:spMkLst>
            <pc:docMk/>
            <pc:sldMk cId="1503669744" sldId="457"/>
            <ac:spMk id="53" creationId="{A01973A7-1FA4-0C98-249C-23CD8984ED1A}"/>
          </ac:spMkLst>
        </pc:spChg>
        <pc:spChg chg="mod">
          <ac:chgData name="Angela Dcruz" userId="fdeebe35-3a96-462e-adc5-475bea95f1c6" providerId="ADAL" clId="{6E1063B6-3638-413C-A2E7-0C3C86FFC2A7}" dt="2024-09-19T08:49:05.557" v="99" actId="20577"/>
          <ac:spMkLst>
            <pc:docMk/>
            <pc:sldMk cId="1503669744" sldId="457"/>
            <ac:spMk id="63" creationId="{95C09C31-B441-840E-A767-4F86861E1F2E}"/>
          </ac:spMkLst>
        </pc:spChg>
      </pc:sldChg>
      <pc:sldChg chg="modSp mod">
        <pc:chgData name="Angela Dcruz" userId="fdeebe35-3a96-462e-adc5-475bea95f1c6" providerId="ADAL" clId="{6E1063B6-3638-413C-A2E7-0C3C86FFC2A7}" dt="2024-09-17T15:56:52.682" v="13" actId="207"/>
        <pc:sldMkLst>
          <pc:docMk/>
          <pc:sldMk cId="653904327" sldId="458"/>
        </pc:sldMkLst>
        <pc:spChg chg="mod">
          <ac:chgData name="Angela Dcruz" userId="fdeebe35-3a96-462e-adc5-475bea95f1c6" providerId="ADAL" clId="{6E1063B6-3638-413C-A2E7-0C3C86FFC2A7}" dt="2024-09-17T15:56:52.682" v="13" actId="207"/>
          <ac:spMkLst>
            <pc:docMk/>
            <pc:sldMk cId="653904327" sldId="458"/>
            <ac:spMk id="11" creationId="{CF4D6202-C07E-1976-8619-E66844709A39}"/>
          </ac:spMkLst>
        </pc:spChg>
        <pc:spChg chg="mod">
          <ac:chgData name="Angela Dcruz" userId="fdeebe35-3a96-462e-adc5-475bea95f1c6" providerId="ADAL" clId="{6E1063B6-3638-413C-A2E7-0C3C86FFC2A7}" dt="2024-09-17T15:56:40.699" v="9" actId="207"/>
          <ac:spMkLst>
            <pc:docMk/>
            <pc:sldMk cId="653904327" sldId="458"/>
            <ac:spMk id="41" creationId="{579E8B31-C28B-B9F8-070D-943247388A6B}"/>
          </ac:spMkLst>
        </pc:spChg>
        <pc:spChg chg="mod">
          <ac:chgData name="Angela Dcruz" userId="fdeebe35-3a96-462e-adc5-475bea95f1c6" providerId="ADAL" clId="{6E1063B6-3638-413C-A2E7-0C3C86FFC2A7}" dt="2024-09-17T15:56:43.201" v="10" actId="207"/>
          <ac:spMkLst>
            <pc:docMk/>
            <pc:sldMk cId="653904327" sldId="458"/>
            <ac:spMk id="45" creationId="{14F02441-381E-E675-0973-5995D3C09337}"/>
          </ac:spMkLst>
        </pc:spChg>
        <pc:spChg chg="mod">
          <ac:chgData name="Angela Dcruz" userId="fdeebe35-3a96-462e-adc5-475bea95f1c6" providerId="ADAL" clId="{6E1063B6-3638-413C-A2E7-0C3C86FFC2A7}" dt="2024-09-17T15:56:45.666" v="11" actId="207"/>
          <ac:spMkLst>
            <pc:docMk/>
            <pc:sldMk cId="653904327" sldId="458"/>
            <ac:spMk id="49" creationId="{A97AE63F-0C53-AB7A-E6A8-5650E994B32B}"/>
          </ac:spMkLst>
        </pc:spChg>
        <pc:spChg chg="mod">
          <ac:chgData name="Angela Dcruz" userId="fdeebe35-3a96-462e-adc5-475bea95f1c6" providerId="ADAL" clId="{6E1063B6-3638-413C-A2E7-0C3C86FFC2A7}" dt="2024-09-17T15:56:49.643" v="12" actId="207"/>
          <ac:spMkLst>
            <pc:docMk/>
            <pc:sldMk cId="653904327" sldId="458"/>
            <ac:spMk id="53" creationId="{A01973A7-1FA4-0C98-249C-23CD8984ED1A}"/>
          </ac:spMkLst>
        </pc:spChg>
      </pc:sldChg>
      <pc:sldChg chg="delSp del mod">
        <pc:chgData name="Angela Dcruz" userId="fdeebe35-3a96-462e-adc5-475bea95f1c6" providerId="ADAL" clId="{6E1063B6-3638-413C-A2E7-0C3C86FFC2A7}" dt="2024-09-17T15:56:19.751" v="4" actId="47"/>
        <pc:sldMkLst>
          <pc:docMk/>
          <pc:sldMk cId="4070780101" sldId="461"/>
        </pc:sldMkLst>
        <pc:spChg chg="del">
          <ac:chgData name="Angela Dcruz" userId="fdeebe35-3a96-462e-adc5-475bea95f1c6" providerId="ADAL" clId="{6E1063B6-3638-413C-A2E7-0C3C86FFC2A7}" dt="2024-09-17T15:56:15.937" v="3" actId="21"/>
          <ac:spMkLst>
            <pc:docMk/>
            <pc:sldMk cId="4070780101" sldId="461"/>
            <ac:spMk id="7" creationId="{3582BB3E-BDED-0937-862C-B206BD0877B8}"/>
          </ac:spMkLst>
        </pc:spChg>
      </pc:sldChg>
      <pc:sldChg chg="modSp add mod">
        <pc:chgData name="Angela Dcruz" userId="fdeebe35-3a96-462e-adc5-475bea95f1c6" providerId="ADAL" clId="{6E1063B6-3638-413C-A2E7-0C3C86FFC2A7}" dt="2024-09-19T08:41:21.021" v="57" actId="1076"/>
        <pc:sldMkLst>
          <pc:docMk/>
          <pc:sldMk cId="657890998" sldId="463"/>
        </pc:sldMkLst>
        <pc:spChg chg="mod">
          <ac:chgData name="Angela Dcruz" userId="fdeebe35-3a96-462e-adc5-475bea95f1c6" providerId="ADAL" clId="{6E1063B6-3638-413C-A2E7-0C3C86FFC2A7}" dt="2024-09-19T08:40:39.769" v="36" actId="20577"/>
          <ac:spMkLst>
            <pc:docMk/>
            <pc:sldMk cId="657890998" sldId="463"/>
            <ac:spMk id="3" creationId="{982CBA69-C11A-8CE4-B582-EF16D83B80A8}"/>
          </ac:spMkLst>
        </pc:spChg>
        <pc:spChg chg="mod">
          <ac:chgData name="Angela Dcruz" userId="fdeebe35-3a96-462e-adc5-475bea95f1c6" providerId="ADAL" clId="{6E1063B6-3638-413C-A2E7-0C3C86FFC2A7}" dt="2024-09-19T08:41:21.021" v="57" actId="1076"/>
          <ac:spMkLst>
            <pc:docMk/>
            <pc:sldMk cId="657890998" sldId="463"/>
            <ac:spMk id="21" creationId="{1D4A49C2-3019-79BA-5D32-77B433BE5F22}"/>
          </ac:spMkLst>
        </pc:spChg>
        <pc:spChg chg="mod">
          <ac:chgData name="Angela Dcruz" userId="fdeebe35-3a96-462e-adc5-475bea95f1c6" providerId="ADAL" clId="{6E1063B6-3638-413C-A2E7-0C3C86FFC2A7}" dt="2024-09-19T08:41:16.141" v="56" actId="1076"/>
          <ac:spMkLst>
            <pc:docMk/>
            <pc:sldMk cId="657890998" sldId="463"/>
            <ac:spMk id="22" creationId="{3288951C-C3BA-1397-36A8-DA901F93F551}"/>
          </ac:spMkLst>
        </pc:spChg>
        <pc:picChg chg="mod">
          <ac:chgData name="Angela Dcruz" userId="fdeebe35-3a96-462e-adc5-475bea95f1c6" providerId="ADAL" clId="{6E1063B6-3638-413C-A2E7-0C3C86FFC2A7}" dt="2024-09-19T08:41:16.141" v="56" actId="1076"/>
          <ac:picMkLst>
            <pc:docMk/>
            <pc:sldMk cId="657890998" sldId="463"/>
            <ac:picMk id="20" creationId="{5C116F38-BA4B-99B1-0D19-AEBC4D996F93}"/>
          </ac:picMkLst>
        </pc:picChg>
      </pc:sldChg>
      <pc:sldChg chg="addSp delSp modSp add mod">
        <pc:chgData name="Angela Dcruz" userId="fdeebe35-3a96-462e-adc5-475bea95f1c6" providerId="ADAL" clId="{6E1063B6-3638-413C-A2E7-0C3C86FFC2A7}" dt="2024-09-19T08:45:02.181" v="94" actId="1076"/>
        <pc:sldMkLst>
          <pc:docMk/>
          <pc:sldMk cId="4177962054" sldId="464"/>
        </pc:sldMkLst>
        <pc:spChg chg="mod">
          <ac:chgData name="Angela Dcruz" userId="fdeebe35-3a96-462e-adc5-475bea95f1c6" providerId="ADAL" clId="{6E1063B6-3638-413C-A2E7-0C3C86FFC2A7}" dt="2024-09-19T08:42:01.610" v="64" actId="20577"/>
          <ac:spMkLst>
            <pc:docMk/>
            <pc:sldMk cId="4177962054" sldId="464"/>
            <ac:spMk id="3" creationId="{982CBA69-C11A-8CE4-B582-EF16D83B80A8}"/>
          </ac:spMkLst>
        </pc:spChg>
        <pc:spChg chg="del mod">
          <ac:chgData name="Angela Dcruz" userId="fdeebe35-3a96-462e-adc5-475bea95f1c6" providerId="ADAL" clId="{6E1063B6-3638-413C-A2E7-0C3C86FFC2A7}" dt="2024-09-19T08:42:17.920" v="66" actId="478"/>
          <ac:spMkLst>
            <pc:docMk/>
            <pc:sldMk cId="4177962054" sldId="464"/>
            <ac:spMk id="11" creationId="{E11A7449-0F94-58D4-D1A8-AABE95370FFD}"/>
          </ac:spMkLst>
        </pc:spChg>
        <pc:picChg chg="mod modCrop">
          <ac:chgData name="Angela Dcruz" userId="fdeebe35-3a96-462e-adc5-475bea95f1c6" providerId="ADAL" clId="{6E1063B6-3638-413C-A2E7-0C3C86FFC2A7}" dt="2024-09-19T08:43:06.022" v="73" actId="732"/>
          <ac:picMkLst>
            <pc:docMk/>
            <pc:sldMk cId="4177962054" sldId="464"/>
            <ac:picMk id="4" creationId="{996DDD0C-2A54-FEFB-1AAD-34C967A02D9E}"/>
          </ac:picMkLst>
        </pc:picChg>
        <pc:picChg chg="add mod modCrop">
          <ac:chgData name="Angela Dcruz" userId="fdeebe35-3a96-462e-adc5-475bea95f1c6" providerId="ADAL" clId="{6E1063B6-3638-413C-A2E7-0C3C86FFC2A7}" dt="2024-09-19T08:45:02.181" v="94" actId="1076"/>
          <ac:picMkLst>
            <pc:docMk/>
            <pc:sldMk cId="4177962054" sldId="464"/>
            <ac:picMk id="5" creationId="{A02F486B-0AEA-9989-BB70-EE305320808B}"/>
          </ac:picMkLst>
        </pc:picChg>
        <pc:picChg chg="add mod modCrop">
          <ac:chgData name="Angela Dcruz" userId="fdeebe35-3a96-462e-adc5-475bea95f1c6" providerId="ADAL" clId="{6E1063B6-3638-413C-A2E7-0C3C86FFC2A7}" dt="2024-09-19T08:43:20.266" v="76" actId="18131"/>
          <ac:picMkLst>
            <pc:docMk/>
            <pc:sldMk cId="4177962054" sldId="464"/>
            <ac:picMk id="6" creationId="{32551F36-6B7D-3D40-3427-6DFBF67ADA1F}"/>
          </ac:picMkLst>
        </pc:picChg>
      </pc:sldChg>
      <pc:sldMasterChg chg="delSldLayout">
        <pc:chgData name="Angela Dcruz" userId="fdeebe35-3a96-462e-adc5-475bea95f1c6" providerId="ADAL" clId="{6E1063B6-3638-413C-A2E7-0C3C86FFC2A7}" dt="2024-09-17T15:56:19.751" v="4" actId="47"/>
        <pc:sldMasterMkLst>
          <pc:docMk/>
          <pc:sldMasterMk cId="1123278588" sldId="2147483648"/>
        </pc:sldMasterMkLst>
        <pc:sldLayoutChg chg="del">
          <pc:chgData name="Angela Dcruz" userId="fdeebe35-3a96-462e-adc5-475bea95f1c6" providerId="ADAL" clId="{6E1063B6-3638-413C-A2E7-0C3C86FFC2A7}" dt="2024-09-17T15:56:07.266" v="1" actId="47"/>
          <pc:sldLayoutMkLst>
            <pc:docMk/>
            <pc:sldMasterMk cId="1123278588" sldId="2147483648"/>
            <pc:sldLayoutMk cId="4069482378" sldId="2147483744"/>
          </pc:sldLayoutMkLst>
        </pc:sldLayoutChg>
        <pc:sldLayoutChg chg="del">
          <pc:chgData name="Angela Dcruz" userId="fdeebe35-3a96-462e-adc5-475bea95f1c6" providerId="ADAL" clId="{6E1063B6-3638-413C-A2E7-0C3C86FFC2A7}" dt="2024-09-17T15:56:19.751" v="4" actId="47"/>
          <pc:sldLayoutMkLst>
            <pc:docMk/>
            <pc:sldMasterMk cId="1123278588" sldId="2147483648"/>
            <pc:sldLayoutMk cId="3033626298" sldId="214748374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dvcomp.sharepoint.com/sites/Value-Creation/Shared%20Documents/Financials/Value%20Calculator_Financials%20LIVE%20v9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689408780942777E-3"/>
          <c:y val="2.5380776597463277E-2"/>
          <c:w val="0.95696642869157533"/>
          <c:h val="0.97018207276612956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3E5-4CE5-934C-05BFFEA9A6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3E5-4CE5-934C-05BFFEA9A63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3E5-4CE5-934C-05BFFEA9A63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3E5-4CE5-934C-05BFFEA9A63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3E5-4CE5-934C-05BFFEA9A632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3E5-4CE5-934C-05BFFEA9A632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3E5-4CE5-934C-05BFFEA9A632}"/>
              </c:ext>
            </c:extLst>
          </c:dPt>
          <c:dPt>
            <c:idx val="7"/>
            <c:bubble3D val="0"/>
            <c:spPr>
              <a:solidFill>
                <a:schemeClr val="accent6">
                  <a:lumMod val="25000"/>
                  <a:lumOff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3E5-4CE5-934C-05BFFEA9A632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3E5-4CE5-934C-05BFFEA9A632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3E5-4CE5-934C-05BFFEA9A6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'[Value Calculator_Financials LIVE v9.xlsm]Value Analysis'!$C$46:$C$54</c:f>
              <c:strCache>
                <c:ptCount val="9"/>
                <c:pt idx="0">
                  <c:v>Raising Purchase Orders</c:v>
                </c:pt>
                <c:pt idx="1">
                  <c:v>Purchase Order approvals</c:v>
                </c:pt>
                <c:pt idx="2">
                  <c:v>Coding invoice processes</c:v>
                </c:pt>
                <c:pt idx="3">
                  <c:v>Management of supplier and purchase invoices</c:v>
                </c:pt>
                <c:pt idx="4">
                  <c:v>Managing Spend leakage </c:v>
                </c:pt>
                <c:pt idx="5">
                  <c:v>Finance query management &amp; reporting</c:v>
                </c:pt>
                <c:pt idx="6">
                  <c:v>Debt collection administration processes</c:v>
                </c:pt>
                <c:pt idx="7">
                  <c:v>Customer Invoicing &amp; Finance Workflow</c:v>
                </c:pt>
                <c:pt idx="8">
                  <c:v>Online expense management</c:v>
                </c:pt>
              </c:strCache>
            </c:strRef>
          </c:cat>
          <c:val>
            <c:numRef>
              <c:f>'[Value Calculator_Financials LIVE v9.xlsm]Value Analysis'!$L$45:$L$54</c:f>
              <c:numCache>
                <c:formatCode>"£"#,##0</c:formatCode>
                <c:ptCount val="10"/>
                <c:pt idx="0">
                  <c:v>58750</c:v>
                </c:pt>
                <c:pt idx="1">
                  <c:v>1023555.5555555555</c:v>
                </c:pt>
                <c:pt idx="2">
                  <c:v>767666.66666666663</c:v>
                </c:pt>
                <c:pt idx="3">
                  <c:v>266550.92592592596</c:v>
                </c:pt>
                <c:pt idx="4">
                  <c:v>246293.05555555553</c:v>
                </c:pt>
                <c:pt idx="5">
                  <c:v>16156.25</c:v>
                </c:pt>
                <c:pt idx="6">
                  <c:v>226205.77777777778</c:v>
                </c:pt>
                <c:pt idx="7">
                  <c:v>189153.06666666668</c:v>
                </c:pt>
                <c:pt idx="8">
                  <c:v>13306.222222222221</c:v>
                </c:pt>
                <c:pt idx="9">
                  <c:v>388219.99999999988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3E5-4CE5-934C-05BFFEA9A63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995B-D5C5-E9F3-74E1-867BB85FAC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75A38-0062-6C38-0B8A-6561F09F2D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E6207-6821-4DAB-B818-E4F4F6AB12F5}" type="datetimeFigureOut">
              <a:rPr lang="en-GB" smtClean="0"/>
              <a:t>01/10/2024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6C68E-BDFC-0BFF-7F14-6B953611F6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FAFE3-268E-270F-8A32-C160C9648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E5AB6-E7A7-49F2-B3EF-8EA64FA4A4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7520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36EE0-4F6D-274D-8902-95CDFEF84C8C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F5981-AC5E-AE4D-852B-DAB06874D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9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F5981-AC5E-AE4D-852B-DAB06874D7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29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F5981-AC5E-AE4D-852B-DAB06874D7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94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F5981-AC5E-AE4D-852B-DAB06874D7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65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F5981-AC5E-AE4D-852B-DAB06874D7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8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hyperlink" Target="mailto:hello@oneadvanced.com" TargetMode="External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4.sv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14551C-8DA6-7975-4AC8-8A180A4C6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3794264"/>
            <a:ext cx="5292725" cy="623624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74C2F-C574-4EA9-44E0-B379B0083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695325" y="1287508"/>
            <a:ext cx="5292724" cy="225116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4E7-498F-66AF-F2DA-D2DEE88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377" y="6356350"/>
            <a:ext cx="1124423" cy="365125"/>
          </a:xfrm>
        </p:spPr>
        <p:txBody>
          <a:bodyPr/>
          <a:lstStyle>
            <a:lvl1pPr>
              <a:defRPr lang="en-GB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98FAEBFC-AF3F-6E47-9766-48C2D7B36252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2EE1-3EC5-BFE6-C357-F5252CFA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0"/>
            <a:ext cx="4114800" cy="365125"/>
          </a:xfrm>
        </p:spPr>
        <p:txBody>
          <a:bodyPr/>
          <a:lstStyle>
            <a:lvl1pPr>
              <a:defRPr lang="en-US" sz="12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F6F8-891C-1521-D183-6AB83FE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 i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3531A8E9-B4CF-5643-AF96-CB4C768DAD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A657EF-F445-0102-2BA7-44A9F51D8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8051" y="730390"/>
            <a:ext cx="2197544" cy="27469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B90FE5-9B10-DE0E-C798-6B53CC1B51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4912911"/>
            <a:ext cx="5292723" cy="36512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1100" b="1" kern="1200" dirty="0">
                <a:solidFill>
                  <a:schemeClr val="tx2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6B070-9C5D-0E7C-E2ED-3FE385C377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730389"/>
            <a:ext cx="5668391" cy="5398949"/>
          </a:xfrm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975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CACB3E2-F3D6-FBFE-9D4D-122785B60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1528700"/>
            <a:ext cx="5292724" cy="225116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ADAE5C-AB56-334E-55D5-580A0F311684}"/>
              </a:ext>
            </a:extLst>
          </p:cNvPr>
          <p:cNvGrpSpPr/>
          <p:nvPr userDrawn="1"/>
        </p:nvGrpSpPr>
        <p:grpSpPr>
          <a:xfrm>
            <a:off x="6478742" y="11724"/>
            <a:ext cx="5092742" cy="3234091"/>
            <a:chOff x="6478742" y="11724"/>
            <a:chExt cx="5092742" cy="323409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419A74-C617-E2EF-D709-898E5041469E}"/>
                </a:ext>
              </a:extLst>
            </p:cNvPr>
            <p:cNvSpPr/>
            <p:nvPr/>
          </p:nvSpPr>
          <p:spPr>
            <a:xfrm rot="21242962">
              <a:off x="6478742" y="11724"/>
              <a:ext cx="3084269" cy="2201375"/>
            </a:xfrm>
            <a:custGeom>
              <a:avLst/>
              <a:gdLst>
                <a:gd name="connsiteX0" fmla="*/ 1712414 w 3084269"/>
                <a:gd name="connsiteY0" fmla="*/ 0 h 2201375"/>
                <a:gd name="connsiteX1" fmla="*/ 3084269 w 3084269"/>
                <a:gd name="connsiteY1" fmla="*/ 142993 h 2201375"/>
                <a:gd name="connsiteX2" fmla="*/ 3068835 w 3084269"/>
                <a:gd name="connsiteY2" fmla="*/ 150278 h 2201375"/>
                <a:gd name="connsiteX3" fmla="*/ 1339326 w 3084269"/>
                <a:gd name="connsiteY3" fmla="*/ 1231203 h 2201375"/>
                <a:gd name="connsiteX4" fmla="*/ 410602 w 3084269"/>
                <a:gd name="connsiteY4" fmla="*/ 2201375 h 2201375"/>
                <a:gd name="connsiteX5" fmla="*/ 89947 w 3084269"/>
                <a:gd name="connsiteY5" fmla="*/ 2011654 h 2201375"/>
                <a:gd name="connsiteX6" fmla="*/ 29617 w 3084269"/>
                <a:gd name="connsiteY6" fmla="*/ 1917289 h 2201375"/>
                <a:gd name="connsiteX7" fmla="*/ 692504 w 3084269"/>
                <a:gd name="connsiteY7" fmla="*/ 797542 h 2201375"/>
                <a:gd name="connsiteX8" fmla="*/ 1697317 w 3084269"/>
                <a:gd name="connsiteY8" fmla="*/ 9339 h 220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269" h="2201375">
                  <a:moveTo>
                    <a:pt x="1712414" y="0"/>
                  </a:moveTo>
                  <a:lnTo>
                    <a:pt x="3084269" y="142993"/>
                  </a:lnTo>
                  <a:lnTo>
                    <a:pt x="3068835" y="150278"/>
                  </a:lnTo>
                  <a:cubicBezTo>
                    <a:pt x="2458563" y="450626"/>
                    <a:pt x="1870771" y="804095"/>
                    <a:pt x="1339326" y="1231203"/>
                  </a:cubicBezTo>
                  <a:cubicBezTo>
                    <a:pt x="1088128" y="1432698"/>
                    <a:pt x="609506" y="1805227"/>
                    <a:pt x="410602" y="2201375"/>
                  </a:cubicBezTo>
                  <a:cubicBezTo>
                    <a:pt x="281485" y="2163160"/>
                    <a:pt x="169456" y="2103371"/>
                    <a:pt x="89947" y="2011654"/>
                  </a:cubicBezTo>
                  <a:cubicBezTo>
                    <a:pt x="63833" y="1981432"/>
                    <a:pt x="43876" y="1949857"/>
                    <a:pt x="29617" y="1917289"/>
                  </a:cubicBezTo>
                  <a:cubicBezTo>
                    <a:pt x="-140683" y="1531380"/>
                    <a:pt x="469312" y="999237"/>
                    <a:pt x="692504" y="797542"/>
                  </a:cubicBezTo>
                  <a:cubicBezTo>
                    <a:pt x="1058981" y="467100"/>
                    <a:pt x="1376979" y="217868"/>
                    <a:pt x="1697317" y="933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1C47ADB-F7DB-9310-CF82-78A759ED12C3}"/>
                </a:ext>
              </a:extLst>
            </p:cNvPr>
            <p:cNvSpPr/>
            <p:nvPr/>
          </p:nvSpPr>
          <p:spPr>
            <a:xfrm rot="21242962">
              <a:off x="6648918" y="1802814"/>
              <a:ext cx="4922566" cy="1443001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4E7-498F-66AF-F2DA-D2DEE88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377" y="6356350"/>
            <a:ext cx="1124423" cy="365125"/>
          </a:xfrm>
        </p:spPr>
        <p:txBody>
          <a:bodyPr/>
          <a:lstStyle>
            <a:lvl1pPr>
              <a:defRPr lang="en-GB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98FAEBFC-AF3F-6E47-9766-48C2D7B36252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2EE1-3EC5-BFE6-C357-F5252CFA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0"/>
            <a:ext cx="4114800" cy="365125"/>
          </a:xfrm>
        </p:spPr>
        <p:txBody>
          <a:bodyPr/>
          <a:lstStyle>
            <a:lvl1pPr>
              <a:defRPr lang="en-US" sz="12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F6F8-891C-1521-D183-6AB83FE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 i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3531A8E9-B4CF-5643-AF96-CB4C768DAD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E279612-A00D-9DA6-F257-9A62F420A7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989150"/>
            <a:ext cx="5292725" cy="623624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 </a:t>
            </a:r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157F8B76-BD18-D930-D55C-B6A1B10E82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4912911"/>
            <a:ext cx="5292723" cy="36512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1100" b="1" kern="1200" dirty="0">
                <a:solidFill>
                  <a:schemeClr val="tx2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5412991-0C78-34EB-A601-7A8E3F7EE776}"/>
              </a:ext>
            </a:extLst>
          </p:cNvPr>
          <p:cNvSpPr/>
          <p:nvPr userDrawn="1"/>
        </p:nvSpPr>
        <p:spPr>
          <a:xfrm rot="21242962">
            <a:off x="7869369" y="2520796"/>
            <a:ext cx="4256009" cy="4337952"/>
          </a:xfrm>
          <a:custGeom>
            <a:avLst/>
            <a:gdLst>
              <a:gd name="connsiteX0" fmla="*/ 3868539 w 4256009"/>
              <a:gd name="connsiteY0" fmla="*/ 0 h 4337952"/>
              <a:gd name="connsiteX1" fmla="*/ 4201006 w 4256009"/>
              <a:gd name="connsiteY1" fmla="*/ 923585 h 4337952"/>
              <a:gd name="connsiteX2" fmla="*/ 4197837 w 4256009"/>
              <a:gd name="connsiteY2" fmla="*/ 924928 h 4337952"/>
              <a:gd name="connsiteX3" fmla="*/ 3252373 w 4256009"/>
              <a:gd name="connsiteY3" fmla="*/ 3222792 h 4337952"/>
              <a:gd name="connsiteX4" fmla="*/ 2112265 w 4256009"/>
              <a:gd name="connsiteY4" fmla="*/ 4270280 h 4337952"/>
              <a:gd name="connsiteX5" fmla="*/ 2022491 w 4256009"/>
              <a:gd name="connsiteY5" fmla="*/ 4337952 h 4337952"/>
              <a:gd name="connsiteX6" fmla="*/ 0 w 4256009"/>
              <a:gd name="connsiteY6" fmla="*/ 4127141 h 4337952"/>
              <a:gd name="connsiteX7" fmla="*/ 238118 w 4256009"/>
              <a:gd name="connsiteY7" fmla="*/ 3995550 h 4337952"/>
              <a:gd name="connsiteX8" fmla="*/ 2502315 w 4256009"/>
              <a:gd name="connsiteY8" fmla="*/ 2401453 h 4337952"/>
              <a:gd name="connsiteX9" fmla="*/ 3842007 w 4256009"/>
              <a:gd name="connsiteY9" fmla="*/ 512614 h 4337952"/>
              <a:gd name="connsiteX10" fmla="*/ 3868539 w 4256009"/>
              <a:gd name="connsiteY10" fmla="*/ 0 h 433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56009" h="4337952">
                <a:moveTo>
                  <a:pt x="3868539" y="0"/>
                </a:moveTo>
                <a:lnTo>
                  <a:pt x="4201006" y="923585"/>
                </a:lnTo>
                <a:lnTo>
                  <a:pt x="4197837" y="924928"/>
                </a:lnTo>
                <a:cubicBezTo>
                  <a:pt x="4469769" y="1628233"/>
                  <a:pt x="3726170" y="2693196"/>
                  <a:pt x="3252373" y="3222792"/>
                </a:cubicBezTo>
                <a:cubicBezTo>
                  <a:pt x="2922101" y="3589121"/>
                  <a:pt x="2535116" y="3939896"/>
                  <a:pt x="2112265" y="4270280"/>
                </a:cubicBezTo>
                <a:lnTo>
                  <a:pt x="2022491" y="4337952"/>
                </a:lnTo>
                <a:lnTo>
                  <a:pt x="0" y="4127141"/>
                </a:lnTo>
                <a:lnTo>
                  <a:pt x="238118" y="3995550"/>
                </a:lnTo>
                <a:cubicBezTo>
                  <a:pt x="1034127" y="3545690"/>
                  <a:pt x="1877646" y="3003452"/>
                  <a:pt x="2502315" y="2401453"/>
                </a:cubicBezTo>
                <a:cubicBezTo>
                  <a:pt x="3161978" y="1765733"/>
                  <a:pt x="3685865" y="1079007"/>
                  <a:pt x="3842007" y="512614"/>
                </a:cubicBezTo>
                <a:cubicBezTo>
                  <a:pt x="3893406" y="326720"/>
                  <a:pt x="3904917" y="153979"/>
                  <a:pt x="386853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99000">
                <a:schemeClr val="accent1"/>
              </a:gs>
            </a:gsLst>
            <a:lin ang="18900000" scaled="1"/>
            <a:tileRect/>
          </a:gradFill>
          <a:ln w="760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6E4DEAF-BC4A-5DD9-036E-624FD7C4D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59600" y="1287463"/>
            <a:ext cx="4264025" cy="4273550"/>
          </a:xfrm>
          <a:custGeom>
            <a:avLst/>
            <a:gdLst>
              <a:gd name="connsiteX0" fmla="*/ 328842 w 4264025"/>
              <a:gd name="connsiteY0" fmla="*/ 0 h 4273550"/>
              <a:gd name="connsiteX1" fmla="*/ 3935183 w 4264025"/>
              <a:gd name="connsiteY1" fmla="*/ 0 h 4273550"/>
              <a:gd name="connsiteX2" fmla="*/ 4264025 w 4264025"/>
              <a:gd name="connsiteY2" fmla="*/ 328842 h 4273550"/>
              <a:gd name="connsiteX3" fmla="*/ 4264025 w 4264025"/>
              <a:gd name="connsiteY3" fmla="*/ 2397987 h 4273550"/>
              <a:gd name="connsiteX4" fmla="*/ 4187602 w 4264025"/>
              <a:gd name="connsiteY4" fmla="*/ 2540521 h 4273550"/>
              <a:gd name="connsiteX5" fmla="*/ 3434167 w 4264025"/>
              <a:gd name="connsiteY5" fmla="*/ 3594728 h 4273550"/>
              <a:gd name="connsiteX6" fmla="*/ 2977109 w 4264025"/>
              <a:gd name="connsiteY6" fmla="*/ 4084536 h 4273550"/>
              <a:gd name="connsiteX7" fmla="*/ 2776680 w 4264025"/>
              <a:gd name="connsiteY7" fmla="*/ 4273550 h 4273550"/>
              <a:gd name="connsiteX8" fmla="*/ 328842 w 4264025"/>
              <a:gd name="connsiteY8" fmla="*/ 4273550 h 4273550"/>
              <a:gd name="connsiteX9" fmla="*/ 0 w 4264025"/>
              <a:gd name="connsiteY9" fmla="*/ 3944708 h 4273550"/>
              <a:gd name="connsiteX10" fmla="*/ 0 w 4264025"/>
              <a:gd name="connsiteY10" fmla="*/ 328842 h 4273550"/>
              <a:gd name="connsiteX11" fmla="*/ 328842 w 4264025"/>
              <a:gd name="connsiteY11" fmla="*/ 0 h 427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64025" h="4273550">
                <a:moveTo>
                  <a:pt x="328842" y="0"/>
                </a:moveTo>
                <a:lnTo>
                  <a:pt x="3935183" y="0"/>
                </a:lnTo>
                <a:cubicBezTo>
                  <a:pt x="4116797" y="0"/>
                  <a:pt x="4264025" y="147228"/>
                  <a:pt x="4264025" y="328842"/>
                </a:cubicBezTo>
                <a:lnTo>
                  <a:pt x="4264025" y="2397987"/>
                </a:lnTo>
                <a:lnTo>
                  <a:pt x="4187602" y="2540521"/>
                </a:lnTo>
                <a:cubicBezTo>
                  <a:pt x="3989287" y="2884882"/>
                  <a:pt x="3729269" y="3244387"/>
                  <a:pt x="3434167" y="3594728"/>
                </a:cubicBezTo>
                <a:cubicBezTo>
                  <a:pt x="3294444" y="3760607"/>
                  <a:pt x="3140729" y="3924189"/>
                  <a:pt x="2977109" y="4084536"/>
                </a:cubicBezTo>
                <a:lnTo>
                  <a:pt x="2776680" y="4273550"/>
                </a:lnTo>
                <a:lnTo>
                  <a:pt x="328842" y="4273550"/>
                </a:lnTo>
                <a:cubicBezTo>
                  <a:pt x="147228" y="4273550"/>
                  <a:pt x="0" y="4126322"/>
                  <a:pt x="0" y="3944708"/>
                </a:cubicBezTo>
                <a:lnTo>
                  <a:pt x="0" y="328842"/>
                </a:lnTo>
                <a:cubicBezTo>
                  <a:pt x="0" y="147228"/>
                  <a:pt x="147228" y="0"/>
                  <a:pt x="328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F632325-B368-E7E6-040E-5422C4DE6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8051" y="730390"/>
            <a:ext cx="2197544" cy="2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0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ADAE5C-AB56-334E-55D5-580A0F311684}"/>
              </a:ext>
            </a:extLst>
          </p:cNvPr>
          <p:cNvGrpSpPr/>
          <p:nvPr userDrawn="1"/>
        </p:nvGrpSpPr>
        <p:grpSpPr>
          <a:xfrm>
            <a:off x="6478742" y="11724"/>
            <a:ext cx="5092742" cy="3234091"/>
            <a:chOff x="6478742" y="11724"/>
            <a:chExt cx="5092742" cy="323409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419A74-C617-E2EF-D709-898E5041469E}"/>
                </a:ext>
              </a:extLst>
            </p:cNvPr>
            <p:cNvSpPr/>
            <p:nvPr/>
          </p:nvSpPr>
          <p:spPr>
            <a:xfrm rot="21242962">
              <a:off x="6478742" y="11724"/>
              <a:ext cx="3084269" cy="2201375"/>
            </a:xfrm>
            <a:custGeom>
              <a:avLst/>
              <a:gdLst>
                <a:gd name="connsiteX0" fmla="*/ 1712414 w 3084269"/>
                <a:gd name="connsiteY0" fmla="*/ 0 h 2201375"/>
                <a:gd name="connsiteX1" fmla="*/ 3084269 w 3084269"/>
                <a:gd name="connsiteY1" fmla="*/ 142993 h 2201375"/>
                <a:gd name="connsiteX2" fmla="*/ 3068835 w 3084269"/>
                <a:gd name="connsiteY2" fmla="*/ 150278 h 2201375"/>
                <a:gd name="connsiteX3" fmla="*/ 1339326 w 3084269"/>
                <a:gd name="connsiteY3" fmla="*/ 1231203 h 2201375"/>
                <a:gd name="connsiteX4" fmla="*/ 410602 w 3084269"/>
                <a:gd name="connsiteY4" fmla="*/ 2201375 h 2201375"/>
                <a:gd name="connsiteX5" fmla="*/ 89947 w 3084269"/>
                <a:gd name="connsiteY5" fmla="*/ 2011654 h 2201375"/>
                <a:gd name="connsiteX6" fmla="*/ 29617 w 3084269"/>
                <a:gd name="connsiteY6" fmla="*/ 1917289 h 2201375"/>
                <a:gd name="connsiteX7" fmla="*/ 692504 w 3084269"/>
                <a:gd name="connsiteY7" fmla="*/ 797542 h 2201375"/>
                <a:gd name="connsiteX8" fmla="*/ 1697317 w 3084269"/>
                <a:gd name="connsiteY8" fmla="*/ 9339 h 220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269" h="2201375">
                  <a:moveTo>
                    <a:pt x="1712414" y="0"/>
                  </a:moveTo>
                  <a:lnTo>
                    <a:pt x="3084269" y="142993"/>
                  </a:lnTo>
                  <a:lnTo>
                    <a:pt x="3068835" y="150278"/>
                  </a:lnTo>
                  <a:cubicBezTo>
                    <a:pt x="2458563" y="450626"/>
                    <a:pt x="1870771" y="804095"/>
                    <a:pt x="1339326" y="1231203"/>
                  </a:cubicBezTo>
                  <a:cubicBezTo>
                    <a:pt x="1088128" y="1432698"/>
                    <a:pt x="609506" y="1805227"/>
                    <a:pt x="410602" y="2201375"/>
                  </a:cubicBezTo>
                  <a:cubicBezTo>
                    <a:pt x="281485" y="2163160"/>
                    <a:pt x="169456" y="2103371"/>
                    <a:pt x="89947" y="2011654"/>
                  </a:cubicBezTo>
                  <a:cubicBezTo>
                    <a:pt x="63833" y="1981432"/>
                    <a:pt x="43876" y="1949857"/>
                    <a:pt x="29617" y="1917289"/>
                  </a:cubicBezTo>
                  <a:cubicBezTo>
                    <a:pt x="-140683" y="1531380"/>
                    <a:pt x="469312" y="999237"/>
                    <a:pt x="692504" y="797542"/>
                  </a:cubicBezTo>
                  <a:cubicBezTo>
                    <a:pt x="1058981" y="467100"/>
                    <a:pt x="1376979" y="217868"/>
                    <a:pt x="1697317" y="933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1C47ADB-F7DB-9310-CF82-78A759ED12C3}"/>
                </a:ext>
              </a:extLst>
            </p:cNvPr>
            <p:cNvSpPr/>
            <p:nvPr/>
          </p:nvSpPr>
          <p:spPr>
            <a:xfrm rot="21242962">
              <a:off x="6648918" y="1802814"/>
              <a:ext cx="4922566" cy="1443001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4E7-498F-66AF-F2DA-D2DEE88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377" y="6356350"/>
            <a:ext cx="1124423" cy="365125"/>
          </a:xfrm>
        </p:spPr>
        <p:txBody>
          <a:bodyPr/>
          <a:lstStyle>
            <a:lvl1pPr>
              <a:defRPr lang="en-GB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98FAEBFC-AF3F-6E47-9766-48C2D7B36252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2EE1-3EC5-BFE6-C357-F5252CFA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0"/>
            <a:ext cx="4114800" cy="365125"/>
          </a:xfrm>
        </p:spPr>
        <p:txBody>
          <a:bodyPr/>
          <a:lstStyle>
            <a:lvl1pPr>
              <a:defRPr lang="en-US" sz="12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F6F8-891C-1521-D183-6AB83FE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 i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3531A8E9-B4CF-5643-AF96-CB4C768DAD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5412991-0C78-34EB-A601-7A8E3F7EE776}"/>
              </a:ext>
            </a:extLst>
          </p:cNvPr>
          <p:cNvSpPr/>
          <p:nvPr userDrawn="1"/>
        </p:nvSpPr>
        <p:spPr>
          <a:xfrm rot="21242962">
            <a:off x="7869369" y="2520796"/>
            <a:ext cx="4256009" cy="4337952"/>
          </a:xfrm>
          <a:custGeom>
            <a:avLst/>
            <a:gdLst>
              <a:gd name="connsiteX0" fmla="*/ 3868539 w 4256009"/>
              <a:gd name="connsiteY0" fmla="*/ 0 h 4337952"/>
              <a:gd name="connsiteX1" fmla="*/ 4201006 w 4256009"/>
              <a:gd name="connsiteY1" fmla="*/ 923585 h 4337952"/>
              <a:gd name="connsiteX2" fmla="*/ 4197837 w 4256009"/>
              <a:gd name="connsiteY2" fmla="*/ 924928 h 4337952"/>
              <a:gd name="connsiteX3" fmla="*/ 3252373 w 4256009"/>
              <a:gd name="connsiteY3" fmla="*/ 3222792 h 4337952"/>
              <a:gd name="connsiteX4" fmla="*/ 2112265 w 4256009"/>
              <a:gd name="connsiteY4" fmla="*/ 4270280 h 4337952"/>
              <a:gd name="connsiteX5" fmla="*/ 2022491 w 4256009"/>
              <a:gd name="connsiteY5" fmla="*/ 4337952 h 4337952"/>
              <a:gd name="connsiteX6" fmla="*/ 0 w 4256009"/>
              <a:gd name="connsiteY6" fmla="*/ 4127141 h 4337952"/>
              <a:gd name="connsiteX7" fmla="*/ 238118 w 4256009"/>
              <a:gd name="connsiteY7" fmla="*/ 3995550 h 4337952"/>
              <a:gd name="connsiteX8" fmla="*/ 2502315 w 4256009"/>
              <a:gd name="connsiteY8" fmla="*/ 2401453 h 4337952"/>
              <a:gd name="connsiteX9" fmla="*/ 3842007 w 4256009"/>
              <a:gd name="connsiteY9" fmla="*/ 512614 h 4337952"/>
              <a:gd name="connsiteX10" fmla="*/ 3868539 w 4256009"/>
              <a:gd name="connsiteY10" fmla="*/ 0 h 433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56009" h="4337952">
                <a:moveTo>
                  <a:pt x="3868539" y="0"/>
                </a:moveTo>
                <a:lnTo>
                  <a:pt x="4201006" y="923585"/>
                </a:lnTo>
                <a:lnTo>
                  <a:pt x="4197837" y="924928"/>
                </a:lnTo>
                <a:cubicBezTo>
                  <a:pt x="4469769" y="1628233"/>
                  <a:pt x="3726170" y="2693196"/>
                  <a:pt x="3252373" y="3222792"/>
                </a:cubicBezTo>
                <a:cubicBezTo>
                  <a:pt x="2922101" y="3589121"/>
                  <a:pt x="2535116" y="3939896"/>
                  <a:pt x="2112265" y="4270280"/>
                </a:cubicBezTo>
                <a:lnTo>
                  <a:pt x="2022491" y="4337952"/>
                </a:lnTo>
                <a:lnTo>
                  <a:pt x="0" y="4127141"/>
                </a:lnTo>
                <a:lnTo>
                  <a:pt x="238118" y="3995550"/>
                </a:lnTo>
                <a:cubicBezTo>
                  <a:pt x="1034127" y="3545690"/>
                  <a:pt x="1877646" y="3003452"/>
                  <a:pt x="2502315" y="2401453"/>
                </a:cubicBezTo>
                <a:cubicBezTo>
                  <a:pt x="3161978" y="1765733"/>
                  <a:pt x="3685865" y="1079007"/>
                  <a:pt x="3842007" y="512614"/>
                </a:cubicBezTo>
                <a:cubicBezTo>
                  <a:pt x="3893406" y="326720"/>
                  <a:pt x="3904917" y="153979"/>
                  <a:pt x="386853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99000">
                <a:schemeClr val="accent1"/>
              </a:gs>
            </a:gsLst>
            <a:lin ang="18900000" scaled="1"/>
            <a:tileRect/>
          </a:gradFill>
          <a:ln w="760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C5667-D53D-4431-E3F2-914E5141B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1528700"/>
            <a:ext cx="5292724" cy="225116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4D20E-0688-A8CD-F668-241C3808D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3989150"/>
            <a:ext cx="5292725" cy="623624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6A6473A-A022-609A-AF07-7030038A9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4912911"/>
            <a:ext cx="5292723" cy="36512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1100" b="1" kern="1200" dirty="0">
                <a:solidFill>
                  <a:schemeClr val="tx2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E5D0EF1-6B49-B967-1CC4-90ECFB619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8051" y="730390"/>
            <a:ext cx="2197544" cy="2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0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58244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800" y="4684168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222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3358800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bg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800" y="4684168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536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D25E74-094A-AF63-E177-62D00BD15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4800" y="960551"/>
            <a:ext cx="7131215" cy="2354998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3703536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377" y="5022341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646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D25E74-094A-AF63-E177-62D00BD15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4800" y="960551"/>
            <a:ext cx="7131215" cy="2354998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3703536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bg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800" y="5022341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678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8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35164D5-7F50-6642-C551-351195BB5C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706" y="1851986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A31A8B-4054-F129-A6DF-CEB4D08021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2705" y="227614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568136B5-2948-181F-898A-BC66307EC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2706" y="3359239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531EEF16-2052-DDD8-D5BA-A17BB8FD49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72705" y="3783401"/>
            <a:ext cx="3015119" cy="940221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DB418724-83AC-4BA4-53E4-38273EA86C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1809653"/>
            <a:ext cx="360000" cy="36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512CDF71-5986-90E7-436B-0FC63AF45C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3337001"/>
            <a:ext cx="360000" cy="360000"/>
          </a:xfrm>
          <a:prstGeom prst="rect">
            <a:avLst/>
          </a:prstGeom>
        </p:spPr>
      </p:pic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209" y="1851986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6EEAF797-D4A8-7F9C-547C-1431AABFF9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0208" y="2276148"/>
            <a:ext cx="3015119" cy="940221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32A126E7-FF49-5543-4043-EA2488443B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10209" y="3359239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5AA56E57-BDCD-7640-01A9-5BE5C75A02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10208" y="3783401"/>
            <a:ext cx="3015119" cy="940221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3483A506-4640-0C11-7E76-4ADF601F8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828" y="1809653"/>
            <a:ext cx="360000" cy="36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DB674452-D96D-4ED0-8BD6-C67163051C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828" y="3337001"/>
            <a:ext cx="360000" cy="3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0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35164D5-7F50-6642-C551-351195BB5C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706" y="1851673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A31A8B-4054-F129-A6DF-CEB4D08021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2705" y="2275835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568136B5-2948-181F-898A-BC66307EC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2706" y="3358926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531EEF16-2052-DDD8-D5BA-A17BB8FD49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72705" y="378308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209" y="1851673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6EEAF797-D4A8-7F9C-547C-1431AABFF9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0208" y="2275835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32A126E7-FF49-5543-4043-EA2488443B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10209" y="3358926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5AA56E57-BDCD-7640-01A9-5BE5C75A02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10208" y="378308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A898EB03-8E33-56BF-12A4-1CC34E1361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4801" y="1853521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25A403C-7874-825D-629B-91845DF858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73089" y="1853521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7DA963A-F8CB-2788-34E3-9545F9452C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4801" y="3351317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B504E0-4466-BAA4-C7FF-B42ED83C75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3089" y="3351317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1AEB284-7F0C-3187-B592-E1732E8ED9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6434" y="1851673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4B41B821-5DFB-B757-C0F7-DB0D030FB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26433" y="2275835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DF6AFE7A-748E-3094-E5DD-96068A1ADB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6434" y="3358926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A3630C7-F978-2556-4A23-C0C594F4D6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26433" y="378308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E8A0744-C495-285F-181E-6DC10F0DF4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89314" y="1853521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DFD6F31-A9EA-9929-A27C-F99215BAC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89314" y="3351317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6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5536B56F-F531-540F-8796-BAE4CC0E7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32063" y="1388066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804F481-5029-6614-64A1-EDA7EF95EC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31580" y="1780321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ABBF112A-5454-FE49-7AAC-CF484D9533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2081" y="2234192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1A150C75-E0E2-38DD-416D-91A21E88CB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31580" y="2626447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80484F3-A715-7D93-FF70-AF8370E1B3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32081" y="3079666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ABCFCEF-6730-EA4C-DBFF-2CFF639B3F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31580" y="3471921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2E974CF-5325-C835-8D53-30C45BE0FA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10026" y="1388067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766B7B2-1CEE-476D-CD98-C488FBD7491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10026" y="2240692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84AEBAE-9F18-73E1-0696-0E9858817C6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10026" y="3079666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A7EDDCDD-B4C2-59E6-19B3-6014DE489B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081" y="3925140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CD8E8B20-BC80-2B9E-4915-D5339CD1EE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31580" y="4317395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5B5B9C15-3731-CC21-4A7B-A5C374A1A5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10026" y="3925140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13E1AAB4-635D-BF4A-5965-4B31253F31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32081" y="4775125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25A78126-D46D-FF52-6586-D197EBED54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31580" y="5167380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9AE9F7A2-511D-9C1D-CE95-14D3B8788A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10026" y="4775125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9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EAA6C8F-02A2-5780-3B44-3E8D65629AC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25575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4160842"/>
            <a:ext cx="3483439" cy="317667"/>
          </a:xfrm>
        </p:spPr>
        <p:txBody>
          <a:bodyPr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EA2BD5FB-60CA-8E9B-F6DF-7A6FB1B93A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4374" y="4502487"/>
            <a:ext cx="3483438" cy="317667"/>
          </a:xfrm>
        </p:spPr>
        <p:txBody>
          <a:bodyPr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FCFD1A9-B1E6-239C-FBAB-267510721D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77261" y="2512088"/>
            <a:ext cx="5282675" cy="230806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GB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418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EAA6C8F-02A2-5780-3B44-3E8D65629AC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25575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4160842"/>
            <a:ext cx="3483439" cy="317667"/>
          </a:xfrm>
        </p:spPr>
        <p:txBody>
          <a:bodyPr lIns="108000" rIns="108000"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EA2BD5FB-60CA-8E9B-F6DF-7A6FB1B93A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4374" y="4511195"/>
            <a:ext cx="3483438" cy="317667"/>
          </a:xfrm>
        </p:spPr>
        <p:txBody>
          <a:bodyPr lIns="108000" rIns="108000"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2328CA78-E1CB-C82D-3890-7CE118FFA6F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083174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86042117-1A75-2036-9EB6-B3BAB40557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1976" y="4160842"/>
            <a:ext cx="3483439" cy="317667"/>
          </a:xfrm>
        </p:spPr>
        <p:txBody>
          <a:bodyPr lIns="108000" rIns="108000"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0CD4D48C-EC00-94E4-69F3-EF51AC0276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61973" y="4511195"/>
            <a:ext cx="3483438" cy="317667"/>
          </a:xfrm>
        </p:spPr>
        <p:txBody>
          <a:bodyPr lIns="108000" rIns="108000"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9A1D6FB7-B1FF-8326-8B31-3AC5954FA26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720677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9ED438C1-B0A6-419C-0AC3-151D81BAE8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99479" y="4160842"/>
            <a:ext cx="3483439" cy="317667"/>
          </a:xfrm>
        </p:spPr>
        <p:txBody>
          <a:bodyPr lIns="108000" rIns="108000"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A6B83889-1ECE-CF73-A5C2-C8DE7E9CA0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99476" y="4511195"/>
            <a:ext cx="3483438" cy="317667"/>
          </a:xfrm>
        </p:spPr>
        <p:txBody>
          <a:bodyPr lIns="108000" rIns="108000"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12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05DFCF-753F-8AAE-BDF9-C48470388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5600"/>
            <a:ext cx="10606321" cy="4703738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9961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19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2 column layout 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BE95FB-3017-DADE-892F-13E7D40E0C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425600"/>
            <a:ext cx="5292000" cy="4703763"/>
          </a:xfrm>
        </p:spPr>
        <p:txBody>
          <a:bodyPr rIns="144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FE3A2E7-1F0F-EE32-54FC-483C1B4865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81725" y="1425600"/>
            <a:ext cx="5292725" cy="4703762"/>
          </a:xfrm>
        </p:spPr>
        <p:txBody>
          <a:bodyPr rIns="144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90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3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B7E141D0-D9B3-455C-EEDE-4DCE0B6CFF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06793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3506340-35FC-C29C-ECA6-E18ACF788B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9209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A58C3F-4AF2-5203-B79A-85304ECE660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3738" y="2120900"/>
            <a:ext cx="3403600" cy="4016375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8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D4218F-21E0-836D-1281-7B919D8FB3B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5600" y="2120900"/>
            <a:ext cx="3391200" cy="4010400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8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48AC3CA-21D5-5DE9-5215-889DD6CCC3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09200" y="2120400"/>
            <a:ext cx="3405600" cy="4010025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8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87316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4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8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408044AA-06B3-8EC5-025E-E0C370AA3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96801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6324656E-F595-8EF0-301D-E96ABD1BC7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89224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ABE22CCF-2F3A-7BF7-D06A-98DA8FDF19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1647" y="1417662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5359EB-9A8A-74DE-9807-20FC1CFC6CD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4850" y="2120900"/>
            <a:ext cx="2519363" cy="4010400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F02570-AAC4-EB67-6803-AFEF5ADB174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97250" y="2120900"/>
            <a:ext cx="2519363" cy="4008438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DF1DC0-C063-7FD0-F2DB-E264C688797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1200" y="2120900"/>
            <a:ext cx="2520000" cy="4008438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3BD47F-EE45-B3AF-33B4-9D794F8668D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80400" y="2120900"/>
            <a:ext cx="2520000" cy="4008438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82694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7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17876D-F756-34ED-FE38-BD84C113B5B8}"/>
              </a:ext>
            </a:extLst>
          </p:cNvPr>
          <p:cNvCxnSpPr>
            <a:cxnSpLocks/>
          </p:cNvCxnSpPr>
          <p:nvPr userDrawn="1"/>
        </p:nvCxnSpPr>
        <p:spPr>
          <a:xfrm>
            <a:off x="694220" y="3762829"/>
            <a:ext cx="10666101" cy="0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E65298-43BA-FFF3-327B-46CE2692E53C}"/>
              </a:ext>
            </a:extLst>
          </p:cNvPr>
          <p:cNvCxnSpPr>
            <a:cxnSpLocks/>
          </p:cNvCxnSpPr>
          <p:nvPr userDrawn="1"/>
        </p:nvCxnSpPr>
        <p:spPr>
          <a:xfrm flipV="1">
            <a:off x="5988050" y="1417662"/>
            <a:ext cx="0" cy="4711676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7CC51DE0-F066-5324-2C99-81558D301C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376" y="1841824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240717-6CDE-B21A-B545-87AA56D8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0400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179E0B83-D473-F57B-563A-6CFD62DBEE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0400" y="1841824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94E577C-B103-1B87-CEEE-02CFA31AC4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0874603D-7E3E-8180-F8FD-8504D8000B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4376" y="4380373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C45ADDA-AC55-0B94-398F-94F6B3B7D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9005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512BF3A-A754-CFE5-9D8E-6A4A96ADD5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9004" y="4380373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6293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1200" y="1846769"/>
            <a:ext cx="5136087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46769"/>
            <a:ext cx="4389140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430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2226" y="1846769"/>
            <a:ext cx="5137200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8F1D0C3-E345-DA1A-3668-DE9F8B0136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1804" y="1846769"/>
            <a:ext cx="4389140" cy="389875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11715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0975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6414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58119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197344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292767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31993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27415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66641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7B6667-506C-FD4E-B98D-E90E1226DA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8800" y="2253600"/>
            <a:ext cx="3906000" cy="3412800"/>
          </a:xfr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0157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two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485060-BE01-A5D9-B293-66FAB8DC4C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8800" y="2253600"/>
            <a:ext cx="3906000" cy="3412800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25DDAD-617F-6741-E0BA-C4133B13819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81200" y="1687513"/>
            <a:ext cx="4932000" cy="4424400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597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9811210-6F11-5159-3CEE-661D6E145CE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597689"/>
            <a:ext cx="5314446" cy="4069582"/>
          </a:xfrm>
          <a:solidFill>
            <a:srgbClr val="F0F0F5"/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5600" cy="51868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18D3783-8BAD-F494-8B12-7CF7AE3055E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182226" y="1704516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CE49D2F-57C5-C6D7-6216-B2D75F0E9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81725" y="2096771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FF193B1F-8EF5-CCA3-E8B2-AD9CB5654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226" y="3050998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EE743EC8-1A09-95A3-0597-13315B963D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1725" y="3443253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BAFC6E54-9A0B-DDE9-4401-256A542869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2226" y="4392028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17ACAF80-DFD5-AA6B-61A0-54EBA4EBE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81725" y="4784283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993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9811210-6F11-5159-3CEE-661D6E145CE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6794" y="1593767"/>
            <a:ext cx="4114800" cy="4107087"/>
          </a:xfrm>
          <a:prstGeom prst="roundRect">
            <a:avLst>
              <a:gd name="adj" fmla="val 7615"/>
            </a:avLst>
          </a:prstGeom>
          <a:solidFill>
            <a:srgbClr val="F0F0F5"/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8" cy="51868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18D3783-8BAD-F494-8B12-7CF7AE3055E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182226" y="1704516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CE49D2F-57C5-C6D7-6216-B2D75F0E9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81725" y="2096771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FF193B1F-8EF5-CCA3-E8B2-AD9CB5654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226" y="3050998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EE743EC8-1A09-95A3-0597-13315B963D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1725" y="3443253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BAFC6E54-9A0B-DDE9-4401-256A542869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2226" y="4397480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17ACAF80-DFD5-AA6B-61A0-54EBA4EBE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81725" y="4789735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EE144-5BB5-C5BE-3211-4ACE9671E42F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29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B566984-B347-149E-5EF6-AAEE91A2E0DA}"/>
              </a:ext>
            </a:extLst>
          </p:cNvPr>
          <p:cNvSpPr/>
          <p:nvPr userDrawn="1"/>
        </p:nvSpPr>
        <p:spPr>
          <a:xfrm>
            <a:off x="488878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19C1E24-F3BE-1545-B466-259D2F466505}"/>
              </a:ext>
            </a:extLst>
          </p:cNvPr>
          <p:cNvSpPr txBox="1">
            <a:spLocks/>
          </p:cNvSpPr>
          <p:nvPr userDrawn="1"/>
        </p:nvSpPr>
        <p:spPr>
          <a:xfrm>
            <a:off x="11301647" y="6356350"/>
            <a:ext cx="390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462540C-F753-3056-E12C-65BA9F96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12" y="428399"/>
            <a:ext cx="5090026" cy="7380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AB79E9F5-9B26-D766-6D16-3F2857660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7971" y="1944056"/>
            <a:ext cx="4910175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EEF6B20-7D2D-8BE4-DEB0-1CB4EAA1F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7412" y="2336311"/>
            <a:ext cx="4910638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2D47398-A81A-2F66-E483-91B10294E3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7971" y="3290538"/>
            <a:ext cx="4910175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DA391CD-BF5E-4808-FA75-365989C220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77412" y="3682793"/>
            <a:ext cx="4910638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8B28A51F-7A4D-0432-A413-F17616ABC4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7971" y="4637020"/>
            <a:ext cx="4910175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0B90ED3-2AF3-6557-DEDB-F226C1F674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77412" y="5029275"/>
            <a:ext cx="4910638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71B9B645-A9EB-1AA3-6ACA-3315C5441F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6399839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6399839 w 12191999"/>
              <a:gd name="connsiteY3" fmla="*/ 6858000 h 6858000"/>
              <a:gd name="connsiteX4" fmla="*/ 0 w 12191999"/>
              <a:gd name="connsiteY4" fmla="*/ 0 h 6858000"/>
              <a:gd name="connsiteX5" fmla="*/ 488877 w 12191999"/>
              <a:gd name="connsiteY5" fmla="*/ 0 h 6858000"/>
              <a:gd name="connsiteX6" fmla="*/ 488877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6399839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6399839" y="6858000"/>
                </a:lnTo>
                <a:close/>
                <a:moveTo>
                  <a:pt x="0" y="0"/>
                </a:moveTo>
                <a:lnTo>
                  <a:pt x="488877" y="0"/>
                </a:lnTo>
                <a:lnTo>
                  <a:pt x="4888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F0F5"/>
          </a:solidFill>
        </p:spPr>
        <p:txBody>
          <a:bodyPr wrap="square" anchor="ctr">
            <a:noAutofit/>
          </a:bodyPr>
          <a:lstStyle>
            <a:lvl1pPr marL="9000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376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05DFCF-753F-8AAE-BDF9-C48470388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5600"/>
            <a:ext cx="10606321" cy="4703738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075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19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2 column layout 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BE95FB-3017-DADE-892F-13E7D40E0C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425600"/>
            <a:ext cx="5292000" cy="4703763"/>
          </a:xfrm>
        </p:spPr>
        <p:txBody>
          <a:bodyPr rIns="144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FE3A2E7-1F0F-EE32-54FC-483C1B4865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81725" y="1425600"/>
            <a:ext cx="5292725" cy="4703762"/>
          </a:xfrm>
        </p:spPr>
        <p:txBody>
          <a:bodyPr rIns="144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174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3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B7E141D0-D9B3-455C-EEDE-4DCE0B6CFF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06793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3506340-35FC-C29C-ECA6-E18ACF788B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9209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A58C3F-4AF2-5203-B79A-85304ECE660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3738" y="2120900"/>
            <a:ext cx="3403600" cy="4016375"/>
          </a:xfrm>
        </p:spPr>
        <p:txBody>
          <a:bodyPr rIns="108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D4218F-21E0-836D-1281-7B919D8FB3B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5600" y="2120900"/>
            <a:ext cx="3391200" cy="4010400"/>
          </a:xfrm>
        </p:spPr>
        <p:txBody>
          <a:bodyPr rIns="108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48AC3CA-21D5-5DE9-5215-889DD6CCC3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09200" y="2120400"/>
            <a:ext cx="3405600" cy="4010025"/>
          </a:xfrm>
        </p:spPr>
        <p:txBody>
          <a:bodyPr rIns="108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08354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4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4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8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408044AA-06B3-8EC5-025E-E0C370AA3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96801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6324656E-F595-8EF0-301D-E96ABD1BC7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89224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ABE22CCF-2F3A-7BF7-D06A-98DA8FDF19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1647" y="1417662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5359EB-9A8A-74DE-9807-20FC1CFC6CD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4850" y="2120900"/>
            <a:ext cx="2519363" cy="4010400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F02570-AAC4-EB67-6803-AFEF5ADB174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97250" y="2120900"/>
            <a:ext cx="2519363" cy="4008438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DF1DC0-C063-7FD0-F2DB-E264C688797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1200" y="2120900"/>
            <a:ext cx="2520000" cy="4008438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3BD47F-EE45-B3AF-33B4-9D794F8668D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80400" y="2120900"/>
            <a:ext cx="2520000" cy="4008438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4214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Quadran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7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17876D-F756-34ED-FE38-BD84C113B5B8}"/>
              </a:ext>
            </a:extLst>
          </p:cNvPr>
          <p:cNvCxnSpPr>
            <a:cxnSpLocks/>
          </p:cNvCxnSpPr>
          <p:nvPr userDrawn="1"/>
        </p:nvCxnSpPr>
        <p:spPr>
          <a:xfrm>
            <a:off x="694220" y="3762829"/>
            <a:ext cx="10666101" cy="0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E65298-43BA-FFF3-327B-46CE2692E53C}"/>
              </a:ext>
            </a:extLst>
          </p:cNvPr>
          <p:cNvCxnSpPr>
            <a:cxnSpLocks/>
          </p:cNvCxnSpPr>
          <p:nvPr userDrawn="1"/>
        </p:nvCxnSpPr>
        <p:spPr>
          <a:xfrm flipV="1">
            <a:off x="5988050" y="1417662"/>
            <a:ext cx="0" cy="4711676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240717-6CDE-B21A-B545-87AA56D8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0400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94E577C-B103-1B87-CEEE-02CFA31AC4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C45ADDA-AC55-0B94-398F-94F6B3B7D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9005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173DC7-07F3-ABA3-D297-B2C121C32F7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4850" y="1841500"/>
            <a:ext cx="5121275" cy="1717200"/>
          </a:xfrm>
        </p:spPr>
        <p:txBody>
          <a:bodyPr rIns="10800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35DC4F-2FA0-7E50-CF62-9AFB6B3E21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9025" y="1841500"/>
            <a:ext cx="5121275" cy="1717200"/>
          </a:xfrm>
        </p:spPr>
        <p:txBody>
          <a:bodyPr rIns="10800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E6E024-9AF9-8E7F-A55A-8D12D291FDE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05600" y="4381200"/>
            <a:ext cx="5122800" cy="1717200"/>
          </a:xfrm>
        </p:spPr>
        <p:txBody>
          <a:bodyPr rIns="10800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D3BF96-B778-BA87-9A0E-995A7853374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69025" y="4381500"/>
            <a:ext cx="5122800" cy="1717200"/>
          </a:xfrm>
        </p:spPr>
        <p:txBody>
          <a:bodyPr r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984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1200" y="1846769"/>
            <a:ext cx="5313600" cy="3898760"/>
          </a:xfrm>
        </p:spPr>
        <p:txBody>
          <a:bodyPr rIns="108000">
            <a:norm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46769"/>
            <a:ext cx="4389140" cy="389876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>
              <a:lnSpc>
                <a:spcPct val="120000"/>
              </a:lnSpc>
              <a:buClr>
                <a:schemeClr val="bg1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>
              <a:lnSpc>
                <a:spcPct val="120000"/>
              </a:lnSpc>
              <a:buClr>
                <a:schemeClr val="bg1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08136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2226" y="1846769"/>
            <a:ext cx="5314446" cy="3898760"/>
          </a:xfrm>
        </p:spPr>
        <p:txBody>
          <a:bodyPr rIns="108000">
            <a:norm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8F1D0C3-E345-DA1A-3668-DE9F8B0136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1804" y="1846769"/>
            <a:ext cx="4389140" cy="3898758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0469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>
              <a:lnSpc>
                <a:spcPct val="120000"/>
              </a:lnSpc>
              <a:buClr>
                <a:schemeClr val="bg1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>
              <a:lnSpc>
                <a:spcPct val="120000"/>
              </a:lnSpc>
              <a:buClr>
                <a:srgbClr val="FFFFFF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5916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2611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panel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58119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197344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292767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31993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27415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66641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7B6667-506C-FD4E-B98D-E90E1226DA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8800" y="2253600"/>
            <a:ext cx="3906000" cy="34128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58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panel two 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485060-BE01-A5D9-B293-66FAB8DC4C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8800" y="2253600"/>
            <a:ext cx="3906000" cy="341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25DDAD-617F-6741-E0BA-C4133B13819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81200" y="1687513"/>
            <a:ext cx="4932000" cy="44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707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4B5D95-4F83-359C-8FCD-E14BC4AC9C2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04377" y="1412878"/>
            <a:ext cx="9125120" cy="4724400"/>
          </a:xfrm>
        </p:spPr>
        <p:txBody>
          <a:bodyPr/>
          <a:lstStyle>
            <a:lvl1pPr marL="9000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197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52642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48444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charco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38660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8BA8D7F-D345-CE85-01FD-667CD08FF0E9}"/>
              </a:ext>
            </a:extLst>
          </p:cNvPr>
          <p:cNvSpPr txBox="1">
            <a:spLocks/>
          </p:cNvSpPr>
          <p:nvPr userDrawn="1"/>
        </p:nvSpPr>
        <p:spPr>
          <a:xfrm>
            <a:off x="1134684" y="1553857"/>
            <a:ext cx="2522916" cy="400449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7200">
                <a:solidFill>
                  <a:schemeClr val="tx2"/>
                </a:solidFill>
              </a:rPr>
              <a:t>“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21C791-3CF7-9F1E-6CF5-71E067EDA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71" y="2353411"/>
            <a:ext cx="8750300" cy="183673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GB" sz="2800" kern="1200" dirty="0" smtClean="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8E543BA-1BC9-CB4C-4EF7-7BF58873D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71" y="4377073"/>
            <a:ext cx="8750300" cy="365125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000" b="1" kern="1200" dirty="0" smtClean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9752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8BA8D7F-D345-CE85-01FD-667CD08FF0E9}"/>
              </a:ext>
            </a:extLst>
          </p:cNvPr>
          <p:cNvSpPr txBox="1">
            <a:spLocks/>
          </p:cNvSpPr>
          <p:nvPr userDrawn="1"/>
        </p:nvSpPr>
        <p:spPr>
          <a:xfrm>
            <a:off x="1134684" y="1553857"/>
            <a:ext cx="2522916" cy="400449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7200">
                <a:solidFill>
                  <a:schemeClr val="tx2"/>
                </a:solidFill>
              </a:rPr>
              <a:t>“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21C791-3CF7-9F1E-6CF5-71E067EDA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71" y="2353411"/>
            <a:ext cx="8750300" cy="183673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GB" sz="2800" kern="1200" dirty="0" smtClean="0">
                <a:solidFill>
                  <a:schemeClr val="bg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8E543BA-1BC9-CB4C-4EF7-7BF58873D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71" y="4377073"/>
            <a:ext cx="8750300" cy="365125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000" b="1" kern="1200" dirty="0" smtClean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18172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2EDB9E-36C5-331F-FE4B-FA11863C0368}"/>
              </a:ext>
            </a:extLst>
          </p:cNvPr>
          <p:cNvCxnSpPr>
            <a:cxnSpLocks/>
          </p:cNvCxnSpPr>
          <p:nvPr userDrawn="1"/>
        </p:nvCxnSpPr>
        <p:spPr>
          <a:xfrm>
            <a:off x="694220" y="3449320"/>
            <a:ext cx="10607427" cy="0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84A06105-1918-4D48-4012-403DC48E85B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177486" y="3961705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07D37555-56E0-B06A-2BF1-E0CC74C220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9982" y="3961705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C02FD89F-3D60-2FD1-485C-6221111E6C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9012" y="1751068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0B9962A7-CD41-6118-6450-821D8B75B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1605" y="1751068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692274A4-78DA-3E01-C255-AFE76F6886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3957" y="1751068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708F00-742F-2C43-A211-F3150213CA0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3737" y="2174875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Font typeface="Arial" panose="020B0604020202020204" pitchFamily="34" charset="0"/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9162AE8-E357-35E9-508B-41339494E1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67194" y="2174875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E3BD5D-175C-EF12-7FC9-0788773733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88400" y="2174875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45307B8-8C12-0385-C7BA-5F63407DF0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538000" y="4384800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Font typeface="Arial" panose="020B0604020202020204" pitchFamily="34" charset="0"/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4DF3858-039A-438A-E4A1-4CB305DFB25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77600" y="4384800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Font typeface="Arial" panose="020B0604020202020204" pitchFamily="34" charset="0"/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851875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687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r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9F81D18-B8A7-4EA1-250C-DCC372BC8E13}"/>
              </a:ext>
            </a:extLst>
          </p:cNvPr>
          <p:cNvSpPr txBox="1">
            <a:spLocks/>
          </p:cNvSpPr>
          <p:nvPr/>
        </p:nvSpPr>
        <p:spPr>
          <a:xfrm>
            <a:off x="1084349" y="3514204"/>
            <a:ext cx="7506842" cy="3969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Powering the world of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BC7164-FD22-490B-65DA-7F9AF62F72F7}"/>
              </a:ext>
            </a:extLst>
          </p:cNvPr>
          <p:cNvGrpSpPr/>
          <p:nvPr userDrawn="1"/>
        </p:nvGrpSpPr>
        <p:grpSpPr>
          <a:xfrm>
            <a:off x="6417903" y="5486"/>
            <a:ext cx="4883744" cy="6828826"/>
            <a:chOff x="6549356" y="5486"/>
            <a:chExt cx="4883744" cy="682882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1AD5FDC-FA8F-CB6F-3F0F-232D86DC0038}"/>
                </a:ext>
              </a:extLst>
            </p:cNvPr>
            <p:cNvSpPr/>
            <p:nvPr/>
          </p:nvSpPr>
          <p:spPr>
            <a:xfrm rot="21242962">
              <a:off x="6549356" y="5486"/>
              <a:ext cx="2540174" cy="1976639"/>
            </a:xfrm>
            <a:custGeom>
              <a:avLst/>
              <a:gdLst>
                <a:gd name="connsiteX0" fmla="*/ 1374372 w 2540174"/>
                <a:gd name="connsiteY0" fmla="*/ 0 h 1976639"/>
                <a:gd name="connsiteX1" fmla="*/ 2540174 w 2540174"/>
                <a:gd name="connsiteY1" fmla="*/ 121516 h 1976639"/>
                <a:gd name="connsiteX2" fmla="*/ 2319004 w 2540174"/>
                <a:gd name="connsiteY2" fmla="*/ 244769 h 1976639"/>
                <a:gd name="connsiteX3" fmla="*/ 1147936 w 2540174"/>
                <a:gd name="connsiteY3" fmla="*/ 1075407 h 1976639"/>
                <a:gd name="connsiteX4" fmla="*/ 351927 w 2540174"/>
                <a:gd name="connsiteY4" fmla="*/ 1976639 h 1976639"/>
                <a:gd name="connsiteX5" fmla="*/ 77094 w 2540174"/>
                <a:gd name="connsiteY5" fmla="*/ 1800399 h 1976639"/>
                <a:gd name="connsiteX6" fmla="*/ 25384 w 2540174"/>
                <a:gd name="connsiteY6" fmla="*/ 1712740 h 1976639"/>
                <a:gd name="connsiteX7" fmla="*/ 593545 w 2540174"/>
                <a:gd name="connsiteY7" fmla="*/ 672561 h 1976639"/>
                <a:gd name="connsiteX8" fmla="*/ 1248544 w 2540174"/>
                <a:gd name="connsiteY8" fmla="*/ 93328 h 1976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40174" h="1976639">
                  <a:moveTo>
                    <a:pt x="1374372" y="0"/>
                  </a:moveTo>
                  <a:lnTo>
                    <a:pt x="2540174" y="121516"/>
                  </a:lnTo>
                  <a:lnTo>
                    <a:pt x="2319004" y="244769"/>
                  </a:lnTo>
                  <a:cubicBezTo>
                    <a:pt x="1907647" y="484374"/>
                    <a:pt x="1512338" y="758000"/>
                    <a:pt x="1147936" y="1075407"/>
                  </a:cubicBezTo>
                  <a:cubicBezTo>
                    <a:pt x="932634" y="1262584"/>
                    <a:pt x="522408" y="1608641"/>
                    <a:pt x="351927" y="1976639"/>
                  </a:cubicBezTo>
                  <a:cubicBezTo>
                    <a:pt x="241261" y="1941139"/>
                    <a:pt x="145241" y="1885599"/>
                    <a:pt x="77094" y="1800399"/>
                  </a:cubicBezTo>
                  <a:cubicBezTo>
                    <a:pt x="54711" y="1772325"/>
                    <a:pt x="37606" y="1742994"/>
                    <a:pt x="25384" y="1712740"/>
                  </a:cubicBezTo>
                  <a:cubicBezTo>
                    <a:pt x="-120579" y="1354254"/>
                    <a:pt x="402248" y="859924"/>
                    <a:pt x="593545" y="672561"/>
                  </a:cubicBezTo>
                  <a:cubicBezTo>
                    <a:pt x="829125" y="442341"/>
                    <a:pt x="1041333" y="254555"/>
                    <a:pt x="1248544" y="9332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1064200-2FDB-8854-6149-140FCEAC061C}"/>
                </a:ext>
              </a:extLst>
            </p:cNvPr>
            <p:cNvSpPr/>
            <p:nvPr/>
          </p:nvSpPr>
          <p:spPr>
            <a:xfrm rot="21242962">
              <a:off x="6699121" y="1589759"/>
              <a:ext cx="4219130" cy="1340463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938A101-18F6-3C75-6073-A86841C7A113}"/>
                </a:ext>
              </a:extLst>
            </p:cNvPr>
            <p:cNvSpPr/>
            <p:nvPr/>
          </p:nvSpPr>
          <p:spPr>
            <a:xfrm rot="21242962">
              <a:off x="6992707" y="2304275"/>
              <a:ext cx="4440393" cy="4530037"/>
            </a:xfrm>
            <a:custGeom>
              <a:avLst/>
              <a:gdLst>
                <a:gd name="connsiteX0" fmla="*/ 4108292 w 4440393"/>
                <a:gd name="connsiteY0" fmla="*/ 0 h 4530037"/>
                <a:gd name="connsiteX1" fmla="*/ 4393250 w 4440393"/>
                <a:gd name="connsiteY1" fmla="*/ 857957 h 4530037"/>
                <a:gd name="connsiteX2" fmla="*/ 4390534 w 4440393"/>
                <a:gd name="connsiteY2" fmla="*/ 859203 h 4530037"/>
                <a:gd name="connsiteX3" fmla="*/ 3580177 w 4440393"/>
                <a:gd name="connsiteY3" fmla="*/ 2993784 h 4530037"/>
                <a:gd name="connsiteX4" fmla="*/ 2038526 w 4440393"/>
                <a:gd name="connsiteY4" fmla="*/ 4412429 h 4530037"/>
                <a:gd name="connsiteX5" fmla="*/ 1873976 w 4440393"/>
                <a:gd name="connsiteY5" fmla="*/ 4530037 h 4530037"/>
                <a:gd name="connsiteX6" fmla="*/ 0 w 4440393"/>
                <a:gd name="connsiteY6" fmla="*/ 4334707 h 4530037"/>
                <a:gd name="connsiteX7" fmla="*/ 120875 w 4440393"/>
                <a:gd name="connsiteY7" fmla="*/ 4237966 h 4530037"/>
                <a:gd name="connsiteX8" fmla="*/ 336429 w 4440393"/>
                <a:gd name="connsiteY8" fmla="*/ 4099796 h 4530037"/>
                <a:gd name="connsiteX9" fmla="*/ 2937303 w 4440393"/>
                <a:gd name="connsiteY9" fmla="*/ 2230809 h 4530037"/>
                <a:gd name="connsiteX10" fmla="*/ 4085552 w 4440393"/>
                <a:gd name="connsiteY10" fmla="*/ 476188 h 4530037"/>
                <a:gd name="connsiteX11" fmla="*/ 4108292 w 4440393"/>
                <a:gd name="connsiteY11" fmla="*/ 0 h 453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40393" h="4530037">
                  <a:moveTo>
                    <a:pt x="4108292" y="0"/>
                  </a:moveTo>
                  <a:lnTo>
                    <a:pt x="4393250" y="857957"/>
                  </a:lnTo>
                  <a:lnTo>
                    <a:pt x="4390534" y="859203"/>
                  </a:lnTo>
                  <a:cubicBezTo>
                    <a:pt x="4623606" y="1512532"/>
                    <a:pt x="3986268" y="2501821"/>
                    <a:pt x="3580177" y="2993784"/>
                  </a:cubicBezTo>
                  <a:cubicBezTo>
                    <a:pt x="3155563" y="3504232"/>
                    <a:pt x="2621580" y="3982170"/>
                    <a:pt x="2038526" y="4412429"/>
                  </a:cubicBezTo>
                  <a:lnTo>
                    <a:pt x="1873976" y="4530037"/>
                  </a:lnTo>
                  <a:lnTo>
                    <a:pt x="0" y="4334707"/>
                  </a:lnTo>
                  <a:lnTo>
                    <a:pt x="120875" y="4237966"/>
                  </a:lnTo>
                  <a:cubicBezTo>
                    <a:pt x="190323" y="4188073"/>
                    <a:pt x="262240" y="4141930"/>
                    <a:pt x="336429" y="4099796"/>
                  </a:cubicBezTo>
                  <a:cubicBezTo>
                    <a:pt x="1176090" y="3623375"/>
                    <a:pt x="2223431" y="2976436"/>
                    <a:pt x="2937303" y="2230809"/>
                  </a:cubicBezTo>
                  <a:cubicBezTo>
                    <a:pt x="3502699" y="1640262"/>
                    <a:pt x="3951723" y="1002334"/>
                    <a:pt x="4085552" y="476188"/>
                  </a:cubicBezTo>
                  <a:cubicBezTo>
                    <a:pt x="4129606" y="303504"/>
                    <a:pt x="4139472" y="143037"/>
                    <a:pt x="4108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7D060999-7EDC-78DA-BCA4-FF58F39253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11" y="2970825"/>
            <a:ext cx="3103464" cy="38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721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ign 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A73A0B3-E323-EBD2-098B-3E1A25761AA4}"/>
              </a:ext>
            </a:extLst>
          </p:cNvPr>
          <p:cNvSpPr txBox="1">
            <a:spLocks/>
          </p:cNvSpPr>
          <p:nvPr userDrawn="1"/>
        </p:nvSpPr>
        <p:spPr>
          <a:xfrm>
            <a:off x="1149849" y="2507409"/>
            <a:ext cx="6443257" cy="177772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6000" spc="-50"/>
              <a:t>Thank you for </a:t>
            </a:r>
            <a:r>
              <a:rPr lang="en-US" sz="6000" spc="-50">
                <a:solidFill>
                  <a:schemeClr val="tx2"/>
                </a:solidFill>
              </a:rPr>
              <a:t>your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AC2A8-EB63-76CF-4678-CFF34A06F01E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225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46AC2A8-EB63-76CF-4678-CFF34A06F01E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E9C4B1-8BBD-4A86-97E6-A05321731C6E}"/>
              </a:ext>
            </a:extLst>
          </p:cNvPr>
          <p:cNvGrpSpPr/>
          <p:nvPr userDrawn="1"/>
        </p:nvGrpSpPr>
        <p:grpSpPr>
          <a:xfrm>
            <a:off x="1161334" y="3581400"/>
            <a:ext cx="9922400" cy="372831"/>
            <a:chOff x="1383408" y="3927281"/>
            <a:chExt cx="9922400" cy="372831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2258D66-EE6D-A115-1AB5-B4C27C73A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83408" y="3927281"/>
              <a:ext cx="372831" cy="372831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BA16597B-7B44-BE93-4394-1DA701C95A99}"/>
                </a:ext>
              </a:extLst>
            </p:cNvPr>
            <p:cNvSpPr txBox="1">
              <a:spLocks/>
            </p:cNvSpPr>
            <p:nvPr/>
          </p:nvSpPr>
          <p:spPr>
            <a:xfrm>
              <a:off x="1886305" y="3979892"/>
              <a:ext cx="1978833" cy="224555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chemeClr val="tx1"/>
                  </a:solidFill>
                  <a:latin typeface="Montserrat SemiBold" pitchFamily="2" charset="77"/>
                  <a:ea typeface="+mj-ea"/>
                  <a:cs typeface="+mj-cs"/>
                </a:defRPr>
              </a:lvl1pPr>
            </a:lstStyle>
            <a:p>
              <a:pPr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GB" sz="1600" b="0" kern="1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+44(0) 330 343 4000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8CBC0C8-00D3-597B-95ED-2951CCF52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08650" y="3966176"/>
              <a:ext cx="375506" cy="295040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1E394DDB-95F4-C779-DDA8-2A6D4C37E464}"/>
                </a:ext>
              </a:extLst>
            </p:cNvPr>
            <p:cNvSpPr txBox="1">
              <a:spLocks/>
            </p:cNvSpPr>
            <p:nvPr/>
          </p:nvSpPr>
          <p:spPr>
            <a:xfrm>
              <a:off x="5041117" y="3979892"/>
              <a:ext cx="2310527" cy="224555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chemeClr val="tx1"/>
                  </a:solidFill>
                  <a:latin typeface="Montserrat SemiBold" pitchFamily="2" charset="77"/>
                  <a:ea typeface="+mj-ea"/>
                  <a:cs typeface="+mj-cs"/>
                </a:defRPr>
              </a:lvl1pPr>
            </a:lstStyle>
            <a:p>
              <a:pPr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GB" sz="1600" b="0" kern="10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www.oneadvanced.com</a:t>
              </a:r>
              <a:endParaRPr lang="en-GB" sz="1600" b="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B617B8F-439F-0846-C91B-0D0BE613E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07239" y="3966176"/>
              <a:ext cx="375506" cy="295040"/>
            </a:xfrm>
            <a:prstGeom prst="rect">
              <a:avLst/>
            </a:prstGeom>
          </p:spPr>
        </p:pic>
        <p:sp>
          <p:nvSpPr>
            <p:cNvPr id="13" name="Title 1">
              <a:hlinkClick r:id="rId8"/>
              <a:extLst>
                <a:ext uri="{FF2B5EF4-FFF2-40B4-BE49-F238E27FC236}">
                  <a16:creationId xmlns:a16="http://schemas.microsoft.com/office/drawing/2014/main" id="{0C9002D1-74E0-6CBD-9260-7B915AF42557}"/>
                </a:ext>
              </a:extLst>
            </p:cNvPr>
            <p:cNvSpPr txBox="1">
              <a:spLocks/>
            </p:cNvSpPr>
            <p:nvPr/>
          </p:nvSpPr>
          <p:spPr>
            <a:xfrm>
              <a:off x="8539706" y="3979892"/>
              <a:ext cx="2766102" cy="281324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chemeClr val="tx1"/>
                  </a:solidFill>
                  <a:latin typeface="Montserrat SemiBold" pitchFamily="2" charset="77"/>
                  <a:ea typeface="+mj-ea"/>
                  <a:cs typeface="+mj-cs"/>
                </a:defRPr>
              </a:lvl1pPr>
            </a:lstStyle>
            <a:p>
              <a:pPr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GB" sz="1600" b="0" kern="1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hello@oneadvanced.com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BE4C725-FC06-DB3B-0F4B-89A77869B06D}"/>
              </a:ext>
            </a:extLst>
          </p:cNvPr>
          <p:cNvSpPr txBox="1">
            <a:spLocks/>
          </p:cNvSpPr>
          <p:nvPr userDrawn="1"/>
        </p:nvSpPr>
        <p:spPr>
          <a:xfrm>
            <a:off x="2532063" y="2328182"/>
            <a:ext cx="7127875" cy="49431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4000"/>
              <a:t>Connect with 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58167D-1797-F786-9B8C-3BB1923D6493}"/>
              </a:ext>
            </a:extLst>
          </p:cNvPr>
          <p:cNvSpPr txBox="1"/>
          <p:nvPr userDrawn="1"/>
        </p:nvSpPr>
        <p:spPr>
          <a:xfrm>
            <a:off x="3194787" y="5765172"/>
            <a:ext cx="7618977" cy="377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800" kern="100">
                <a:solidFill>
                  <a:srgbClr val="2C2C37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Computer Software Group Limited is a company registered in England and Wales under company number 05965280, whose registered office </a:t>
            </a:r>
            <a:r>
              <a:rPr lang="en-GB" sz="800" kern="100">
                <a:solidFill>
                  <a:srgbClr val="373743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is: The Mailbox, Level 3, 101 Wharfside Street, Birmingham, B1 1RF</a:t>
            </a:r>
            <a:r>
              <a:rPr lang="en-GB" sz="800" kern="100">
                <a:solidFill>
                  <a:srgbClr val="2C2C37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 full list of its trading subsidiaries is available at www.oneadvanced.com/legal-privacy.</a:t>
            </a:r>
            <a:endParaRPr lang="en-US" sz="80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8498B2A-6B78-C39B-1C69-0EA4C112C95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98111" y="5849241"/>
            <a:ext cx="1752318" cy="21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557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- Title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25F2FB2-840D-F0CA-9F59-E30CB784DF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4711"/>
          <a:stretch/>
        </p:blipFill>
        <p:spPr>
          <a:xfrm>
            <a:off x="11360321" y="240054"/>
            <a:ext cx="276225" cy="23831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05DFCF-753F-8AAE-BDF9-C48470388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5600"/>
            <a:ext cx="5292725" cy="4705200"/>
          </a:xfrm>
        </p:spPr>
        <p:txBody>
          <a:bodyPr/>
          <a:lstStyle>
            <a:lvl1pPr>
              <a:lnSpc>
                <a:spcPct val="140000"/>
              </a:lnSpc>
              <a:defRPr lang="en-GB" noProof="0" dirty="0" smtClean="0"/>
            </a:lvl1pPr>
            <a:lvl2pPr>
              <a:lnSpc>
                <a:spcPct val="140000"/>
              </a:lnSpc>
              <a:defRPr lang="en-GB" noProof="0" dirty="0" smtClean="0"/>
            </a:lvl2pPr>
            <a:lvl3pPr>
              <a:lnSpc>
                <a:spcPct val="140000"/>
              </a:lnSpc>
              <a:defRPr lang="en-GB" noProof="0" dirty="0" smtClean="0"/>
            </a:lvl3pPr>
            <a:lvl4pPr>
              <a:lnSpc>
                <a:spcPct val="140000"/>
              </a:lnSpc>
              <a:defRPr lang="en-GB" noProof="0" dirty="0"/>
            </a:lvl4pPr>
          </a:lstStyle>
          <a:p>
            <a:pPr marL="342900" marR="0" lvl="0" indent="-252000" algn="l" defTabSz="914400" rtl="0" eaLnBrk="1" fontAlgn="auto" latinLnBrk="0" hangingPunct="1">
              <a:lnSpc>
                <a:spcPct val="140000"/>
              </a:lnSpc>
              <a:spcBef>
                <a:spcPts val="80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</a:p>
          <a:p>
            <a:pPr marL="864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F15D2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Second level</a:t>
            </a:r>
          </a:p>
          <a:p>
            <a:pPr marL="1368000" marR="0" lvl="2" indent="-180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25252C">
                  <a:lumMod val="75000"/>
                  <a:lumOff val="25000"/>
                </a:srgbClr>
              </a:buClr>
              <a:buSzPct val="13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Third level</a:t>
            </a:r>
          </a:p>
          <a:p>
            <a:pPr marL="1728000" marR="0" lvl="3" indent="-144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F15D22"/>
              </a:buClr>
              <a:buSzPct val="12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F472F98-5AEE-6AB5-BBB2-A88EB9603F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725" y="1425599"/>
            <a:ext cx="5314950" cy="4705200"/>
          </a:xfrm>
        </p:spPr>
        <p:txBody>
          <a:bodyPr/>
          <a:lstStyle/>
          <a:p>
            <a:pPr marL="342900" marR="0" lvl="0" indent="-252000" algn="l" defTabSz="914400" rtl="0" eaLnBrk="1" fontAlgn="auto" latinLnBrk="0" hangingPunct="1">
              <a:lnSpc>
                <a:spcPct val="140000"/>
              </a:lnSpc>
              <a:spcBef>
                <a:spcPts val="80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</a:p>
          <a:p>
            <a:pPr marL="864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F15D2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Second level</a:t>
            </a:r>
          </a:p>
          <a:p>
            <a:pPr marL="1368000" marR="0" lvl="2" indent="-180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25252C">
                  <a:lumMod val="75000"/>
                  <a:lumOff val="25000"/>
                </a:srgbClr>
              </a:buClr>
              <a:buSzPct val="13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Third level</a:t>
            </a:r>
          </a:p>
          <a:p>
            <a:pPr marL="1728000" marR="0" lvl="3" indent="-144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F15D22"/>
              </a:buClr>
              <a:buSzPct val="12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8304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FA676-B67E-AC67-7DDA-00665EF3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429193"/>
            <a:ext cx="10801349" cy="687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9D472-BF61-3B8E-D859-41FCAE35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424138"/>
            <a:ext cx="10801350" cy="47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7B15-1A7C-CA75-4000-6B4E7DCC0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4377" y="6356350"/>
            <a:ext cx="1189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0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D63005AE-A14B-7B48-9AF5-01E333747121}" type="datetime1">
              <a:rPr lang="en-GB" smtClean="0"/>
              <a:t>01/10/2024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5CDDB-CC03-EB15-3D1D-E9C5DF5AC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6742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9A69-816B-342C-83AD-D5776DA9D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1647" y="6356350"/>
            <a:ext cx="390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58AAB2-EDCD-A900-5FDD-1A1336EBF022}"/>
              </a:ext>
            </a:extLst>
          </p:cNvPr>
          <p:cNvPicPr>
            <a:picLocks noChangeAspect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1360321" y="240054"/>
            <a:ext cx="276225" cy="2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84" r:id="rId4"/>
    <p:sldLayoutId id="2147483685" r:id="rId5"/>
    <p:sldLayoutId id="2147483651" r:id="rId6"/>
    <p:sldLayoutId id="2147483660" r:id="rId7"/>
    <p:sldLayoutId id="2147483661" r:id="rId8"/>
    <p:sldLayoutId id="2147483717" r:id="rId9"/>
    <p:sldLayoutId id="2147483718" r:id="rId10"/>
    <p:sldLayoutId id="2147483662" r:id="rId11"/>
    <p:sldLayoutId id="2147483663" r:id="rId12"/>
    <p:sldLayoutId id="2147483731" r:id="rId13"/>
    <p:sldLayoutId id="2147483733" r:id="rId14"/>
    <p:sldLayoutId id="2147483734" r:id="rId15"/>
    <p:sldLayoutId id="2147483735" r:id="rId16"/>
    <p:sldLayoutId id="2147483719" r:id="rId17"/>
    <p:sldLayoutId id="2147483673" r:id="rId18"/>
    <p:sldLayoutId id="2147483676" r:id="rId19"/>
    <p:sldLayoutId id="2147483674" r:id="rId20"/>
    <p:sldLayoutId id="2147483677" r:id="rId21"/>
    <p:sldLayoutId id="2147483741" r:id="rId22"/>
    <p:sldLayoutId id="2147483742" r:id="rId23"/>
    <p:sldLayoutId id="2147483666" r:id="rId24"/>
    <p:sldLayoutId id="2147483667" r:id="rId25"/>
    <p:sldLayoutId id="2147483668" r:id="rId26"/>
    <p:sldLayoutId id="2147483680" r:id="rId27"/>
    <p:sldLayoutId id="2147483675" r:id="rId28"/>
    <p:sldLayoutId id="2147483723" r:id="rId29"/>
    <p:sldLayoutId id="2147483722" r:id="rId30"/>
    <p:sldLayoutId id="2147483732" r:id="rId31"/>
    <p:sldLayoutId id="2147483737" r:id="rId32"/>
    <p:sldLayoutId id="2147483738" r:id="rId33"/>
    <p:sldLayoutId id="2147483739" r:id="rId34"/>
    <p:sldLayoutId id="2147483740" r:id="rId35"/>
    <p:sldLayoutId id="2147483682" r:id="rId36"/>
    <p:sldLayoutId id="2147483683" r:id="rId37"/>
    <p:sldLayoutId id="2147483725" r:id="rId38"/>
    <p:sldLayoutId id="2147483670" r:id="rId39"/>
    <p:sldLayoutId id="2147483671" r:id="rId40"/>
    <p:sldLayoutId id="2147483669" r:id="rId41"/>
    <p:sldLayoutId id="2147483664" r:id="rId42"/>
    <p:sldLayoutId id="2147483665" r:id="rId43"/>
    <p:sldLayoutId id="2147483681" r:id="rId44"/>
    <p:sldLayoutId id="2147483655" r:id="rId45"/>
    <p:sldLayoutId id="2147483672" r:id="rId46"/>
    <p:sldLayoutId id="2147483678" r:id="rId47"/>
    <p:sldLayoutId id="2147483679" r:id="rId48"/>
    <p:sldLayoutId id="2147483743" r:id="rId4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342000" indent="-252000" algn="l" defTabSz="914400" rtl="0" eaLnBrk="1" latinLnBrk="0" hangingPunct="1">
        <a:lnSpc>
          <a:spcPct val="120000"/>
        </a:lnSpc>
        <a:spcBef>
          <a:spcPts val="800"/>
        </a:spcBef>
        <a:spcAft>
          <a:spcPts val="300"/>
        </a:spcAft>
        <a:buSzPct val="12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20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52000" indent="-180000" algn="l" defTabSz="914400" rtl="0" eaLnBrk="1" latinLnBrk="0" hangingPunct="1">
        <a:lnSpc>
          <a:spcPct val="120000"/>
        </a:lnSpc>
        <a:spcBef>
          <a:spcPts val="100"/>
        </a:spcBef>
        <a:spcAft>
          <a:spcPts val="0"/>
        </a:spcAft>
        <a:buClr>
          <a:schemeClr val="tx1">
            <a:lumMod val="75000"/>
            <a:lumOff val="25000"/>
          </a:schemeClr>
        </a:buClr>
        <a:buSzPct val="130000"/>
        <a:buFont typeface="Open Sans" panose="020B0606030504020204" pitchFamily="34" charset="0"/>
        <a:buChar char="›"/>
        <a:defRPr sz="16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512000" indent="-144000" algn="l" defTabSz="914400" rtl="0" eaLnBrk="1" latinLnBrk="0" hangingPunct="1">
        <a:lnSpc>
          <a:spcPct val="120000"/>
        </a:lnSpc>
        <a:spcBef>
          <a:spcPts val="100"/>
        </a:spcBef>
        <a:spcAft>
          <a:spcPts val="0"/>
        </a:spcAft>
        <a:buClr>
          <a:schemeClr val="tx2"/>
        </a:buClr>
        <a:buSzPct val="120000"/>
        <a:buFont typeface="Open Sans" panose="020B0606030504020204" pitchFamily="34" charset="0"/>
        <a:buChar char="›"/>
        <a:defRPr sz="14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872000" indent="-108000" algn="l" defTabSz="914400" rtl="0" eaLnBrk="1" latinLnBrk="0" hangingPunct="1">
        <a:lnSpc>
          <a:spcPct val="120000"/>
        </a:lnSpc>
        <a:spcBef>
          <a:spcPts val="100"/>
        </a:spcBef>
        <a:spcAft>
          <a:spcPts val="0"/>
        </a:spcAft>
        <a:buClr>
          <a:schemeClr val="tx1">
            <a:lumMod val="50000"/>
            <a:lumOff val="50000"/>
          </a:schemeClr>
        </a:buClr>
        <a:buFont typeface="Open Sans" panose="020B0606030504020204" pitchFamily="34" charset="0"/>
        <a:buChar char="›"/>
        <a:defRPr sz="1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>
          <p15:clr>
            <a:srgbClr val="547EBF"/>
          </p15:clr>
        </p15:guide>
        <p15:guide id="3" orient="horz" pos="2228">
          <p15:clr>
            <a:srgbClr val="547EBF"/>
          </p15:clr>
        </p15:guide>
        <p15:guide id="4" orient="horz" pos="2115">
          <p15:clr>
            <a:srgbClr val="547EBF"/>
          </p15:clr>
        </p15:guide>
        <p15:guide id="7" pos="1481">
          <p15:clr>
            <a:srgbClr val="547EBF"/>
          </p15:clr>
        </p15:guide>
        <p15:guide id="8" pos="1595">
          <p15:clr>
            <a:srgbClr val="547EBF"/>
          </p15:clr>
        </p15:guide>
        <p15:guide id="9" pos="2638">
          <p15:clr>
            <a:srgbClr val="547EBF"/>
          </p15:clr>
        </p15:guide>
        <p15:guide id="10" pos="2751">
          <p15:clr>
            <a:srgbClr val="547EBF"/>
          </p15:clr>
        </p15:guide>
        <p15:guide id="11" pos="3772">
          <p15:clr>
            <a:srgbClr val="547EBF"/>
          </p15:clr>
        </p15:guide>
        <p15:guide id="12" pos="3885">
          <p15:clr>
            <a:srgbClr val="547EBF"/>
          </p15:clr>
        </p15:guide>
        <p15:guide id="13" pos="4929">
          <p15:clr>
            <a:srgbClr val="547EBF"/>
          </p15:clr>
        </p15:guide>
        <p15:guide id="14" pos="5029">
          <p15:clr>
            <a:srgbClr val="547EBF"/>
          </p15:clr>
        </p15:guide>
        <p15:guide id="15" pos="6085">
          <p15:clr>
            <a:srgbClr val="547EBF"/>
          </p15:clr>
        </p15:guide>
        <p15:guide id="16" pos="6185">
          <p15:clr>
            <a:srgbClr val="547EBF"/>
          </p15:clr>
        </p15:guide>
        <p15:guide id="17" orient="horz" pos="890" userDrawn="1">
          <p15:clr>
            <a:srgbClr val="F26B43"/>
          </p15:clr>
        </p15:guide>
        <p15:guide id="18" orient="horz" pos="3861" userDrawn="1">
          <p15:clr>
            <a:srgbClr val="F26B43"/>
          </p15:clr>
        </p15:guide>
        <p15:guide id="19" pos="438" userDrawn="1">
          <p15:clr>
            <a:srgbClr val="F26B43"/>
          </p15:clr>
        </p15:guide>
        <p15:guide id="20" pos="71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1328-38B7-3594-7FBB-BE5592178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>
                <a:latin typeface="Montserrat SemiBold"/>
              </a:rPr>
              <a:t>valclient</a:t>
            </a:r>
            <a:r>
              <a:rPr lang="en-US" dirty="0">
                <a:latin typeface="Montserrat SemiBold"/>
              </a:rPr>
              <a:t>: Value Business 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8DF38-F73F-09E2-6B8C-286C375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4B16102-7F03-D98C-5599-59D403A4A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Financials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C2211-2BF5-0F3E-134E-6D7CA1E5AA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Presented by OneAdvanced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ABF3CB5-1982-E5EA-D401-E797DAE7CB8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80887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3A6339-EE20-5ED6-6696-7763D8C68FB0}"/>
              </a:ext>
            </a:extLst>
          </p:cNvPr>
          <p:cNvSpPr/>
          <p:nvPr/>
        </p:nvSpPr>
        <p:spPr>
          <a:xfrm>
            <a:off x="6958639" y="5022863"/>
            <a:ext cx="1951310" cy="548993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83145D9-A5D5-4A29-9000-3FD97569E5F5}"/>
              </a:ext>
            </a:extLst>
          </p:cNvPr>
          <p:cNvSpPr/>
          <p:nvPr/>
        </p:nvSpPr>
        <p:spPr>
          <a:xfrm>
            <a:off x="4862001" y="4999173"/>
            <a:ext cx="1930036" cy="548993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ff-page Connector 9">
            <a:extLst>
              <a:ext uri="{FF2B5EF4-FFF2-40B4-BE49-F238E27FC236}">
                <a16:creationId xmlns:a16="http://schemas.microsoft.com/office/drawing/2014/main" id="{A97AE63F-0C53-AB7A-E6A8-5650E994B32B}"/>
              </a:ext>
            </a:extLst>
          </p:cNvPr>
          <p:cNvSpPr/>
          <p:nvPr/>
        </p:nvSpPr>
        <p:spPr>
          <a:xfrm>
            <a:off x="4870182" y="1903894"/>
            <a:ext cx="1930036" cy="2548563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accounts  payable processes 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Poor workflow customisation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Off-page Connector 9">
            <a:extLst>
              <a:ext uri="{FF2B5EF4-FFF2-40B4-BE49-F238E27FC236}">
                <a16:creationId xmlns:a16="http://schemas.microsoft.com/office/drawing/2014/main" id="{14F02441-381E-E675-0973-5995D3C09337}"/>
              </a:ext>
            </a:extLst>
          </p:cNvPr>
          <p:cNvSpPr/>
          <p:nvPr/>
        </p:nvSpPr>
        <p:spPr>
          <a:xfrm>
            <a:off x="2767445" y="1903894"/>
            <a:ext cx="1930036" cy="2544655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structured workflows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consuming manual entry</a:t>
            </a:r>
          </a:p>
        </p:txBody>
      </p:sp>
      <p:sp>
        <p:nvSpPr>
          <p:cNvPr id="41" name="Off-page Connector 9">
            <a:extLst>
              <a:ext uri="{FF2B5EF4-FFF2-40B4-BE49-F238E27FC236}">
                <a16:creationId xmlns:a16="http://schemas.microsoft.com/office/drawing/2014/main" id="{579E8B31-C28B-B9F8-070D-943247388A6B}"/>
              </a:ext>
            </a:extLst>
          </p:cNvPr>
          <p:cNvSpPr/>
          <p:nvPr/>
        </p:nvSpPr>
        <p:spPr>
          <a:xfrm>
            <a:off x="654867" y="1903895"/>
            <a:ext cx="1876855" cy="2544656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Slow systems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data management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9B21B-0DB0-4A3B-2A56-3222E861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2CBA69-C11A-8CE4-B582-EF16D83B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388773"/>
          </a:xfrm>
        </p:spPr>
        <p:txBody>
          <a:bodyPr/>
          <a:lstStyle/>
          <a:p>
            <a:r>
              <a:rPr lang="en-GB"/>
              <a:t>DOING NOTHING IS NOT AN OPTION</a:t>
            </a:r>
          </a:p>
        </p:txBody>
      </p:sp>
      <p:sp>
        <p:nvSpPr>
          <p:cNvPr id="40" name="Freeform 4">
            <a:extLst>
              <a:ext uri="{FF2B5EF4-FFF2-40B4-BE49-F238E27FC236}">
                <a16:creationId xmlns:a16="http://schemas.microsoft.com/office/drawing/2014/main" id="{775A7557-207F-823B-8E7F-4AA7DB2E6D01}"/>
              </a:ext>
            </a:extLst>
          </p:cNvPr>
          <p:cNvSpPr/>
          <p:nvPr/>
        </p:nvSpPr>
        <p:spPr>
          <a:xfrm rot="10800000">
            <a:off x="648367" y="2163520"/>
            <a:ext cx="1931085" cy="2983678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16778 w 4872690"/>
              <a:gd name="connsiteY0" fmla="*/ 9143998 h 9144000"/>
              <a:gd name="connsiteX1" fmla="*/ 4872690 w 4872690"/>
              <a:gd name="connsiteY1" fmla="*/ 9143998 h 9144000"/>
              <a:gd name="connsiteX2" fmla="*/ 4872690 w 4872690"/>
              <a:gd name="connsiteY2" fmla="*/ 9144000 h 9144000"/>
              <a:gd name="connsiteX3" fmla="*/ 16778 w 4872690"/>
              <a:gd name="connsiteY3" fmla="*/ 9144000 h 9144000"/>
              <a:gd name="connsiteX4" fmla="*/ 16778 w 4872690"/>
              <a:gd name="connsiteY4" fmla="*/ 9143998 h 9144000"/>
              <a:gd name="connsiteX5" fmla="*/ 0 w 4872690"/>
              <a:gd name="connsiteY5" fmla="*/ 726469 h 9144000"/>
              <a:gd name="connsiteX6" fmla="*/ 4872690 w 4872690"/>
              <a:gd name="connsiteY6" fmla="*/ 0 h 9144000"/>
              <a:gd name="connsiteX7" fmla="*/ 4872690 w 4872690"/>
              <a:gd name="connsiteY7" fmla="*/ 4215866 h 9144000"/>
              <a:gd name="connsiteX8" fmla="*/ 2444734 w 4872690"/>
              <a:gd name="connsiteY8" fmla="*/ 2983833 h 9144000"/>
              <a:gd name="connsiteX9" fmla="*/ 16778 w 4872690"/>
              <a:gd name="connsiteY9" fmla="*/ 4215866 h 9144000"/>
              <a:gd name="connsiteX10" fmla="*/ 0 w 4872690"/>
              <a:gd name="connsiteY10" fmla="*/ 726469 h 9144000"/>
              <a:gd name="connsiteX0" fmla="*/ 16778 w 4889468"/>
              <a:gd name="connsiteY0" fmla="*/ 8468213 h 8468215"/>
              <a:gd name="connsiteX1" fmla="*/ 4872690 w 4889468"/>
              <a:gd name="connsiteY1" fmla="*/ 8468213 h 8468215"/>
              <a:gd name="connsiteX2" fmla="*/ 4872690 w 4889468"/>
              <a:gd name="connsiteY2" fmla="*/ 8468215 h 8468215"/>
              <a:gd name="connsiteX3" fmla="*/ 16778 w 4889468"/>
              <a:gd name="connsiteY3" fmla="*/ 8468215 h 8468215"/>
              <a:gd name="connsiteX4" fmla="*/ 16778 w 4889468"/>
              <a:gd name="connsiteY4" fmla="*/ 8468213 h 8468215"/>
              <a:gd name="connsiteX5" fmla="*/ 0 w 4889468"/>
              <a:gd name="connsiteY5" fmla="*/ 50684 h 8468215"/>
              <a:gd name="connsiteX6" fmla="*/ 4889468 w 4889468"/>
              <a:gd name="connsiteY6" fmla="*/ 0 h 8468215"/>
              <a:gd name="connsiteX7" fmla="*/ 4872690 w 4889468"/>
              <a:gd name="connsiteY7" fmla="*/ 3540081 h 8468215"/>
              <a:gd name="connsiteX8" fmla="*/ 2444734 w 4889468"/>
              <a:gd name="connsiteY8" fmla="*/ 2308048 h 8468215"/>
              <a:gd name="connsiteX9" fmla="*/ 16778 w 4889468"/>
              <a:gd name="connsiteY9" fmla="*/ 3540081 h 8468215"/>
              <a:gd name="connsiteX10" fmla="*/ 0 w 4889468"/>
              <a:gd name="connsiteY10" fmla="*/ 50684 h 8468215"/>
              <a:gd name="connsiteX0" fmla="*/ 16778 w 4889468"/>
              <a:gd name="connsiteY0" fmla="*/ 8417529 h 8417531"/>
              <a:gd name="connsiteX1" fmla="*/ 4872690 w 4889468"/>
              <a:gd name="connsiteY1" fmla="*/ 8417529 h 8417531"/>
              <a:gd name="connsiteX2" fmla="*/ 4872690 w 4889468"/>
              <a:gd name="connsiteY2" fmla="*/ 8417531 h 8417531"/>
              <a:gd name="connsiteX3" fmla="*/ 16778 w 4889468"/>
              <a:gd name="connsiteY3" fmla="*/ 8417531 h 8417531"/>
              <a:gd name="connsiteX4" fmla="*/ 16778 w 4889468"/>
              <a:gd name="connsiteY4" fmla="*/ 8417529 h 8417531"/>
              <a:gd name="connsiteX5" fmla="*/ 0 w 4889468"/>
              <a:gd name="connsiteY5" fmla="*/ 0 h 8417531"/>
              <a:gd name="connsiteX6" fmla="*/ 4889468 w 4889468"/>
              <a:gd name="connsiteY6" fmla="*/ 0 h 8417531"/>
              <a:gd name="connsiteX7" fmla="*/ 4872690 w 4889468"/>
              <a:gd name="connsiteY7" fmla="*/ 3489397 h 8417531"/>
              <a:gd name="connsiteX8" fmla="*/ 2444734 w 4889468"/>
              <a:gd name="connsiteY8" fmla="*/ 2257364 h 8417531"/>
              <a:gd name="connsiteX9" fmla="*/ 16778 w 4889468"/>
              <a:gd name="connsiteY9" fmla="*/ 3489397 h 8417531"/>
              <a:gd name="connsiteX10" fmla="*/ 0 w 4889468"/>
              <a:gd name="connsiteY10" fmla="*/ 0 h 841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89468" h="8417531">
                <a:moveTo>
                  <a:pt x="16778" y="8417529"/>
                </a:moveTo>
                <a:lnTo>
                  <a:pt x="4872690" y="8417529"/>
                </a:lnTo>
                <a:lnTo>
                  <a:pt x="4872690" y="8417531"/>
                </a:lnTo>
                <a:lnTo>
                  <a:pt x="16778" y="8417531"/>
                </a:lnTo>
                <a:lnTo>
                  <a:pt x="16778" y="8417529"/>
                </a:lnTo>
                <a:close/>
                <a:moveTo>
                  <a:pt x="0" y="0"/>
                </a:moveTo>
                <a:lnTo>
                  <a:pt x="4889468" y="0"/>
                </a:lnTo>
                <a:cubicBezTo>
                  <a:pt x="4883875" y="1180027"/>
                  <a:pt x="4878283" y="2309370"/>
                  <a:pt x="4872690" y="3489397"/>
                </a:cubicBezTo>
                <a:lnTo>
                  <a:pt x="2444734" y="2257364"/>
                </a:lnTo>
                <a:lnTo>
                  <a:pt x="16778" y="3489397"/>
                </a:lnTo>
                <a:cubicBezTo>
                  <a:pt x="16778" y="2084108"/>
                  <a:pt x="0" y="140528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1E455A-2DE5-AA6B-952A-5F99CA73916D}"/>
              </a:ext>
            </a:extLst>
          </p:cNvPr>
          <p:cNvSpPr txBox="1"/>
          <p:nvPr/>
        </p:nvSpPr>
        <p:spPr>
          <a:xfrm>
            <a:off x="651464" y="2082991"/>
            <a:ext cx="1873758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IT finance systems </a:t>
            </a:r>
          </a:p>
        </p:txBody>
      </p:sp>
      <p:sp>
        <p:nvSpPr>
          <p:cNvPr id="43" name="Freeform 1015">
            <a:extLst>
              <a:ext uri="{FF2B5EF4-FFF2-40B4-BE49-F238E27FC236}">
                <a16:creationId xmlns:a16="http://schemas.microsoft.com/office/drawing/2014/main" id="{5222BCAB-8DAE-9ECC-55ED-CAF94FD73E96}"/>
              </a:ext>
            </a:extLst>
          </p:cNvPr>
          <p:cNvSpPr>
            <a:spLocks noChangeAspect="1"/>
          </p:cNvSpPr>
          <p:nvPr/>
        </p:nvSpPr>
        <p:spPr bwMode="auto">
          <a:xfrm>
            <a:off x="1378174" y="1552929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9D6AF1DB-D2A2-3A99-8911-3637D8BF1298}"/>
              </a:ext>
            </a:extLst>
          </p:cNvPr>
          <p:cNvSpPr/>
          <p:nvPr/>
        </p:nvSpPr>
        <p:spPr>
          <a:xfrm rot="10800000">
            <a:off x="2743326" y="2050435"/>
            <a:ext cx="1951577" cy="3096761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16778 w 4872690"/>
              <a:gd name="connsiteY0" fmla="*/ 9143998 h 9144000"/>
              <a:gd name="connsiteX1" fmla="*/ 4872690 w 4872690"/>
              <a:gd name="connsiteY1" fmla="*/ 9143998 h 9144000"/>
              <a:gd name="connsiteX2" fmla="*/ 4872690 w 4872690"/>
              <a:gd name="connsiteY2" fmla="*/ 9144000 h 9144000"/>
              <a:gd name="connsiteX3" fmla="*/ 16778 w 4872690"/>
              <a:gd name="connsiteY3" fmla="*/ 9144000 h 9144000"/>
              <a:gd name="connsiteX4" fmla="*/ 16778 w 4872690"/>
              <a:gd name="connsiteY4" fmla="*/ 9143998 h 9144000"/>
              <a:gd name="connsiteX5" fmla="*/ 0 w 4872690"/>
              <a:gd name="connsiteY5" fmla="*/ 743364 h 9144000"/>
              <a:gd name="connsiteX6" fmla="*/ 4872690 w 4872690"/>
              <a:gd name="connsiteY6" fmla="*/ 0 h 9144000"/>
              <a:gd name="connsiteX7" fmla="*/ 4872690 w 4872690"/>
              <a:gd name="connsiteY7" fmla="*/ 4215866 h 9144000"/>
              <a:gd name="connsiteX8" fmla="*/ 2444734 w 4872690"/>
              <a:gd name="connsiteY8" fmla="*/ 2983833 h 9144000"/>
              <a:gd name="connsiteX9" fmla="*/ 16778 w 4872690"/>
              <a:gd name="connsiteY9" fmla="*/ 4215866 h 9144000"/>
              <a:gd name="connsiteX10" fmla="*/ 0 w 4872690"/>
              <a:gd name="connsiteY10" fmla="*/ 743364 h 9144000"/>
              <a:gd name="connsiteX0" fmla="*/ 16778 w 4872690"/>
              <a:gd name="connsiteY0" fmla="*/ 8400634 h 8400636"/>
              <a:gd name="connsiteX1" fmla="*/ 4872690 w 4872690"/>
              <a:gd name="connsiteY1" fmla="*/ 8400634 h 8400636"/>
              <a:gd name="connsiteX2" fmla="*/ 4872690 w 4872690"/>
              <a:gd name="connsiteY2" fmla="*/ 8400636 h 8400636"/>
              <a:gd name="connsiteX3" fmla="*/ 16778 w 4872690"/>
              <a:gd name="connsiteY3" fmla="*/ 8400636 h 8400636"/>
              <a:gd name="connsiteX4" fmla="*/ 16778 w 4872690"/>
              <a:gd name="connsiteY4" fmla="*/ 8400634 h 8400636"/>
              <a:gd name="connsiteX5" fmla="*/ 0 w 4872690"/>
              <a:gd name="connsiteY5" fmla="*/ 0 h 8400636"/>
              <a:gd name="connsiteX6" fmla="*/ 4872690 w 4872690"/>
              <a:gd name="connsiteY6" fmla="*/ 33789 h 8400636"/>
              <a:gd name="connsiteX7" fmla="*/ 4872690 w 4872690"/>
              <a:gd name="connsiteY7" fmla="*/ 3472502 h 8400636"/>
              <a:gd name="connsiteX8" fmla="*/ 2444734 w 4872690"/>
              <a:gd name="connsiteY8" fmla="*/ 2240469 h 8400636"/>
              <a:gd name="connsiteX9" fmla="*/ 16778 w 4872690"/>
              <a:gd name="connsiteY9" fmla="*/ 3472502 h 8400636"/>
              <a:gd name="connsiteX10" fmla="*/ 0 w 4872690"/>
              <a:gd name="connsiteY10" fmla="*/ 0 h 8400636"/>
              <a:gd name="connsiteX0" fmla="*/ 16778 w 4906246"/>
              <a:gd name="connsiteY0" fmla="*/ 8400634 h 8400636"/>
              <a:gd name="connsiteX1" fmla="*/ 4872690 w 4906246"/>
              <a:gd name="connsiteY1" fmla="*/ 8400634 h 8400636"/>
              <a:gd name="connsiteX2" fmla="*/ 4872690 w 4906246"/>
              <a:gd name="connsiteY2" fmla="*/ 8400636 h 8400636"/>
              <a:gd name="connsiteX3" fmla="*/ 16778 w 4906246"/>
              <a:gd name="connsiteY3" fmla="*/ 8400636 h 8400636"/>
              <a:gd name="connsiteX4" fmla="*/ 16778 w 4906246"/>
              <a:gd name="connsiteY4" fmla="*/ 8400634 h 8400636"/>
              <a:gd name="connsiteX5" fmla="*/ 0 w 4906246"/>
              <a:gd name="connsiteY5" fmla="*/ 0 h 8400636"/>
              <a:gd name="connsiteX6" fmla="*/ 4906246 w 4906246"/>
              <a:gd name="connsiteY6" fmla="*/ 16895 h 8400636"/>
              <a:gd name="connsiteX7" fmla="*/ 4872690 w 4906246"/>
              <a:gd name="connsiteY7" fmla="*/ 3472502 h 8400636"/>
              <a:gd name="connsiteX8" fmla="*/ 2444734 w 4906246"/>
              <a:gd name="connsiteY8" fmla="*/ 2240469 h 8400636"/>
              <a:gd name="connsiteX9" fmla="*/ 16778 w 4906246"/>
              <a:gd name="connsiteY9" fmla="*/ 3472502 h 8400636"/>
              <a:gd name="connsiteX10" fmla="*/ 0 w 4906246"/>
              <a:gd name="connsiteY10" fmla="*/ 0 h 8400636"/>
              <a:gd name="connsiteX0" fmla="*/ 16778 w 4923024"/>
              <a:gd name="connsiteY0" fmla="*/ 8400634 h 8400636"/>
              <a:gd name="connsiteX1" fmla="*/ 4872690 w 4923024"/>
              <a:gd name="connsiteY1" fmla="*/ 8400634 h 8400636"/>
              <a:gd name="connsiteX2" fmla="*/ 4872690 w 4923024"/>
              <a:gd name="connsiteY2" fmla="*/ 8400636 h 8400636"/>
              <a:gd name="connsiteX3" fmla="*/ 16778 w 4923024"/>
              <a:gd name="connsiteY3" fmla="*/ 8400636 h 8400636"/>
              <a:gd name="connsiteX4" fmla="*/ 16778 w 4923024"/>
              <a:gd name="connsiteY4" fmla="*/ 8400634 h 8400636"/>
              <a:gd name="connsiteX5" fmla="*/ 0 w 4923024"/>
              <a:gd name="connsiteY5" fmla="*/ 0 h 8400636"/>
              <a:gd name="connsiteX6" fmla="*/ 4923024 w 4923024"/>
              <a:gd name="connsiteY6" fmla="*/ 0 h 8400636"/>
              <a:gd name="connsiteX7" fmla="*/ 4872690 w 4923024"/>
              <a:gd name="connsiteY7" fmla="*/ 3472502 h 8400636"/>
              <a:gd name="connsiteX8" fmla="*/ 2444734 w 4923024"/>
              <a:gd name="connsiteY8" fmla="*/ 2240469 h 8400636"/>
              <a:gd name="connsiteX9" fmla="*/ 16778 w 4923024"/>
              <a:gd name="connsiteY9" fmla="*/ 3472502 h 8400636"/>
              <a:gd name="connsiteX10" fmla="*/ 0 w 4923024"/>
              <a:gd name="connsiteY10" fmla="*/ 0 h 8400636"/>
              <a:gd name="connsiteX0" fmla="*/ 16778 w 4923024"/>
              <a:gd name="connsiteY0" fmla="*/ 8434423 h 8434425"/>
              <a:gd name="connsiteX1" fmla="*/ 4872690 w 4923024"/>
              <a:gd name="connsiteY1" fmla="*/ 8434423 h 8434425"/>
              <a:gd name="connsiteX2" fmla="*/ 4872690 w 4923024"/>
              <a:gd name="connsiteY2" fmla="*/ 8434425 h 8434425"/>
              <a:gd name="connsiteX3" fmla="*/ 16778 w 4923024"/>
              <a:gd name="connsiteY3" fmla="*/ 8434425 h 8434425"/>
              <a:gd name="connsiteX4" fmla="*/ 16778 w 4923024"/>
              <a:gd name="connsiteY4" fmla="*/ 8434423 h 8434425"/>
              <a:gd name="connsiteX5" fmla="*/ 0 w 4923024"/>
              <a:gd name="connsiteY5" fmla="*/ 33789 h 8434425"/>
              <a:gd name="connsiteX6" fmla="*/ 4923024 w 4923024"/>
              <a:gd name="connsiteY6" fmla="*/ 0 h 8434425"/>
              <a:gd name="connsiteX7" fmla="*/ 4872690 w 4923024"/>
              <a:gd name="connsiteY7" fmla="*/ 3506291 h 8434425"/>
              <a:gd name="connsiteX8" fmla="*/ 2444734 w 4923024"/>
              <a:gd name="connsiteY8" fmla="*/ 2274258 h 8434425"/>
              <a:gd name="connsiteX9" fmla="*/ 16778 w 4923024"/>
              <a:gd name="connsiteY9" fmla="*/ 3506291 h 8434425"/>
              <a:gd name="connsiteX10" fmla="*/ 0 w 4923024"/>
              <a:gd name="connsiteY10" fmla="*/ 33789 h 8434425"/>
              <a:gd name="connsiteX0" fmla="*/ 16778 w 4923024"/>
              <a:gd name="connsiteY0" fmla="*/ 8434423 h 8434425"/>
              <a:gd name="connsiteX1" fmla="*/ 4872690 w 4923024"/>
              <a:gd name="connsiteY1" fmla="*/ 8434423 h 8434425"/>
              <a:gd name="connsiteX2" fmla="*/ 4872690 w 4923024"/>
              <a:gd name="connsiteY2" fmla="*/ 8434425 h 8434425"/>
              <a:gd name="connsiteX3" fmla="*/ 16778 w 4923024"/>
              <a:gd name="connsiteY3" fmla="*/ 8434425 h 8434425"/>
              <a:gd name="connsiteX4" fmla="*/ 16778 w 4923024"/>
              <a:gd name="connsiteY4" fmla="*/ 8434423 h 8434425"/>
              <a:gd name="connsiteX5" fmla="*/ 0 w 4923024"/>
              <a:gd name="connsiteY5" fmla="*/ 33789 h 8434425"/>
              <a:gd name="connsiteX6" fmla="*/ 4923024 w 4923024"/>
              <a:gd name="connsiteY6" fmla="*/ 0 h 8434425"/>
              <a:gd name="connsiteX7" fmla="*/ 4872690 w 4923024"/>
              <a:gd name="connsiteY7" fmla="*/ 3506291 h 8434425"/>
              <a:gd name="connsiteX8" fmla="*/ 2444734 w 4923024"/>
              <a:gd name="connsiteY8" fmla="*/ 2274258 h 8434425"/>
              <a:gd name="connsiteX9" fmla="*/ 16778 w 4923024"/>
              <a:gd name="connsiteY9" fmla="*/ 3506291 h 8434425"/>
              <a:gd name="connsiteX10" fmla="*/ 0 w 4923024"/>
              <a:gd name="connsiteY10" fmla="*/ 33789 h 8434425"/>
              <a:gd name="connsiteX0" fmla="*/ 16778 w 4906246"/>
              <a:gd name="connsiteY0" fmla="*/ 8451318 h 8451320"/>
              <a:gd name="connsiteX1" fmla="*/ 4872690 w 4906246"/>
              <a:gd name="connsiteY1" fmla="*/ 8451318 h 8451320"/>
              <a:gd name="connsiteX2" fmla="*/ 4872690 w 4906246"/>
              <a:gd name="connsiteY2" fmla="*/ 8451320 h 8451320"/>
              <a:gd name="connsiteX3" fmla="*/ 16778 w 4906246"/>
              <a:gd name="connsiteY3" fmla="*/ 8451320 h 8451320"/>
              <a:gd name="connsiteX4" fmla="*/ 16778 w 4906246"/>
              <a:gd name="connsiteY4" fmla="*/ 8451318 h 8451320"/>
              <a:gd name="connsiteX5" fmla="*/ 0 w 4906246"/>
              <a:gd name="connsiteY5" fmla="*/ 50684 h 8451320"/>
              <a:gd name="connsiteX6" fmla="*/ 4906246 w 4906246"/>
              <a:gd name="connsiteY6" fmla="*/ 0 h 8451320"/>
              <a:gd name="connsiteX7" fmla="*/ 4872690 w 4906246"/>
              <a:gd name="connsiteY7" fmla="*/ 3523186 h 8451320"/>
              <a:gd name="connsiteX8" fmla="*/ 2444734 w 4906246"/>
              <a:gd name="connsiteY8" fmla="*/ 2291153 h 8451320"/>
              <a:gd name="connsiteX9" fmla="*/ 16778 w 4906246"/>
              <a:gd name="connsiteY9" fmla="*/ 3523186 h 8451320"/>
              <a:gd name="connsiteX10" fmla="*/ 0 w 4906246"/>
              <a:gd name="connsiteY10" fmla="*/ 50684 h 8451320"/>
              <a:gd name="connsiteX0" fmla="*/ 16778 w 4923024"/>
              <a:gd name="connsiteY0" fmla="*/ 8400634 h 8400636"/>
              <a:gd name="connsiteX1" fmla="*/ 4872690 w 4923024"/>
              <a:gd name="connsiteY1" fmla="*/ 8400634 h 8400636"/>
              <a:gd name="connsiteX2" fmla="*/ 4872690 w 4923024"/>
              <a:gd name="connsiteY2" fmla="*/ 8400636 h 8400636"/>
              <a:gd name="connsiteX3" fmla="*/ 16778 w 4923024"/>
              <a:gd name="connsiteY3" fmla="*/ 8400636 h 8400636"/>
              <a:gd name="connsiteX4" fmla="*/ 16778 w 4923024"/>
              <a:gd name="connsiteY4" fmla="*/ 8400634 h 8400636"/>
              <a:gd name="connsiteX5" fmla="*/ 0 w 4923024"/>
              <a:gd name="connsiteY5" fmla="*/ 0 h 8400636"/>
              <a:gd name="connsiteX6" fmla="*/ 4923024 w 4923024"/>
              <a:gd name="connsiteY6" fmla="*/ 0 h 8400636"/>
              <a:gd name="connsiteX7" fmla="*/ 4872690 w 4923024"/>
              <a:gd name="connsiteY7" fmla="*/ 3472502 h 8400636"/>
              <a:gd name="connsiteX8" fmla="*/ 2444734 w 4923024"/>
              <a:gd name="connsiteY8" fmla="*/ 2240469 h 8400636"/>
              <a:gd name="connsiteX9" fmla="*/ 16778 w 4923024"/>
              <a:gd name="connsiteY9" fmla="*/ 3472502 h 8400636"/>
              <a:gd name="connsiteX10" fmla="*/ 0 w 4923024"/>
              <a:gd name="connsiteY10" fmla="*/ 0 h 84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23024" h="8400636">
                <a:moveTo>
                  <a:pt x="16778" y="8400634"/>
                </a:moveTo>
                <a:lnTo>
                  <a:pt x="4872690" y="8400634"/>
                </a:lnTo>
                <a:lnTo>
                  <a:pt x="4872690" y="8400636"/>
                </a:lnTo>
                <a:lnTo>
                  <a:pt x="16778" y="8400636"/>
                </a:lnTo>
                <a:lnTo>
                  <a:pt x="16778" y="8400634"/>
                </a:lnTo>
                <a:close/>
                <a:moveTo>
                  <a:pt x="0" y="0"/>
                </a:moveTo>
                <a:lnTo>
                  <a:pt x="4923024" y="0"/>
                </a:lnTo>
                <a:lnTo>
                  <a:pt x="4872690" y="3472502"/>
                </a:lnTo>
                <a:lnTo>
                  <a:pt x="2444734" y="2240469"/>
                </a:lnTo>
                <a:lnTo>
                  <a:pt x="16778" y="3472502"/>
                </a:lnTo>
                <a:cubicBezTo>
                  <a:pt x="16778" y="2067213"/>
                  <a:pt x="0" y="140528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93E2E9-4057-3AFE-50E4-C89A59C82461}"/>
              </a:ext>
            </a:extLst>
          </p:cNvPr>
          <p:cNvSpPr txBox="1"/>
          <p:nvPr/>
        </p:nvSpPr>
        <p:spPr>
          <a:xfrm>
            <a:off x="2800878" y="2094631"/>
            <a:ext cx="1869443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GB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Raising Purchase Order </a:t>
            </a:r>
          </a:p>
        </p:txBody>
      </p:sp>
      <p:sp>
        <p:nvSpPr>
          <p:cNvPr id="47" name="Freeform 1015">
            <a:extLst>
              <a:ext uri="{FF2B5EF4-FFF2-40B4-BE49-F238E27FC236}">
                <a16:creationId xmlns:a16="http://schemas.microsoft.com/office/drawing/2014/main" id="{16EC12E5-48F2-89E2-C305-C96DCB49C49B}"/>
              </a:ext>
            </a:extLst>
          </p:cNvPr>
          <p:cNvSpPr>
            <a:spLocks noChangeAspect="1"/>
          </p:cNvSpPr>
          <p:nvPr/>
        </p:nvSpPr>
        <p:spPr bwMode="auto">
          <a:xfrm>
            <a:off x="3479545" y="1552929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48" name="Freeform 50">
            <a:extLst>
              <a:ext uri="{FF2B5EF4-FFF2-40B4-BE49-F238E27FC236}">
                <a16:creationId xmlns:a16="http://schemas.microsoft.com/office/drawing/2014/main" id="{13C7AA69-72E1-AD20-DD7E-436E6E31F470}"/>
              </a:ext>
            </a:extLst>
          </p:cNvPr>
          <p:cNvSpPr/>
          <p:nvPr/>
        </p:nvSpPr>
        <p:spPr>
          <a:xfrm rot="10800000">
            <a:off x="4853592" y="2139161"/>
            <a:ext cx="1944972" cy="2971025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9143998 h 9144000"/>
              <a:gd name="connsiteX5" fmla="*/ 0 w 4855912"/>
              <a:gd name="connsiteY5" fmla="*/ 794048 h 9144000"/>
              <a:gd name="connsiteX6" fmla="*/ 4855912 w 4855912"/>
              <a:gd name="connsiteY6" fmla="*/ 0 h 9144000"/>
              <a:gd name="connsiteX7" fmla="*/ 4855912 w 4855912"/>
              <a:gd name="connsiteY7" fmla="*/ 4215866 h 9144000"/>
              <a:gd name="connsiteX8" fmla="*/ 2427956 w 4855912"/>
              <a:gd name="connsiteY8" fmla="*/ 2983833 h 9144000"/>
              <a:gd name="connsiteX9" fmla="*/ 0 w 4855912"/>
              <a:gd name="connsiteY9" fmla="*/ 4215866 h 9144000"/>
              <a:gd name="connsiteX10" fmla="*/ 0 w 4855912"/>
              <a:gd name="connsiteY10" fmla="*/ 794048 h 9144000"/>
              <a:gd name="connsiteX0" fmla="*/ 0 w 4855912"/>
              <a:gd name="connsiteY0" fmla="*/ 8366845 h 8366847"/>
              <a:gd name="connsiteX1" fmla="*/ 4855912 w 4855912"/>
              <a:gd name="connsiteY1" fmla="*/ 8366845 h 8366847"/>
              <a:gd name="connsiteX2" fmla="*/ 4855912 w 4855912"/>
              <a:gd name="connsiteY2" fmla="*/ 8366847 h 8366847"/>
              <a:gd name="connsiteX3" fmla="*/ 0 w 4855912"/>
              <a:gd name="connsiteY3" fmla="*/ 8366847 h 8366847"/>
              <a:gd name="connsiteX4" fmla="*/ 0 w 4855912"/>
              <a:gd name="connsiteY4" fmla="*/ 8366845 h 8366847"/>
              <a:gd name="connsiteX5" fmla="*/ 0 w 4855912"/>
              <a:gd name="connsiteY5" fmla="*/ 16895 h 8366847"/>
              <a:gd name="connsiteX6" fmla="*/ 4839134 w 4855912"/>
              <a:gd name="connsiteY6" fmla="*/ 0 h 8366847"/>
              <a:gd name="connsiteX7" fmla="*/ 4855912 w 4855912"/>
              <a:gd name="connsiteY7" fmla="*/ 3438713 h 8366847"/>
              <a:gd name="connsiteX8" fmla="*/ 2427956 w 4855912"/>
              <a:gd name="connsiteY8" fmla="*/ 2206680 h 8366847"/>
              <a:gd name="connsiteX9" fmla="*/ 0 w 4855912"/>
              <a:gd name="connsiteY9" fmla="*/ 3438713 h 8366847"/>
              <a:gd name="connsiteX10" fmla="*/ 0 w 4855912"/>
              <a:gd name="connsiteY10" fmla="*/ 16895 h 8366847"/>
              <a:gd name="connsiteX0" fmla="*/ 0 w 4857526"/>
              <a:gd name="connsiteY0" fmla="*/ 8349950 h 8349952"/>
              <a:gd name="connsiteX1" fmla="*/ 4855912 w 4857526"/>
              <a:gd name="connsiteY1" fmla="*/ 8349950 h 8349952"/>
              <a:gd name="connsiteX2" fmla="*/ 4855912 w 4857526"/>
              <a:gd name="connsiteY2" fmla="*/ 8349952 h 8349952"/>
              <a:gd name="connsiteX3" fmla="*/ 0 w 4857526"/>
              <a:gd name="connsiteY3" fmla="*/ 8349952 h 8349952"/>
              <a:gd name="connsiteX4" fmla="*/ 0 w 4857526"/>
              <a:gd name="connsiteY4" fmla="*/ 8349950 h 8349952"/>
              <a:gd name="connsiteX5" fmla="*/ 0 w 4857526"/>
              <a:gd name="connsiteY5" fmla="*/ 0 h 8349952"/>
              <a:gd name="connsiteX6" fmla="*/ 4855912 w 4857526"/>
              <a:gd name="connsiteY6" fmla="*/ 0 h 8349952"/>
              <a:gd name="connsiteX7" fmla="*/ 4855912 w 4857526"/>
              <a:gd name="connsiteY7" fmla="*/ 3421818 h 8349952"/>
              <a:gd name="connsiteX8" fmla="*/ 2427956 w 4857526"/>
              <a:gd name="connsiteY8" fmla="*/ 2189785 h 8349952"/>
              <a:gd name="connsiteX9" fmla="*/ 0 w 4857526"/>
              <a:gd name="connsiteY9" fmla="*/ 3421818 h 8349952"/>
              <a:gd name="connsiteX10" fmla="*/ 0 w 4857526"/>
              <a:gd name="connsiteY10" fmla="*/ 0 h 834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7526" h="8349952">
                <a:moveTo>
                  <a:pt x="0" y="8349950"/>
                </a:moveTo>
                <a:lnTo>
                  <a:pt x="4855912" y="8349950"/>
                </a:lnTo>
                <a:lnTo>
                  <a:pt x="4855912" y="8349952"/>
                </a:lnTo>
                <a:lnTo>
                  <a:pt x="0" y="8349952"/>
                </a:lnTo>
                <a:lnTo>
                  <a:pt x="0" y="8349950"/>
                </a:lnTo>
                <a:close/>
                <a:moveTo>
                  <a:pt x="0" y="0"/>
                </a:moveTo>
                <a:lnTo>
                  <a:pt x="4855912" y="0"/>
                </a:lnTo>
                <a:cubicBezTo>
                  <a:pt x="4861505" y="1146238"/>
                  <a:pt x="4850319" y="2275580"/>
                  <a:pt x="4855912" y="3421818"/>
                </a:cubicBezTo>
                <a:lnTo>
                  <a:pt x="2427956" y="2189785"/>
                </a:lnTo>
                <a:lnTo>
                  <a:pt x="0" y="34218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34D05C-D2DC-8FEC-1A30-2541B1BBDE4B}"/>
              </a:ext>
            </a:extLst>
          </p:cNvPr>
          <p:cNvSpPr txBox="1"/>
          <p:nvPr/>
        </p:nvSpPr>
        <p:spPr>
          <a:xfrm>
            <a:off x="4876659" y="1629340"/>
            <a:ext cx="1914319" cy="1077218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  <a:p>
            <a:pPr algn="ctr"/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  <a:p>
            <a:pPr algn="ctr"/>
            <a:r>
              <a:rPr lang="en-US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Purchase Order Approvals</a:t>
            </a:r>
          </a:p>
        </p:txBody>
      </p:sp>
      <p:sp>
        <p:nvSpPr>
          <p:cNvPr id="51" name="Freeform 1015">
            <a:extLst>
              <a:ext uri="{FF2B5EF4-FFF2-40B4-BE49-F238E27FC236}">
                <a16:creationId xmlns:a16="http://schemas.microsoft.com/office/drawing/2014/main" id="{063F48A3-FD39-6FB1-4A70-698D0FF8C694}"/>
              </a:ext>
            </a:extLst>
          </p:cNvPr>
          <p:cNvSpPr>
            <a:spLocks noChangeAspect="1"/>
          </p:cNvSpPr>
          <p:nvPr/>
        </p:nvSpPr>
        <p:spPr bwMode="auto">
          <a:xfrm>
            <a:off x="5567863" y="1556836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53" name="Off-page Connector 9">
            <a:extLst>
              <a:ext uri="{FF2B5EF4-FFF2-40B4-BE49-F238E27FC236}">
                <a16:creationId xmlns:a16="http://schemas.microsoft.com/office/drawing/2014/main" id="{A01973A7-1FA4-0C98-249C-23CD8984ED1A}"/>
              </a:ext>
            </a:extLst>
          </p:cNvPr>
          <p:cNvSpPr/>
          <p:nvPr/>
        </p:nvSpPr>
        <p:spPr>
          <a:xfrm>
            <a:off x="6941887" y="1903894"/>
            <a:ext cx="1930036" cy="254465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consuming processes 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risk of errors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CD4A24-0FC5-F6C8-0A71-820A70E43CB1}"/>
              </a:ext>
            </a:extLst>
          </p:cNvPr>
          <p:cNvSpPr txBox="1"/>
          <p:nvPr/>
        </p:nvSpPr>
        <p:spPr>
          <a:xfrm>
            <a:off x="6952096" y="2130171"/>
            <a:ext cx="1919827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Coding invoice processes</a:t>
            </a:r>
          </a:p>
        </p:txBody>
      </p:sp>
      <p:sp>
        <p:nvSpPr>
          <p:cNvPr id="55" name="Freeform 1015">
            <a:extLst>
              <a:ext uri="{FF2B5EF4-FFF2-40B4-BE49-F238E27FC236}">
                <a16:creationId xmlns:a16="http://schemas.microsoft.com/office/drawing/2014/main" id="{49379704-A7E9-6EF1-10D5-4FD212A90D8B}"/>
              </a:ext>
            </a:extLst>
          </p:cNvPr>
          <p:cNvSpPr>
            <a:spLocks noChangeAspect="1"/>
          </p:cNvSpPr>
          <p:nvPr/>
        </p:nvSpPr>
        <p:spPr bwMode="auto">
          <a:xfrm>
            <a:off x="7658956" y="1582040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39ED94A-B4FD-84A0-6CF0-1C23682FB399}"/>
              </a:ext>
            </a:extLst>
          </p:cNvPr>
          <p:cNvSpPr/>
          <p:nvPr/>
        </p:nvSpPr>
        <p:spPr>
          <a:xfrm>
            <a:off x="651464" y="4986527"/>
            <a:ext cx="1917779" cy="558618"/>
          </a:xfrm>
          <a:prstGeom prst="roundRect">
            <a:avLst/>
          </a:prstGeom>
          <a:solidFill>
            <a:schemeClr val="tx2">
              <a:alpha val="26000"/>
            </a:schemeClr>
          </a:solidFill>
          <a:ln>
            <a:solidFill>
              <a:srgbClr val="F15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74261D7-47BE-80C9-627F-3124A46B03B6}"/>
              </a:ext>
            </a:extLst>
          </p:cNvPr>
          <p:cNvSpPr/>
          <p:nvPr/>
        </p:nvSpPr>
        <p:spPr>
          <a:xfrm>
            <a:off x="2743716" y="4999173"/>
            <a:ext cx="1953764" cy="545972"/>
          </a:xfrm>
          <a:prstGeom prst="roundRect">
            <a:avLst/>
          </a:prstGeom>
          <a:solidFill>
            <a:schemeClr val="accent1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DF4247-E50B-19D8-DDEA-15B91EFA84A9}"/>
              </a:ext>
            </a:extLst>
          </p:cNvPr>
          <p:cNvSpPr txBox="1"/>
          <p:nvPr/>
        </p:nvSpPr>
        <p:spPr>
          <a:xfrm>
            <a:off x="626295" y="4383297"/>
            <a:ext cx="1873758" cy="67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Outdated IT infrastructure costs could be costing you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C09C31-B441-840E-A767-4F86861E1F2E}"/>
              </a:ext>
            </a:extLst>
          </p:cNvPr>
          <p:cNvSpPr txBox="1"/>
          <p:nvPr/>
        </p:nvSpPr>
        <p:spPr>
          <a:xfrm>
            <a:off x="2763794" y="4372605"/>
            <a:ext cx="1869690" cy="67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</a:t>
            </a:r>
            <a:r>
              <a:rPr lang="en-GB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accounts processes </a:t>
            </a: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could be costing you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DBA8E2-2E49-D3DC-8F70-3EBC50517161}"/>
              </a:ext>
            </a:extLst>
          </p:cNvPr>
          <p:cNvSpPr txBox="1"/>
          <p:nvPr/>
        </p:nvSpPr>
        <p:spPr>
          <a:xfrm>
            <a:off x="4866179" y="4365181"/>
            <a:ext cx="1914319" cy="67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accounts processes could be costing you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DB37B9-37E7-B851-DABF-B428C6026ADB}"/>
              </a:ext>
            </a:extLst>
          </p:cNvPr>
          <p:cNvSpPr txBox="1"/>
          <p:nvPr/>
        </p:nvSpPr>
        <p:spPr>
          <a:xfrm>
            <a:off x="6952097" y="4521222"/>
            <a:ext cx="2424554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self-service and poor reporting could be costing you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EA8CB8-D6F8-2002-811C-82D845F0C462}"/>
              </a:ext>
            </a:extLst>
          </p:cNvPr>
          <p:cNvSpPr txBox="1"/>
          <p:nvPr/>
        </p:nvSpPr>
        <p:spPr>
          <a:xfrm>
            <a:off x="2736906" y="5110191"/>
            <a:ext cx="190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valrpo</a:t>
            </a:r>
            <a:r>
              <a:rPr lang="en-GB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634A47-D927-FE8D-6324-130A75E52781}"/>
              </a:ext>
            </a:extLst>
          </p:cNvPr>
          <p:cNvSpPr txBox="1"/>
          <p:nvPr/>
        </p:nvSpPr>
        <p:spPr>
          <a:xfrm>
            <a:off x="4899707" y="5093095"/>
            <a:ext cx="1891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valpoa</a:t>
            </a:r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A6E194-9E68-2DD5-DD40-F6B630830462}"/>
              </a:ext>
            </a:extLst>
          </p:cNvPr>
          <p:cNvSpPr/>
          <p:nvPr/>
        </p:nvSpPr>
        <p:spPr>
          <a:xfrm>
            <a:off x="664160" y="5880683"/>
            <a:ext cx="10595742" cy="5189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FC616B-B131-2AE7-F109-2FC9C9900A7B}"/>
              </a:ext>
            </a:extLst>
          </p:cNvPr>
          <p:cNvSpPr txBox="1"/>
          <p:nvPr/>
        </p:nvSpPr>
        <p:spPr>
          <a:xfrm>
            <a:off x="654866" y="5937956"/>
            <a:ext cx="10474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 OF DOING NOTHING: £</a:t>
            </a:r>
            <a:r>
              <a:rPr lang="tr-TR" sz="24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valcostof</a:t>
            </a:r>
            <a:r>
              <a:rPr lang="en-GB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ANNUAL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369866-8BC6-33CD-42B1-8C4AEA93FDD2}"/>
              </a:ext>
            </a:extLst>
          </p:cNvPr>
          <p:cNvSpPr txBox="1"/>
          <p:nvPr/>
        </p:nvSpPr>
        <p:spPr>
          <a:xfrm>
            <a:off x="664160" y="5115340"/>
            <a:ext cx="19050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itfinance</a:t>
            </a:r>
            <a:r>
              <a:rPr lang="en-GB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237159-5595-B234-5E4A-043EFFCA2AED}"/>
              </a:ext>
            </a:extLst>
          </p:cNvPr>
          <p:cNvSpPr txBox="1"/>
          <p:nvPr/>
        </p:nvSpPr>
        <p:spPr>
          <a:xfrm>
            <a:off x="635504" y="823804"/>
            <a:ext cx="22973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NOTE THESE ARE ESTIMATIONS ONLY</a:t>
            </a:r>
          </a:p>
        </p:txBody>
      </p:sp>
      <p:sp>
        <p:nvSpPr>
          <p:cNvPr id="4" name="Freeform 50">
            <a:extLst>
              <a:ext uri="{FF2B5EF4-FFF2-40B4-BE49-F238E27FC236}">
                <a16:creationId xmlns:a16="http://schemas.microsoft.com/office/drawing/2014/main" id="{9F9B2520-FD51-DC24-704C-0BB7BDAC0376}"/>
              </a:ext>
            </a:extLst>
          </p:cNvPr>
          <p:cNvSpPr/>
          <p:nvPr/>
        </p:nvSpPr>
        <p:spPr>
          <a:xfrm rot="10800000">
            <a:off x="6967424" y="2158009"/>
            <a:ext cx="1951578" cy="2971025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9143998 h 9144000"/>
              <a:gd name="connsiteX5" fmla="*/ 0 w 4855912"/>
              <a:gd name="connsiteY5" fmla="*/ 794048 h 9144000"/>
              <a:gd name="connsiteX6" fmla="*/ 4855912 w 4855912"/>
              <a:gd name="connsiteY6" fmla="*/ 0 h 9144000"/>
              <a:gd name="connsiteX7" fmla="*/ 4855912 w 4855912"/>
              <a:gd name="connsiteY7" fmla="*/ 4215866 h 9144000"/>
              <a:gd name="connsiteX8" fmla="*/ 2427956 w 4855912"/>
              <a:gd name="connsiteY8" fmla="*/ 2983833 h 9144000"/>
              <a:gd name="connsiteX9" fmla="*/ 0 w 4855912"/>
              <a:gd name="connsiteY9" fmla="*/ 4215866 h 9144000"/>
              <a:gd name="connsiteX10" fmla="*/ 0 w 4855912"/>
              <a:gd name="connsiteY10" fmla="*/ 794048 h 9144000"/>
              <a:gd name="connsiteX0" fmla="*/ 0 w 4855912"/>
              <a:gd name="connsiteY0" fmla="*/ 8366845 h 8366847"/>
              <a:gd name="connsiteX1" fmla="*/ 4855912 w 4855912"/>
              <a:gd name="connsiteY1" fmla="*/ 8366845 h 8366847"/>
              <a:gd name="connsiteX2" fmla="*/ 4855912 w 4855912"/>
              <a:gd name="connsiteY2" fmla="*/ 8366847 h 8366847"/>
              <a:gd name="connsiteX3" fmla="*/ 0 w 4855912"/>
              <a:gd name="connsiteY3" fmla="*/ 8366847 h 8366847"/>
              <a:gd name="connsiteX4" fmla="*/ 0 w 4855912"/>
              <a:gd name="connsiteY4" fmla="*/ 8366845 h 8366847"/>
              <a:gd name="connsiteX5" fmla="*/ 0 w 4855912"/>
              <a:gd name="connsiteY5" fmla="*/ 16895 h 8366847"/>
              <a:gd name="connsiteX6" fmla="*/ 4839134 w 4855912"/>
              <a:gd name="connsiteY6" fmla="*/ 0 h 8366847"/>
              <a:gd name="connsiteX7" fmla="*/ 4855912 w 4855912"/>
              <a:gd name="connsiteY7" fmla="*/ 3438713 h 8366847"/>
              <a:gd name="connsiteX8" fmla="*/ 2427956 w 4855912"/>
              <a:gd name="connsiteY8" fmla="*/ 2206680 h 8366847"/>
              <a:gd name="connsiteX9" fmla="*/ 0 w 4855912"/>
              <a:gd name="connsiteY9" fmla="*/ 3438713 h 8366847"/>
              <a:gd name="connsiteX10" fmla="*/ 0 w 4855912"/>
              <a:gd name="connsiteY10" fmla="*/ 16895 h 8366847"/>
              <a:gd name="connsiteX0" fmla="*/ 0 w 4857526"/>
              <a:gd name="connsiteY0" fmla="*/ 8349950 h 8349952"/>
              <a:gd name="connsiteX1" fmla="*/ 4855912 w 4857526"/>
              <a:gd name="connsiteY1" fmla="*/ 8349950 h 8349952"/>
              <a:gd name="connsiteX2" fmla="*/ 4855912 w 4857526"/>
              <a:gd name="connsiteY2" fmla="*/ 8349952 h 8349952"/>
              <a:gd name="connsiteX3" fmla="*/ 0 w 4857526"/>
              <a:gd name="connsiteY3" fmla="*/ 8349952 h 8349952"/>
              <a:gd name="connsiteX4" fmla="*/ 0 w 4857526"/>
              <a:gd name="connsiteY4" fmla="*/ 8349950 h 8349952"/>
              <a:gd name="connsiteX5" fmla="*/ 0 w 4857526"/>
              <a:gd name="connsiteY5" fmla="*/ 0 h 8349952"/>
              <a:gd name="connsiteX6" fmla="*/ 4855912 w 4857526"/>
              <a:gd name="connsiteY6" fmla="*/ 0 h 8349952"/>
              <a:gd name="connsiteX7" fmla="*/ 4855912 w 4857526"/>
              <a:gd name="connsiteY7" fmla="*/ 3421818 h 8349952"/>
              <a:gd name="connsiteX8" fmla="*/ 2427956 w 4857526"/>
              <a:gd name="connsiteY8" fmla="*/ 2189785 h 8349952"/>
              <a:gd name="connsiteX9" fmla="*/ 0 w 4857526"/>
              <a:gd name="connsiteY9" fmla="*/ 3421818 h 8349952"/>
              <a:gd name="connsiteX10" fmla="*/ 0 w 4857526"/>
              <a:gd name="connsiteY10" fmla="*/ 0 h 834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7526" h="8349952">
                <a:moveTo>
                  <a:pt x="0" y="8349950"/>
                </a:moveTo>
                <a:lnTo>
                  <a:pt x="4855912" y="8349950"/>
                </a:lnTo>
                <a:lnTo>
                  <a:pt x="4855912" y="8349952"/>
                </a:lnTo>
                <a:lnTo>
                  <a:pt x="0" y="8349952"/>
                </a:lnTo>
                <a:lnTo>
                  <a:pt x="0" y="8349950"/>
                </a:lnTo>
                <a:close/>
                <a:moveTo>
                  <a:pt x="0" y="0"/>
                </a:moveTo>
                <a:lnTo>
                  <a:pt x="4855912" y="0"/>
                </a:lnTo>
                <a:cubicBezTo>
                  <a:pt x="4861505" y="1146238"/>
                  <a:pt x="4850319" y="2275580"/>
                  <a:pt x="4855912" y="3421818"/>
                </a:cubicBezTo>
                <a:lnTo>
                  <a:pt x="2427956" y="2189785"/>
                </a:lnTo>
                <a:lnTo>
                  <a:pt x="0" y="34218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73898-242B-B542-A13B-5A46CF540B50}"/>
              </a:ext>
            </a:extLst>
          </p:cNvPr>
          <p:cNvSpPr txBox="1"/>
          <p:nvPr/>
        </p:nvSpPr>
        <p:spPr>
          <a:xfrm>
            <a:off x="6983140" y="4381097"/>
            <a:ext cx="1914319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Coding processes could be costing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0DF48-C88F-66C2-241D-A456E4C5498F}"/>
              </a:ext>
            </a:extLst>
          </p:cNvPr>
          <p:cNvSpPr txBox="1"/>
          <p:nvPr/>
        </p:nvSpPr>
        <p:spPr>
          <a:xfrm>
            <a:off x="7004485" y="5111942"/>
            <a:ext cx="1921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valcip</a:t>
            </a:r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805B4A-2C0D-368E-E75D-FC2CDC15A66B}"/>
              </a:ext>
            </a:extLst>
          </p:cNvPr>
          <p:cNvSpPr/>
          <p:nvPr/>
        </p:nvSpPr>
        <p:spPr>
          <a:xfrm>
            <a:off x="9115214" y="5008615"/>
            <a:ext cx="1930036" cy="548993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ff-page Connector 9">
            <a:extLst>
              <a:ext uri="{FF2B5EF4-FFF2-40B4-BE49-F238E27FC236}">
                <a16:creationId xmlns:a16="http://schemas.microsoft.com/office/drawing/2014/main" id="{CF4D6202-C07E-1976-8619-E66844709A39}"/>
              </a:ext>
            </a:extLst>
          </p:cNvPr>
          <p:cNvSpPr/>
          <p:nvPr/>
        </p:nvSpPr>
        <p:spPr>
          <a:xfrm>
            <a:off x="9098462" y="1889646"/>
            <a:ext cx="1930036" cy="254465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Limited self-service capabilities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automation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466DEC-9423-B95B-0DAB-B91A852EC795}"/>
              </a:ext>
            </a:extLst>
          </p:cNvPr>
          <p:cNvSpPr txBox="1"/>
          <p:nvPr/>
        </p:nvSpPr>
        <p:spPr>
          <a:xfrm>
            <a:off x="9013881" y="2089349"/>
            <a:ext cx="209468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GB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Management of supplier and purchase invoices</a:t>
            </a:r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</p:txBody>
      </p:sp>
      <p:sp>
        <p:nvSpPr>
          <p:cNvPr id="13" name="Freeform 1015">
            <a:extLst>
              <a:ext uri="{FF2B5EF4-FFF2-40B4-BE49-F238E27FC236}">
                <a16:creationId xmlns:a16="http://schemas.microsoft.com/office/drawing/2014/main" id="{2DFBB6BE-A3C1-C95A-4287-54102AC9E823}"/>
              </a:ext>
            </a:extLst>
          </p:cNvPr>
          <p:cNvSpPr>
            <a:spLocks noChangeAspect="1"/>
          </p:cNvSpPr>
          <p:nvPr/>
        </p:nvSpPr>
        <p:spPr bwMode="auto">
          <a:xfrm>
            <a:off x="9718298" y="1567792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14" name="Freeform 50">
            <a:extLst>
              <a:ext uri="{FF2B5EF4-FFF2-40B4-BE49-F238E27FC236}">
                <a16:creationId xmlns:a16="http://schemas.microsoft.com/office/drawing/2014/main" id="{37A97CCD-C015-E1E9-40B7-A97B59A03B2B}"/>
              </a:ext>
            </a:extLst>
          </p:cNvPr>
          <p:cNvSpPr/>
          <p:nvPr/>
        </p:nvSpPr>
        <p:spPr>
          <a:xfrm rot="10800000">
            <a:off x="9105893" y="2143761"/>
            <a:ext cx="1951578" cy="2971025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9143998 h 9144000"/>
              <a:gd name="connsiteX5" fmla="*/ 0 w 4855912"/>
              <a:gd name="connsiteY5" fmla="*/ 794048 h 9144000"/>
              <a:gd name="connsiteX6" fmla="*/ 4855912 w 4855912"/>
              <a:gd name="connsiteY6" fmla="*/ 0 h 9144000"/>
              <a:gd name="connsiteX7" fmla="*/ 4855912 w 4855912"/>
              <a:gd name="connsiteY7" fmla="*/ 4215866 h 9144000"/>
              <a:gd name="connsiteX8" fmla="*/ 2427956 w 4855912"/>
              <a:gd name="connsiteY8" fmla="*/ 2983833 h 9144000"/>
              <a:gd name="connsiteX9" fmla="*/ 0 w 4855912"/>
              <a:gd name="connsiteY9" fmla="*/ 4215866 h 9144000"/>
              <a:gd name="connsiteX10" fmla="*/ 0 w 4855912"/>
              <a:gd name="connsiteY10" fmla="*/ 794048 h 9144000"/>
              <a:gd name="connsiteX0" fmla="*/ 0 w 4855912"/>
              <a:gd name="connsiteY0" fmla="*/ 8366845 h 8366847"/>
              <a:gd name="connsiteX1" fmla="*/ 4855912 w 4855912"/>
              <a:gd name="connsiteY1" fmla="*/ 8366845 h 8366847"/>
              <a:gd name="connsiteX2" fmla="*/ 4855912 w 4855912"/>
              <a:gd name="connsiteY2" fmla="*/ 8366847 h 8366847"/>
              <a:gd name="connsiteX3" fmla="*/ 0 w 4855912"/>
              <a:gd name="connsiteY3" fmla="*/ 8366847 h 8366847"/>
              <a:gd name="connsiteX4" fmla="*/ 0 w 4855912"/>
              <a:gd name="connsiteY4" fmla="*/ 8366845 h 8366847"/>
              <a:gd name="connsiteX5" fmla="*/ 0 w 4855912"/>
              <a:gd name="connsiteY5" fmla="*/ 16895 h 8366847"/>
              <a:gd name="connsiteX6" fmla="*/ 4839134 w 4855912"/>
              <a:gd name="connsiteY6" fmla="*/ 0 h 8366847"/>
              <a:gd name="connsiteX7" fmla="*/ 4855912 w 4855912"/>
              <a:gd name="connsiteY7" fmla="*/ 3438713 h 8366847"/>
              <a:gd name="connsiteX8" fmla="*/ 2427956 w 4855912"/>
              <a:gd name="connsiteY8" fmla="*/ 2206680 h 8366847"/>
              <a:gd name="connsiteX9" fmla="*/ 0 w 4855912"/>
              <a:gd name="connsiteY9" fmla="*/ 3438713 h 8366847"/>
              <a:gd name="connsiteX10" fmla="*/ 0 w 4855912"/>
              <a:gd name="connsiteY10" fmla="*/ 16895 h 8366847"/>
              <a:gd name="connsiteX0" fmla="*/ 0 w 4857526"/>
              <a:gd name="connsiteY0" fmla="*/ 8349950 h 8349952"/>
              <a:gd name="connsiteX1" fmla="*/ 4855912 w 4857526"/>
              <a:gd name="connsiteY1" fmla="*/ 8349950 h 8349952"/>
              <a:gd name="connsiteX2" fmla="*/ 4855912 w 4857526"/>
              <a:gd name="connsiteY2" fmla="*/ 8349952 h 8349952"/>
              <a:gd name="connsiteX3" fmla="*/ 0 w 4857526"/>
              <a:gd name="connsiteY3" fmla="*/ 8349952 h 8349952"/>
              <a:gd name="connsiteX4" fmla="*/ 0 w 4857526"/>
              <a:gd name="connsiteY4" fmla="*/ 8349950 h 8349952"/>
              <a:gd name="connsiteX5" fmla="*/ 0 w 4857526"/>
              <a:gd name="connsiteY5" fmla="*/ 0 h 8349952"/>
              <a:gd name="connsiteX6" fmla="*/ 4855912 w 4857526"/>
              <a:gd name="connsiteY6" fmla="*/ 0 h 8349952"/>
              <a:gd name="connsiteX7" fmla="*/ 4855912 w 4857526"/>
              <a:gd name="connsiteY7" fmla="*/ 3421818 h 8349952"/>
              <a:gd name="connsiteX8" fmla="*/ 2427956 w 4857526"/>
              <a:gd name="connsiteY8" fmla="*/ 2189785 h 8349952"/>
              <a:gd name="connsiteX9" fmla="*/ 0 w 4857526"/>
              <a:gd name="connsiteY9" fmla="*/ 3421818 h 8349952"/>
              <a:gd name="connsiteX10" fmla="*/ 0 w 4857526"/>
              <a:gd name="connsiteY10" fmla="*/ 0 h 834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7526" h="8349952">
                <a:moveTo>
                  <a:pt x="0" y="8349950"/>
                </a:moveTo>
                <a:lnTo>
                  <a:pt x="4855912" y="8349950"/>
                </a:lnTo>
                <a:lnTo>
                  <a:pt x="4855912" y="8349952"/>
                </a:lnTo>
                <a:lnTo>
                  <a:pt x="0" y="8349952"/>
                </a:lnTo>
                <a:lnTo>
                  <a:pt x="0" y="8349950"/>
                </a:lnTo>
                <a:close/>
                <a:moveTo>
                  <a:pt x="0" y="0"/>
                </a:moveTo>
                <a:lnTo>
                  <a:pt x="4855912" y="0"/>
                </a:lnTo>
                <a:cubicBezTo>
                  <a:pt x="4861505" y="1146238"/>
                  <a:pt x="4850319" y="2275580"/>
                  <a:pt x="4855912" y="3421818"/>
                </a:cubicBezTo>
                <a:lnTo>
                  <a:pt x="2427956" y="2189785"/>
                </a:lnTo>
                <a:lnTo>
                  <a:pt x="0" y="34218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87AEC-86F9-E8B2-C10B-A49DA1E431AE}"/>
              </a:ext>
            </a:extLst>
          </p:cNvPr>
          <p:cNvSpPr txBox="1"/>
          <p:nvPr/>
        </p:nvSpPr>
        <p:spPr>
          <a:xfrm>
            <a:off x="9135359" y="4351351"/>
            <a:ext cx="1914319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Supplier management could be costing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C2988-077F-715B-4765-2E7B0D4C1F34}"/>
              </a:ext>
            </a:extLst>
          </p:cNvPr>
          <p:cNvSpPr txBox="1"/>
          <p:nvPr/>
        </p:nvSpPr>
        <p:spPr>
          <a:xfrm>
            <a:off x="9161060" y="5097694"/>
            <a:ext cx="18929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valmspi</a:t>
            </a:r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</p:spTree>
    <p:extLst>
      <p:ext uri="{BB962C8B-B14F-4D97-AF65-F5344CB8AC3E}">
        <p14:creationId xmlns:p14="http://schemas.microsoft.com/office/powerpoint/2010/main" val="1503669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3A6339-EE20-5ED6-6696-7763D8C68FB0}"/>
              </a:ext>
            </a:extLst>
          </p:cNvPr>
          <p:cNvSpPr/>
          <p:nvPr/>
        </p:nvSpPr>
        <p:spPr>
          <a:xfrm>
            <a:off x="6958639" y="5022863"/>
            <a:ext cx="1951310" cy="548993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83145D9-A5D5-4A29-9000-3FD97569E5F5}"/>
              </a:ext>
            </a:extLst>
          </p:cNvPr>
          <p:cNvSpPr/>
          <p:nvPr/>
        </p:nvSpPr>
        <p:spPr>
          <a:xfrm>
            <a:off x="4862001" y="4999173"/>
            <a:ext cx="1930036" cy="548993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ff-page Connector 9">
            <a:extLst>
              <a:ext uri="{FF2B5EF4-FFF2-40B4-BE49-F238E27FC236}">
                <a16:creationId xmlns:a16="http://schemas.microsoft.com/office/drawing/2014/main" id="{A97AE63F-0C53-AB7A-E6A8-5650E994B32B}"/>
              </a:ext>
            </a:extLst>
          </p:cNvPr>
          <p:cNvSpPr/>
          <p:nvPr/>
        </p:nvSpPr>
        <p:spPr>
          <a:xfrm>
            <a:off x="4870182" y="1903894"/>
            <a:ext cx="1930036" cy="2548563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processes 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self-serve solutions</a:t>
            </a:r>
          </a:p>
        </p:txBody>
      </p:sp>
      <p:sp>
        <p:nvSpPr>
          <p:cNvPr id="45" name="Off-page Connector 9">
            <a:extLst>
              <a:ext uri="{FF2B5EF4-FFF2-40B4-BE49-F238E27FC236}">
                <a16:creationId xmlns:a16="http://schemas.microsoft.com/office/drawing/2014/main" id="{14F02441-381E-E675-0973-5995D3C09337}"/>
              </a:ext>
            </a:extLst>
          </p:cNvPr>
          <p:cNvSpPr/>
          <p:nvPr/>
        </p:nvSpPr>
        <p:spPr>
          <a:xfrm>
            <a:off x="2767445" y="1903894"/>
            <a:ext cx="1930036" cy="2544655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Standardised dashboard and reporting functionality 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Poor formatting and drill down ability </a:t>
            </a:r>
          </a:p>
        </p:txBody>
      </p:sp>
      <p:sp>
        <p:nvSpPr>
          <p:cNvPr id="41" name="Off-page Connector 9">
            <a:extLst>
              <a:ext uri="{FF2B5EF4-FFF2-40B4-BE49-F238E27FC236}">
                <a16:creationId xmlns:a16="http://schemas.microsoft.com/office/drawing/2014/main" id="{579E8B31-C28B-B9F8-070D-943247388A6B}"/>
              </a:ext>
            </a:extLst>
          </p:cNvPr>
          <p:cNvSpPr/>
          <p:nvPr/>
        </p:nvSpPr>
        <p:spPr>
          <a:xfrm>
            <a:off x="654867" y="1903895"/>
            <a:ext cx="1876855" cy="2544656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Ineffective authorisation processes 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Uncontrolled spend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9B21B-0DB0-4A3B-2A56-3222E861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2CBA69-C11A-8CE4-B582-EF16D83B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388773"/>
          </a:xfrm>
        </p:spPr>
        <p:txBody>
          <a:bodyPr/>
          <a:lstStyle/>
          <a:p>
            <a:r>
              <a:rPr lang="en-GB"/>
              <a:t>DOING NOTHING IS NOT AN OPTION</a:t>
            </a:r>
          </a:p>
        </p:txBody>
      </p:sp>
      <p:sp>
        <p:nvSpPr>
          <p:cNvPr id="40" name="Freeform 4">
            <a:extLst>
              <a:ext uri="{FF2B5EF4-FFF2-40B4-BE49-F238E27FC236}">
                <a16:creationId xmlns:a16="http://schemas.microsoft.com/office/drawing/2014/main" id="{775A7557-207F-823B-8E7F-4AA7DB2E6D01}"/>
              </a:ext>
            </a:extLst>
          </p:cNvPr>
          <p:cNvSpPr/>
          <p:nvPr/>
        </p:nvSpPr>
        <p:spPr>
          <a:xfrm rot="10800000">
            <a:off x="648367" y="2163520"/>
            <a:ext cx="1931085" cy="2983678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16778 w 4872690"/>
              <a:gd name="connsiteY0" fmla="*/ 9143998 h 9144000"/>
              <a:gd name="connsiteX1" fmla="*/ 4872690 w 4872690"/>
              <a:gd name="connsiteY1" fmla="*/ 9143998 h 9144000"/>
              <a:gd name="connsiteX2" fmla="*/ 4872690 w 4872690"/>
              <a:gd name="connsiteY2" fmla="*/ 9144000 h 9144000"/>
              <a:gd name="connsiteX3" fmla="*/ 16778 w 4872690"/>
              <a:gd name="connsiteY3" fmla="*/ 9144000 h 9144000"/>
              <a:gd name="connsiteX4" fmla="*/ 16778 w 4872690"/>
              <a:gd name="connsiteY4" fmla="*/ 9143998 h 9144000"/>
              <a:gd name="connsiteX5" fmla="*/ 0 w 4872690"/>
              <a:gd name="connsiteY5" fmla="*/ 726469 h 9144000"/>
              <a:gd name="connsiteX6" fmla="*/ 4872690 w 4872690"/>
              <a:gd name="connsiteY6" fmla="*/ 0 h 9144000"/>
              <a:gd name="connsiteX7" fmla="*/ 4872690 w 4872690"/>
              <a:gd name="connsiteY7" fmla="*/ 4215866 h 9144000"/>
              <a:gd name="connsiteX8" fmla="*/ 2444734 w 4872690"/>
              <a:gd name="connsiteY8" fmla="*/ 2983833 h 9144000"/>
              <a:gd name="connsiteX9" fmla="*/ 16778 w 4872690"/>
              <a:gd name="connsiteY9" fmla="*/ 4215866 h 9144000"/>
              <a:gd name="connsiteX10" fmla="*/ 0 w 4872690"/>
              <a:gd name="connsiteY10" fmla="*/ 726469 h 9144000"/>
              <a:gd name="connsiteX0" fmla="*/ 16778 w 4889468"/>
              <a:gd name="connsiteY0" fmla="*/ 8468213 h 8468215"/>
              <a:gd name="connsiteX1" fmla="*/ 4872690 w 4889468"/>
              <a:gd name="connsiteY1" fmla="*/ 8468213 h 8468215"/>
              <a:gd name="connsiteX2" fmla="*/ 4872690 w 4889468"/>
              <a:gd name="connsiteY2" fmla="*/ 8468215 h 8468215"/>
              <a:gd name="connsiteX3" fmla="*/ 16778 w 4889468"/>
              <a:gd name="connsiteY3" fmla="*/ 8468215 h 8468215"/>
              <a:gd name="connsiteX4" fmla="*/ 16778 w 4889468"/>
              <a:gd name="connsiteY4" fmla="*/ 8468213 h 8468215"/>
              <a:gd name="connsiteX5" fmla="*/ 0 w 4889468"/>
              <a:gd name="connsiteY5" fmla="*/ 50684 h 8468215"/>
              <a:gd name="connsiteX6" fmla="*/ 4889468 w 4889468"/>
              <a:gd name="connsiteY6" fmla="*/ 0 h 8468215"/>
              <a:gd name="connsiteX7" fmla="*/ 4872690 w 4889468"/>
              <a:gd name="connsiteY7" fmla="*/ 3540081 h 8468215"/>
              <a:gd name="connsiteX8" fmla="*/ 2444734 w 4889468"/>
              <a:gd name="connsiteY8" fmla="*/ 2308048 h 8468215"/>
              <a:gd name="connsiteX9" fmla="*/ 16778 w 4889468"/>
              <a:gd name="connsiteY9" fmla="*/ 3540081 h 8468215"/>
              <a:gd name="connsiteX10" fmla="*/ 0 w 4889468"/>
              <a:gd name="connsiteY10" fmla="*/ 50684 h 8468215"/>
              <a:gd name="connsiteX0" fmla="*/ 16778 w 4889468"/>
              <a:gd name="connsiteY0" fmla="*/ 8417529 h 8417531"/>
              <a:gd name="connsiteX1" fmla="*/ 4872690 w 4889468"/>
              <a:gd name="connsiteY1" fmla="*/ 8417529 h 8417531"/>
              <a:gd name="connsiteX2" fmla="*/ 4872690 w 4889468"/>
              <a:gd name="connsiteY2" fmla="*/ 8417531 h 8417531"/>
              <a:gd name="connsiteX3" fmla="*/ 16778 w 4889468"/>
              <a:gd name="connsiteY3" fmla="*/ 8417531 h 8417531"/>
              <a:gd name="connsiteX4" fmla="*/ 16778 w 4889468"/>
              <a:gd name="connsiteY4" fmla="*/ 8417529 h 8417531"/>
              <a:gd name="connsiteX5" fmla="*/ 0 w 4889468"/>
              <a:gd name="connsiteY5" fmla="*/ 0 h 8417531"/>
              <a:gd name="connsiteX6" fmla="*/ 4889468 w 4889468"/>
              <a:gd name="connsiteY6" fmla="*/ 0 h 8417531"/>
              <a:gd name="connsiteX7" fmla="*/ 4872690 w 4889468"/>
              <a:gd name="connsiteY7" fmla="*/ 3489397 h 8417531"/>
              <a:gd name="connsiteX8" fmla="*/ 2444734 w 4889468"/>
              <a:gd name="connsiteY8" fmla="*/ 2257364 h 8417531"/>
              <a:gd name="connsiteX9" fmla="*/ 16778 w 4889468"/>
              <a:gd name="connsiteY9" fmla="*/ 3489397 h 8417531"/>
              <a:gd name="connsiteX10" fmla="*/ 0 w 4889468"/>
              <a:gd name="connsiteY10" fmla="*/ 0 h 841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89468" h="8417531">
                <a:moveTo>
                  <a:pt x="16778" y="8417529"/>
                </a:moveTo>
                <a:lnTo>
                  <a:pt x="4872690" y="8417529"/>
                </a:lnTo>
                <a:lnTo>
                  <a:pt x="4872690" y="8417531"/>
                </a:lnTo>
                <a:lnTo>
                  <a:pt x="16778" y="8417531"/>
                </a:lnTo>
                <a:lnTo>
                  <a:pt x="16778" y="8417529"/>
                </a:lnTo>
                <a:close/>
                <a:moveTo>
                  <a:pt x="0" y="0"/>
                </a:moveTo>
                <a:lnTo>
                  <a:pt x="4889468" y="0"/>
                </a:lnTo>
                <a:cubicBezTo>
                  <a:pt x="4883875" y="1180027"/>
                  <a:pt x="4878283" y="2309370"/>
                  <a:pt x="4872690" y="3489397"/>
                </a:cubicBezTo>
                <a:lnTo>
                  <a:pt x="2444734" y="2257364"/>
                </a:lnTo>
                <a:lnTo>
                  <a:pt x="16778" y="3489397"/>
                </a:lnTo>
                <a:cubicBezTo>
                  <a:pt x="16778" y="2084108"/>
                  <a:pt x="0" y="140528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1E455A-2DE5-AA6B-952A-5F99CA73916D}"/>
              </a:ext>
            </a:extLst>
          </p:cNvPr>
          <p:cNvSpPr txBox="1"/>
          <p:nvPr/>
        </p:nvSpPr>
        <p:spPr>
          <a:xfrm>
            <a:off x="651464" y="2082991"/>
            <a:ext cx="1873758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Managing spend leakage </a:t>
            </a:r>
          </a:p>
        </p:txBody>
      </p:sp>
      <p:sp>
        <p:nvSpPr>
          <p:cNvPr id="43" name="Freeform 1015">
            <a:extLst>
              <a:ext uri="{FF2B5EF4-FFF2-40B4-BE49-F238E27FC236}">
                <a16:creationId xmlns:a16="http://schemas.microsoft.com/office/drawing/2014/main" id="{5222BCAB-8DAE-9ECC-55ED-CAF94FD73E96}"/>
              </a:ext>
            </a:extLst>
          </p:cNvPr>
          <p:cNvSpPr>
            <a:spLocks noChangeAspect="1"/>
          </p:cNvSpPr>
          <p:nvPr/>
        </p:nvSpPr>
        <p:spPr bwMode="auto">
          <a:xfrm>
            <a:off x="1378174" y="1552929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9D6AF1DB-D2A2-3A99-8911-3637D8BF1298}"/>
              </a:ext>
            </a:extLst>
          </p:cNvPr>
          <p:cNvSpPr/>
          <p:nvPr/>
        </p:nvSpPr>
        <p:spPr>
          <a:xfrm rot="10800000">
            <a:off x="2743326" y="2050435"/>
            <a:ext cx="1951577" cy="3096761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16778 w 4872690"/>
              <a:gd name="connsiteY0" fmla="*/ 9143998 h 9144000"/>
              <a:gd name="connsiteX1" fmla="*/ 4872690 w 4872690"/>
              <a:gd name="connsiteY1" fmla="*/ 9143998 h 9144000"/>
              <a:gd name="connsiteX2" fmla="*/ 4872690 w 4872690"/>
              <a:gd name="connsiteY2" fmla="*/ 9144000 h 9144000"/>
              <a:gd name="connsiteX3" fmla="*/ 16778 w 4872690"/>
              <a:gd name="connsiteY3" fmla="*/ 9144000 h 9144000"/>
              <a:gd name="connsiteX4" fmla="*/ 16778 w 4872690"/>
              <a:gd name="connsiteY4" fmla="*/ 9143998 h 9144000"/>
              <a:gd name="connsiteX5" fmla="*/ 0 w 4872690"/>
              <a:gd name="connsiteY5" fmla="*/ 743364 h 9144000"/>
              <a:gd name="connsiteX6" fmla="*/ 4872690 w 4872690"/>
              <a:gd name="connsiteY6" fmla="*/ 0 h 9144000"/>
              <a:gd name="connsiteX7" fmla="*/ 4872690 w 4872690"/>
              <a:gd name="connsiteY7" fmla="*/ 4215866 h 9144000"/>
              <a:gd name="connsiteX8" fmla="*/ 2444734 w 4872690"/>
              <a:gd name="connsiteY8" fmla="*/ 2983833 h 9144000"/>
              <a:gd name="connsiteX9" fmla="*/ 16778 w 4872690"/>
              <a:gd name="connsiteY9" fmla="*/ 4215866 h 9144000"/>
              <a:gd name="connsiteX10" fmla="*/ 0 w 4872690"/>
              <a:gd name="connsiteY10" fmla="*/ 743364 h 9144000"/>
              <a:gd name="connsiteX0" fmla="*/ 16778 w 4872690"/>
              <a:gd name="connsiteY0" fmla="*/ 8400634 h 8400636"/>
              <a:gd name="connsiteX1" fmla="*/ 4872690 w 4872690"/>
              <a:gd name="connsiteY1" fmla="*/ 8400634 h 8400636"/>
              <a:gd name="connsiteX2" fmla="*/ 4872690 w 4872690"/>
              <a:gd name="connsiteY2" fmla="*/ 8400636 h 8400636"/>
              <a:gd name="connsiteX3" fmla="*/ 16778 w 4872690"/>
              <a:gd name="connsiteY3" fmla="*/ 8400636 h 8400636"/>
              <a:gd name="connsiteX4" fmla="*/ 16778 w 4872690"/>
              <a:gd name="connsiteY4" fmla="*/ 8400634 h 8400636"/>
              <a:gd name="connsiteX5" fmla="*/ 0 w 4872690"/>
              <a:gd name="connsiteY5" fmla="*/ 0 h 8400636"/>
              <a:gd name="connsiteX6" fmla="*/ 4872690 w 4872690"/>
              <a:gd name="connsiteY6" fmla="*/ 33789 h 8400636"/>
              <a:gd name="connsiteX7" fmla="*/ 4872690 w 4872690"/>
              <a:gd name="connsiteY7" fmla="*/ 3472502 h 8400636"/>
              <a:gd name="connsiteX8" fmla="*/ 2444734 w 4872690"/>
              <a:gd name="connsiteY8" fmla="*/ 2240469 h 8400636"/>
              <a:gd name="connsiteX9" fmla="*/ 16778 w 4872690"/>
              <a:gd name="connsiteY9" fmla="*/ 3472502 h 8400636"/>
              <a:gd name="connsiteX10" fmla="*/ 0 w 4872690"/>
              <a:gd name="connsiteY10" fmla="*/ 0 h 8400636"/>
              <a:gd name="connsiteX0" fmla="*/ 16778 w 4906246"/>
              <a:gd name="connsiteY0" fmla="*/ 8400634 h 8400636"/>
              <a:gd name="connsiteX1" fmla="*/ 4872690 w 4906246"/>
              <a:gd name="connsiteY1" fmla="*/ 8400634 h 8400636"/>
              <a:gd name="connsiteX2" fmla="*/ 4872690 w 4906246"/>
              <a:gd name="connsiteY2" fmla="*/ 8400636 h 8400636"/>
              <a:gd name="connsiteX3" fmla="*/ 16778 w 4906246"/>
              <a:gd name="connsiteY3" fmla="*/ 8400636 h 8400636"/>
              <a:gd name="connsiteX4" fmla="*/ 16778 w 4906246"/>
              <a:gd name="connsiteY4" fmla="*/ 8400634 h 8400636"/>
              <a:gd name="connsiteX5" fmla="*/ 0 w 4906246"/>
              <a:gd name="connsiteY5" fmla="*/ 0 h 8400636"/>
              <a:gd name="connsiteX6" fmla="*/ 4906246 w 4906246"/>
              <a:gd name="connsiteY6" fmla="*/ 16895 h 8400636"/>
              <a:gd name="connsiteX7" fmla="*/ 4872690 w 4906246"/>
              <a:gd name="connsiteY7" fmla="*/ 3472502 h 8400636"/>
              <a:gd name="connsiteX8" fmla="*/ 2444734 w 4906246"/>
              <a:gd name="connsiteY8" fmla="*/ 2240469 h 8400636"/>
              <a:gd name="connsiteX9" fmla="*/ 16778 w 4906246"/>
              <a:gd name="connsiteY9" fmla="*/ 3472502 h 8400636"/>
              <a:gd name="connsiteX10" fmla="*/ 0 w 4906246"/>
              <a:gd name="connsiteY10" fmla="*/ 0 h 8400636"/>
              <a:gd name="connsiteX0" fmla="*/ 16778 w 4923024"/>
              <a:gd name="connsiteY0" fmla="*/ 8400634 h 8400636"/>
              <a:gd name="connsiteX1" fmla="*/ 4872690 w 4923024"/>
              <a:gd name="connsiteY1" fmla="*/ 8400634 h 8400636"/>
              <a:gd name="connsiteX2" fmla="*/ 4872690 w 4923024"/>
              <a:gd name="connsiteY2" fmla="*/ 8400636 h 8400636"/>
              <a:gd name="connsiteX3" fmla="*/ 16778 w 4923024"/>
              <a:gd name="connsiteY3" fmla="*/ 8400636 h 8400636"/>
              <a:gd name="connsiteX4" fmla="*/ 16778 w 4923024"/>
              <a:gd name="connsiteY4" fmla="*/ 8400634 h 8400636"/>
              <a:gd name="connsiteX5" fmla="*/ 0 w 4923024"/>
              <a:gd name="connsiteY5" fmla="*/ 0 h 8400636"/>
              <a:gd name="connsiteX6" fmla="*/ 4923024 w 4923024"/>
              <a:gd name="connsiteY6" fmla="*/ 0 h 8400636"/>
              <a:gd name="connsiteX7" fmla="*/ 4872690 w 4923024"/>
              <a:gd name="connsiteY7" fmla="*/ 3472502 h 8400636"/>
              <a:gd name="connsiteX8" fmla="*/ 2444734 w 4923024"/>
              <a:gd name="connsiteY8" fmla="*/ 2240469 h 8400636"/>
              <a:gd name="connsiteX9" fmla="*/ 16778 w 4923024"/>
              <a:gd name="connsiteY9" fmla="*/ 3472502 h 8400636"/>
              <a:gd name="connsiteX10" fmla="*/ 0 w 4923024"/>
              <a:gd name="connsiteY10" fmla="*/ 0 h 8400636"/>
              <a:gd name="connsiteX0" fmla="*/ 16778 w 4923024"/>
              <a:gd name="connsiteY0" fmla="*/ 8434423 h 8434425"/>
              <a:gd name="connsiteX1" fmla="*/ 4872690 w 4923024"/>
              <a:gd name="connsiteY1" fmla="*/ 8434423 h 8434425"/>
              <a:gd name="connsiteX2" fmla="*/ 4872690 w 4923024"/>
              <a:gd name="connsiteY2" fmla="*/ 8434425 h 8434425"/>
              <a:gd name="connsiteX3" fmla="*/ 16778 w 4923024"/>
              <a:gd name="connsiteY3" fmla="*/ 8434425 h 8434425"/>
              <a:gd name="connsiteX4" fmla="*/ 16778 w 4923024"/>
              <a:gd name="connsiteY4" fmla="*/ 8434423 h 8434425"/>
              <a:gd name="connsiteX5" fmla="*/ 0 w 4923024"/>
              <a:gd name="connsiteY5" fmla="*/ 33789 h 8434425"/>
              <a:gd name="connsiteX6" fmla="*/ 4923024 w 4923024"/>
              <a:gd name="connsiteY6" fmla="*/ 0 h 8434425"/>
              <a:gd name="connsiteX7" fmla="*/ 4872690 w 4923024"/>
              <a:gd name="connsiteY7" fmla="*/ 3506291 h 8434425"/>
              <a:gd name="connsiteX8" fmla="*/ 2444734 w 4923024"/>
              <a:gd name="connsiteY8" fmla="*/ 2274258 h 8434425"/>
              <a:gd name="connsiteX9" fmla="*/ 16778 w 4923024"/>
              <a:gd name="connsiteY9" fmla="*/ 3506291 h 8434425"/>
              <a:gd name="connsiteX10" fmla="*/ 0 w 4923024"/>
              <a:gd name="connsiteY10" fmla="*/ 33789 h 8434425"/>
              <a:gd name="connsiteX0" fmla="*/ 16778 w 4923024"/>
              <a:gd name="connsiteY0" fmla="*/ 8434423 h 8434425"/>
              <a:gd name="connsiteX1" fmla="*/ 4872690 w 4923024"/>
              <a:gd name="connsiteY1" fmla="*/ 8434423 h 8434425"/>
              <a:gd name="connsiteX2" fmla="*/ 4872690 w 4923024"/>
              <a:gd name="connsiteY2" fmla="*/ 8434425 h 8434425"/>
              <a:gd name="connsiteX3" fmla="*/ 16778 w 4923024"/>
              <a:gd name="connsiteY3" fmla="*/ 8434425 h 8434425"/>
              <a:gd name="connsiteX4" fmla="*/ 16778 w 4923024"/>
              <a:gd name="connsiteY4" fmla="*/ 8434423 h 8434425"/>
              <a:gd name="connsiteX5" fmla="*/ 0 w 4923024"/>
              <a:gd name="connsiteY5" fmla="*/ 33789 h 8434425"/>
              <a:gd name="connsiteX6" fmla="*/ 4923024 w 4923024"/>
              <a:gd name="connsiteY6" fmla="*/ 0 h 8434425"/>
              <a:gd name="connsiteX7" fmla="*/ 4872690 w 4923024"/>
              <a:gd name="connsiteY7" fmla="*/ 3506291 h 8434425"/>
              <a:gd name="connsiteX8" fmla="*/ 2444734 w 4923024"/>
              <a:gd name="connsiteY8" fmla="*/ 2274258 h 8434425"/>
              <a:gd name="connsiteX9" fmla="*/ 16778 w 4923024"/>
              <a:gd name="connsiteY9" fmla="*/ 3506291 h 8434425"/>
              <a:gd name="connsiteX10" fmla="*/ 0 w 4923024"/>
              <a:gd name="connsiteY10" fmla="*/ 33789 h 8434425"/>
              <a:gd name="connsiteX0" fmla="*/ 16778 w 4906246"/>
              <a:gd name="connsiteY0" fmla="*/ 8451318 h 8451320"/>
              <a:gd name="connsiteX1" fmla="*/ 4872690 w 4906246"/>
              <a:gd name="connsiteY1" fmla="*/ 8451318 h 8451320"/>
              <a:gd name="connsiteX2" fmla="*/ 4872690 w 4906246"/>
              <a:gd name="connsiteY2" fmla="*/ 8451320 h 8451320"/>
              <a:gd name="connsiteX3" fmla="*/ 16778 w 4906246"/>
              <a:gd name="connsiteY3" fmla="*/ 8451320 h 8451320"/>
              <a:gd name="connsiteX4" fmla="*/ 16778 w 4906246"/>
              <a:gd name="connsiteY4" fmla="*/ 8451318 h 8451320"/>
              <a:gd name="connsiteX5" fmla="*/ 0 w 4906246"/>
              <a:gd name="connsiteY5" fmla="*/ 50684 h 8451320"/>
              <a:gd name="connsiteX6" fmla="*/ 4906246 w 4906246"/>
              <a:gd name="connsiteY6" fmla="*/ 0 h 8451320"/>
              <a:gd name="connsiteX7" fmla="*/ 4872690 w 4906246"/>
              <a:gd name="connsiteY7" fmla="*/ 3523186 h 8451320"/>
              <a:gd name="connsiteX8" fmla="*/ 2444734 w 4906246"/>
              <a:gd name="connsiteY8" fmla="*/ 2291153 h 8451320"/>
              <a:gd name="connsiteX9" fmla="*/ 16778 w 4906246"/>
              <a:gd name="connsiteY9" fmla="*/ 3523186 h 8451320"/>
              <a:gd name="connsiteX10" fmla="*/ 0 w 4906246"/>
              <a:gd name="connsiteY10" fmla="*/ 50684 h 8451320"/>
              <a:gd name="connsiteX0" fmla="*/ 16778 w 4923024"/>
              <a:gd name="connsiteY0" fmla="*/ 8400634 h 8400636"/>
              <a:gd name="connsiteX1" fmla="*/ 4872690 w 4923024"/>
              <a:gd name="connsiteY1" fmla="*/ 8400634 h 8400636"/>
              <a:gd name="connsiteX2" fmla="*/ 4872690 w 4923024"/>
              <a:gd name="connsiteY2" fmla="*/ 8400636 h 8400636"/>
              <a:gd name="connsiteX3" fmla="*/ 16778 w 4923024"/>
              <a:gd name="connsiteY3" fmla="*/ 8400636 h 8400636"/>
              <a:gd name="connsiteX4" fmla="*/ 16778 w 4923024"/>
              <a:gd name="connsiteY4" fmla="*/ 8400634 h 8400636"/>
              <a:gd name="connsiteX5" fmla="*/ 0 w 4923024"/>
              <a:gd name="connsiteY5" fmla="*/ 0 h 8400636"/>
              <a:gd name="connsiteX6" fmla="*/ 4923024 w 4923024"/>
              <a:gd name="connsiteY6" fmla="*/ 0 h 8400636"/>
              <a:gd name="connsiteX7" fmla="*/ 4872690 w 4923024"/>
              <a:gd name="connsiteY7" fmla="*/ 3472502 h 8400636"/>
              <a:gd name="connsiteX8" fmla="*/ 2444734 w 4923024"/>
              <a:gd name="connsiteY8" fmla="*/ 2240469 h 8400636"/>
              <a:gd name="connsiteX9" fmla="*/ 16778 w 4923024"/>
              <a:gd name="connsiteY9" fmla="*/ 3472502 h 8400636"/>
              <a:gd name="connsiteX10" fmla="*/ 0 w 4923024"/>
              <a:gd name="connsiteY10" fmla="*/ 0 h 84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23024" h="8400636">
                <a:moveTo>
                  <a:pt x="16778" y="8400634"/>
                </a:moveTo>
                <a:lnTo>
                  <a:pt x="4872690" y="8400634"/>
                </a:lnTo>
                <a:lnTo>
                  <a:pt x="4872690" y="8400636"/>
                </a:lnTo>
                <a:lnTo>
                  <a:pt x="16778" y="8400636"/>
                </a:lnTo>
                <a:lnTo>
                  <a:pt x="16778" y="8400634"/>
                </a:lnTo>
                <a:close/>
                <a:moveTo>
                  <a:pt x="0" y="0"/>
                </a:moveTo>
                <a:lnTo>
                  <a:pt x="4923024" y="0"/>
                </a:lnTo>
                <a:lnTo>
                  <a:pt x="4872690" y="3472502"/>
                </a:lnTo>
                <a:lnTo>
                  <a:pt x="2444734" y="2240469"/>
                </a:lnTo>
                <a:lnTo>
                  <a:pt x="16778" y="3472502"/>
                </a:lnTo>
                <a:cubicBezTo>
                  <a:pt x="16778" y="2067213"/>
                  <a:pt x="0" y="140528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93E2E9-4057-3AFE-50E4-C89A59C82461}"/>
              </a:ext>
            </a:extLst>
          </p:cNvPr>
          <p:cNvSpPr txBox="1"/>
          <p:nvPr/>
        </p:nvSpPr>
        <p:spPr>
          <a:xfrm>
            <a:off x="2813848" y="2082013"/>
            <a:ext cx="1869443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GB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Finance query management &amp; reporting</a:t>
            </a:r>
          </a:p>
        </p:txBody>
      </p:sp>
      <p:sp>
        <p:nvSpPr>
          <p:cNvPr id="47" name="Freeform 1015">
            <a:extLst>
              <a:ext uri="{FF2B5EF4-FFF2-40B4-BE49-F238E27FC236}">
                <a16:creationId xmlns:a16="http://schemas.microsoft.com/office/drawing/2014/main" id="{16EC12E5-48F2-89E2-C305-C96DCB49C49B}"/>
              </a:ext>
            </a:extLst>
          </p:cNvPr>
          <p:cNvSpPr>
            <a:spLocks noChangeAspect="1"/>
          </p:cNvSpPr>
          <p:nvPr/>
        </p:nvSpPr>
        <p:spPr bwMode="auto">
          <a:xfrm>
            <a:off x="3479545" y="1552929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48" name="Freeform 50">
            <a:extLst>
              <a:ext uri="{FF2B5EF4-FFF2-40B4-BE49-F238E27FC236}">
                <a16:creationId xmlns:a16="http://schemas.microsoft.com/office/drawing/2014/main" id="{13C7AA69-72E1-AD20-DD7E-436E6E31F470}"/>
              </a:ext>
            </a:extLst>
          </p:cNvPr>
          <p:cNvSpPr/>
          <p:nvPr/>
        </p:nvSpPr>
        <p:spPr>
          <a:xfrm rot="10800000">
            <a:off x="4853592" y="2139161"/>
            <a:ext cx="1944972" cy="2971025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9143998 h 9144000"/>
              <a:gd name="connsiteX5" fmla="*/ 0 w 4855912"/>
              <a:gd name="connsiteY5" fmla="*/ 794048 h 9144000"/>
              <a:gd name="connsiteX6" fmla="*/ 4855912 w 4855912"/>
              <a:gd name="connsiteY6" fmla="*/ 0 h 9144000"/>
              <a:gd name="connsiteX7" fmla="*/ 4855912 w 4855912"/>
              <a:gd name="connsiteY7" fmla="*/ 4215866 h 9144000"/>
              <a:gd name="connsiteX8" fmla="*/ 2427956 w 4855912"/>
              <a:gd name="connsiteY8" fmla="*/ 2983833 h 9144000"/>
              <a:gd name="connsiteX9" fmla="*/ 0 w 4855912"/>
              <a:gd name="connsiteY9" fmla="*/ 4215866 h 9144000"/>
              <a:gd name="connsiteX10" fmla="*/ 0 w 4855912"/>
              <a:gd name="connsiteY10" fmla="*/ 794048 h 9144000"/>
              <a:gd name="connsiteX0" fmla="*/ 0 w 4855912"/>
              <a:gd name="connsiteY0" fmla="*/ 8366845 h 8366847"/>
              <a:gd name="connsiteX1" fmla="*/ 4855912 w 4855912"/>
              <a:gd name="connsiteY1" fmla="*/ 8366845 h 8366847"/>
              <a:gd name="connsiteX2" fmla="*/ 4855912 w 4855912"/>
              <a:gd name="connsiteY2" fmla="*/ 8366847 h 8366847"/>
              <a:gd name="connsiteX3" fmla="*/ 0 w 4855912"/>
              <a:gd name="connsiteY3" fmla="*/ 8366847 h 8366847"/>
              <a:gd name="connsiteX4" fmla="*/ 0 w 4855912"/>
              <a:gd name="connsiteY4" fmla="*/ 8366845 h 8366847"/>
              <a:gd name="connsiteX5" fmla="*/ 0 w 4855912"/>
              <a:gd name="connsiteY5" fmla="*/ 16895 h 8366847"/>
              <a:gd name="connsiteX6" fmla="*/ 4839134 w 4855912"/>
              <a:gd name="connsiteY6" fmla="*/ 0 h 8366847"/>
              <a:gd name="connsiteX7" fmla="*/ 4855912 w 4855912"/>
              <a:gd name="connsiteY7" fmla="*/ 3438713 h 8366847"/>
              <a:gd name="connsiteX8" fmla="*/ 2427956 w 4855912"/>
              <a:gd name="connsiteY8" fmla="*/ 2206680 h 8366847"/>
              <a:gd name="connsiteX9" fmla="*/ 0 w 4855912"/>
              <a:gd name="connsiteY9" fmla="*/ 3438713 h 8366847"/>
              <a:gd name="connsiteX10" fmla="*/ 0 w 4855912"/>
              <a:gd name="connsiteY10" fmla="*/ 16895 h 8366847"/>
              <a:gd name="connsiteX0" fmla="*/ 0 w 4857526"/>
              <a:gd name="connsiteY0" fmla="*/ 8349950 h 8349952"/>
              <a:gd name="connsiteX1" fmla="*/ 4855912 w 4857526"/>
              <a:gd name="connsiteY1" fmla="*/ 8349950 h 8349952"/>
              <a:gd name="connsiteX2" fmla="*/ 4855912 w 4857526"/>
              <a:gd name="connsiteY2" fmla="*/ 8349952 h 8349952"/>
              <a:gd name="connsiteX3" fmla="*/ 0 w 4857526"/>
              <a:gd name="connsiteY3" fmla="*/ 8349952 h 8349952"/>
              <a:gd name="connsiteX4" fmla="*/ 0 w 4857526"/>
              <a:gd name="connsiteY4" fmla="*/ 8349950 h 8349952"/>
              <a:gd name="connsiteX5" fmla="*/ 0 w 4857526"/>
              <a:gd name="connsiteY5" fmla="*/ 0 h 8349952"/>
              <a:gd name="connsiteX6" fmla="*/ 4855912 w 4857526"/>
              <a:gd name="connsiteY6" fmla="*/ 0 h 8349952"/>
              <a:gd name="connsiteX7" fmla="*/ 4855912 w 4857526"/>
              <a:gd name="connsiteY7" fmla="*/ 3421818 h 8349952"/>
              <a:gd name="connsiteX8" fmla="*/ 2427956 w 4857526"/>
              <a:gd name="connsiteY8" fmla="*/ 2189785 h 8349952"/>
              <a:gd name="connsiteX9" fmla="*/ 0 w 4857526"/>
              <a:gd name="connsiteY9" fmla="*/ 3421818 h 8349952"/>
              <a:gd name="connsiteX10" fmla="*/ 0 w 4857526"/>
              <a:gd name="connsiteY10" fmla="*/ 0 h 834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7526" h="8349952">
                <a:moveTo>
                  <a:pt x="0" y="8349950"/>
                </a:moveTo>
                <a:lnTo>
                  <a:pt x="4855912" y="8349950"/>
                </a:lnTo>
                <a:lnTo>
                  <a:pt x="4855912" y="8349952"/>
                </a:lnTo>
                <a:lnTo>
                  <a:pt x="0" y="8349952"/>
                </a:lnTo>
                <a:lnTo>
                  <a:pt x="0" y="8349950"/>
                </a:lnTo>
                <a:close/>
                <a:moveTo>
                  <a:pt x="0" y="0"/>
                </a:moveTo>
                <a:lnTo>
                  <a:pt x="4855912" y="0"/>
                </a:lnTo>
                <a:cubicBezTo>
                  <a:pt x="4861505" y="1146238"/>
                  <a:pt x="4850319" y="2275580"/>
                  <a:pt x="4855912" y="3421818"/>
                </a:cubicBezTo>
                <a:lnTo>
                  <a:pt x="2427956" y="2189785"/>
                </a:lnTo>
                <a:lnTo>
                  <a:pt x="0" y="34218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34D05C-D2DC-8FEC-1A30-2541B1BBDE4B}"/>
              </a:ext>
            </a:extLst>
          </p:cNvPr>
          <p:cNvSpPr txBox="1"/>
          <p:nvPr/>
        </p:nvSpPr>
        <p:spPr>
          <a:xfrm>
            <a:off x="4878040" y="1590252"/>
            <a:ext cx="1914319" cy="132343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  <a:p>
            <a:pPr algn="ctr"/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  <a:p>
            <a:pPr algn="ctr"/>
            <a:r>
              <a:rPr lang="en-US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Debt collection administration processes</a:t>
            </a:r>
          </a:p>
        </p:txBody>
      </p:sp>
      <p:sp>
        <p:nvSpPr>
          <p:cNvPr id="51" name="Freeform 1015">
            <a:extLst>
              <a:ext uri="{FF2B5EF4-FFF2-40B4-BE49-F238E27FC236}">
                <a16:creationId xmlns:a16="http://schemas.microsoft.com/office/drawing/2014/main" id="{063F48A3-FD39-6FB1-4A70-698D0FF8C694}"/>
              </a:ext>
            </a:extLst>
          </p:cNvPr>
          <p:cNvSpPr>
            <a:spLocks noChangeAspect="1"/>
          </p:cNvSpPr>
          <p:nvPr/>
        </p:nvSpPr>
        <p:spPr bwMode="auto">
          <a:xfrm>
            <a:off x="5567863" y="1556836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53" name="Off-page Connector 9">
            <a:extLst>
              <a:ext uri="{FF2B5EF4-FFF2-40B4-BE49-F238E27FC236}">
                <a16:creationId xmlns:a16="http://schemas.microsoft.com/office/drawing/2014/main" id="{A01973A7-1FA4-0C98-249C-23CD8984ED1A}"/>
              </a:ext>
            </a:extLst>
          </p:cNvPr>
          <p:cNvSpPr/>
          <p:nvPr/>
        </p:nvSpPr>
        <p:spPr>
          <a:xfrm>
            <a:off x="6941887" y="1903894"/>
            <a:ext cx="1930036" cy="254465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Slow processes due to poorly configured workflows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automation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CD4A24-0FC5-F6C8-0A71-820A70E43CB1}"/>
              </a:ext>
            </a:extLst>
          </p:cNvPr>
          <p:cNvSpPr txBox="1"/>
          <p:nvPr/>
        </p:nvSpPr>
        <p:spPr>
          <a:xfrm>
            <a:off x="6780498" y="2083569"/>
            <a:ext cx="22313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GB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Customer Invoicing &amp; Finance Workflow</a:t>
            </a:r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</p:txBody>
      </p:sp>
      <p:sp>
        <p:nvSpPr>
          <p:cNvPr id="55" name="Freeform 1015">
            <a:extLst>
              <a:ext uri="{FF2B5EF4-FFF2-40B4-BE49-F238E27FC236}">
                <a16:creationId xmlns:a16="http://schemas.microsoft.com/office/drawing/2014/main" id="{49379704-A7E9-6EF1-10D5-4FD212A90D8B}"/>
              </a:ext>
            </a:extLst>
          </p:cNvPr>
          <p:cNvSpPr>
            <a:spLocks noChangeAspect="1"/>
          </p:cNvSpPr>
          <p:nvPr/>
        </p:nvSpPr>
        <p:spPr bwMode="auto">
          <a:xfrm>
            <a:off x="7658956" y="1582040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39ED94A-B4FD-84A0-6CF0-1C23682FB399}"/>
              </a:ext>
            </a:extLst>
          </p:cNvPr>
          <p:cNvSpPr/>
          <p:nvPr/>
        </p:nvSpPr>
        <p:spPr>
          <a:xfrm>
            <a:off x="651464" y="4986527"/>
            <a:ext cx="1917779" cy="558618"/>
          </a:xfrm>
          <a:prstGeom prst="roundRect">
            <a:avLst/>
          </a:prstGeom>
          <a:solidFill>
            <a:schemeClr val="tx2">
              <a:alpha val="26000"/>
            </a:schemeClr>
          </a:solidFill>
          <a:ln>
            <a:solidFill>
              <a:srgbClr val="F15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74261D7-47BE-80C9-627F-3124A46B03B6}"/>
              </a:ext>
            </a:extLst>
          </p:cNvPr>
          <p:cNvSpPr/>
          <p:nvPr/>
        </p:nvSpPr>
        <p:spPr>
          <a:xfrm>
            <a:off x="2743716" y="4999173"/>
            <a:ext cx="1953764" cy="545972"/>
          </a:xfrm>
          <a:prstGeom prst="roundRect">
            <a:avLst/>
          </a:prstGeom>
          <a:solidFill>
            <a:schemeClr val="accent1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DF4247-E50B-19D8-DDEA-15B91EFA84A9}"/>
              </a:ext>
            </a:extLst>
          </p:cNvPr>
          <p:cNvSpPr txBox="1"/>
          <p:nvPr/>
        </p:nvSpPr>
        <p:spPr>
          <a:xfrm>
            <a:off x="626295" y="4383297"/>
            <a:ext cx="1873758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Spend leakage could be costing you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C09C31-B441-840E-A767-4F86861E1F2E}"/>
              </a:ext>
            </a:extLst>
          </p:cNvPr>
          <p:cNvSpPr txBox="1"/>
          <p:nvPr/>
        </p:nvSpPr>
        <p:spPr>
          <a:xfrm>
            <a:off x="2763794" y="4372605"/>
            <a:ext cx="1869690" cy="67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Inefficient finance reporting could be costing you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DBA8E2-2E49-D3DC-8F70-3EBC50517161}"/>
              </a:ext>
            </a:extLst>
          </p:cNvPr>
          <p:cNvSpPr txBox="1"/>
          <p:nvPr/>
        </p:nvSpPr>
        <p:spPr>
          <a:xfrm>
            <a:off x="4866179" y="4365181"/>
            <a:ext cx="1914319" cy="67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collection processes could be costing you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DB37B9-37E7-B851-DABF-B428C6026ADB}"/>
              </a:ext>
            </a:extLst>
          </p:cNvPr>
          <p:cNvSpPr txBox="1"/>
          <p:nvPr/>
        </p:nvSpPr>
        <p:spPr>
          <a:xfrm>
            <a:off x="6952097" y="4521222"/>
            <a:ext cx="2424554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self-service and poor reporting could be costing you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EA8CB8-D6F8-2002-811C-82D845F0C462}"/>
              </a:ext>
            </a:extLst>
          </p:cNvPr>
          <p:cNvSpPr txBox="1"/>
          <p:nvPr/>
        </p:nvSpPr>
        <p:spPr>
          <a:xfrm>
            <a:off x="2736906" y="5110191"/>
            <a:ext cx="19050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valfqmr</a:t>
            </a:r>
            <a:r>
              <a:rPr lang="en-GB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634A47-D927-FE8D-6324-130A75E52781}"/>
              </a:ext>
            </a:extLst>
          </p:cNvPr>
          <p:cNvSpPr txBox="1"/>
          <p:nvPr/>
        </p:nvSpPr>
        <p:spPr>
          <a:xfrm>
            <a:off x="4899707" y="5093095"/>
            <a:ext cx="18912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valdcap</a:t>
            </a:r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A6E194-9E68-2DD5-DD40-F6B630830462}"/>
              </a:ext>
            </a:extLst>
          </p:cNvPr>
          <p:cNvSpPr/>
          <p:nvPr/>
        </p:nvSpPr>
        <p:spPr>
          <a:xfrm>
            <a:off x="664160" y="5880683"/>
            <a:ext cx="10595742" cy="5189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FC616B-B131-2AE7-F109-2FC9C9900A7B}"/>
              </a:ext>
            </a:extLst>
          </p:cNvPr>
          <p:cNvSpPr txBox="1"/>
          <p:nvPr/>
        </p:nvSpPr>
        <p:spPr>
          <a:xfrm>
            <a:off x="654866" y="5937956"/>
            <a:ext cx="10474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 OF DOING NOTHING: £</a:t>
            </a:r>
            <a:r>
              <a:rPr lang="tr-TR" sz="24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valcostof</a:t>
            </a:r>
            <a:r>
              <a:rPr lang="en-GB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ANNUAL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369866-8BC6-33CD-42B1-8C4AEA93FDD2}"/>
              </a:ext>
            </a:extLst>
          </p:cNvPr>
          <p:cNvSpPr txBox="1"/>
          <p:nvPr/>
        </p:nvSpPr>
        <p:spPr>
          <a:xfrm>
            <a:off x="664160" y="5115340"/>
            <a:ext cx="190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valmsl</a:t>
            </a:r>
            <a:r>
              <a:rPr lang="en-GB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237159-5595-B234-5E4A-043EFFCA2AED}"/>
              </a:ext>
            </a:extLst>
          </p:cNvPr>
          <p:cNvSpPr txBox="1"/>
          <p:nvPr/>
        </p:nvSpPr>
        <p:spPr>
          <a:xfrm>
            <a:off x="635504" y="823804"/>
            <a:ext cx="22973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NOTE THESE ARE ESTIMATIONS ONLY</a:t>
            </a:r>
          </a:p>
        </p:txBody>
      </p:sp>
      <p:sp>
        <p:nvSpPr>
          <p:cNvPr id="4" name="Freeform 50">
            <a:extLst>
              <a:ext uri="{FF2B5EF4-FFF2-40B4-BE49-F238E27FC236}">
                <a16:creationId xmlns:a16="http://schemas.microsoft.com/office/drawing/2014/main" id="{9F9B2520-FD51-DC24-704C-0BB7BDAC0376}"/>
              </a:ext>
            </a:extLst>
          </p:cNvPr>
          <p:cNvSpPr/>
          <p:nvPr/>
        </p:nvSpPr>
        <p:spPr>
          <a:xfrm rot="10800000">
            <a:off x="6967424" y="2158009"/>
            <a:ext cx="1951578" cy="2971025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9143998 h 9144000"/>
              <a:gd name="connsiteX5" fmla="*/ 0 w 4855912"/>
              <a:gd name="connsiteY5" fmla="*/ 794048 h 9144000"/>
              <a:gd name="connsiteX6" fmla="*/ 4855912 w 4855912"/>
              <a:gd name="connsiteY6" fmla="*/ 0 h 9144000"/>
              <a:gd name="connsiteX7" fmla="*/ 4855912 w 4855912"/>
              <a:gd name="connsiteY7" fmla="*/ 4215866 h 9144000"/>
              <a:gd name="connsiteX8" fmla="*/ 2427956 w 4855912"/>
              <a:gd name="connsiteY8" fmla="*/ 2983833 h 9144000"/>
              <a:gd name="connsiteX9" fmla="*/ 0 w 4855912"/>
              <a:gd name="connsiteY9" fmla="*/ 4215866 h 9144000"/>
              <a:gd name="connsiteX10" fmla="*/ 0 w 4855912"/>
              <a:gd name="connsiteY10" fmla="*/ 794048 h 9144000"/>
              <a:gd name="connsiteX0" fmla="*/ 0 w 4855912"/>
              <a:gd name="connsiteY0" fmla="*/ 8366845 h 8366847"/>
              <a:gd name="connsiteX1" fmla="*/ 4855912 w 4855912"/>
              <a:gd name="connsiteY1" fmla="*/ 8366845 h 8366847"/>
              <a:gd name="connsiteX2" fmla="*/ 4855912 w 4855912"/>
              <a:gd name="connsiteY2" fmla="*/ 8366847 h 8366847"/>
              <a:gd name="connsiteX3" fmla="*/ 0 w 4855912"/>
              <a:gd name="connsiteY3" fmla="*/ 8366847 h 8366847"/>
              <a:gd name="connsiteX4" fmla="*/ 0 w 4855912"/>
              <a:gd name="connsiteY4" fmla="*/ 8366845 h 8366847"/>
              <a:gd name="connsiteX5" fmla="*/ 0 w 4855912"/>
              <a:gd name="connsiteY5" fmla="*/ 16895 h 8366847"/>
              <a:gd name="connsiteX6" fmla="*/ 4839134 w 4855912"/>
              <a:gd name="connsiteY6" fmla="*/ 0 h 8366847"/>
              <a:gd name="connsiteX7" fmla="*/ 4855912 w 4855912"/>
              <a:gd name="connsiteY7" fmla="*/ 3438713 h 8366847"/>
              <a:gd name="connsiteX8" fmla="*/ 2427956 w 4855912"/>
              <a:gd name="connsiteY8" fmla="*/ 2206680 h 8366847"/>
              <a:gd name="connsiteX9" fmla="*/ 0 w 4855912"/>
              <a:gd name="connsiteY9" fmla="*/ 3438713 h 8366847"/>
              <a:gd name="connsiteX10" fmla="*/ 0 w 4855912"/>
              <a:gd name="connsiteY10" fmla="*/ 16895 h 8366847"/>
              <a:gd name="connsiteX0" fmla="*/ 0 w 4857526"/>
              <a:gd name="connsiteY0" fmla="*/ 8349950 h 8349952"/>
              <a:gd name="connsiteX1" fmla="*/ 4855912 w 4857526"/>
              <a:gd name="connsiteY1" fmla="*/ 8349950 h 8349952"/>
              <a:gd name="connsiteX2" fmla="*/ 4855912 w 4857526"/>
              <a:gd name="connsiteY2" fmla="*/ 8349952 h 8349952"/>
              <a:gd name="connsiteX3" fmla="*/ 0 w 4857526"/>
              <a:gd name="connsiteY3" fmla="*/ 8349952 h 8349952"/>
              <a:gd name="connsiteX4" fmla="*/ 0 w 4857526"/>
              <a:gd name="connsiteY4" fmla="*/ 8349950 h 8349952"/>
              <a:gd name="connsiteX5" fmla="*/ 0 w 4857526"/>
              <a:gd name="connsiteY5" fmla="*/ 0 h 8349952"/>
              <a:gd name="connsiteX6" fmla="*/ 4855912 w 4857526"/>
              <a:gd name="connsiteY6" fmla="*/ 0 h 8349952"/>
              <a:gd name="connsiteX7" fmla="*/ 4855912 w 4857526"/>
              <a:gd name="connsiteY7" fmla="*/ 3421818 h 8349952"/>
              <a:gd name="connsiteX8" fmla="*/ 2427956 w 4857526"/>
              <a:gd name="connsiteY8" fmla="*/ 2189785 h 8349952"/>
              <a:gd name="connsiteX9" fmla="*/ 0 w 4857526"/>
              <a:gd name="connsiteY9" fmla="*/ 3421818 h 8349952"/>
              <a:gd name="connsiteX10" fmla="*/ 0 w 4857526"/>
              <a:gd name="connsiteY10" fmla="*/ 0 h 834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7526" h="8349952">
                <a:moveTo>
                  <a:pt x="0" y="8349950"/>
                </a:moveTo>
                <a:lnTo>
                  <a:pt x="4855912" y="8349950"/>
                </a:lnTo>
                <a:lnTo>
                  <a:pt x="4855912" y="8349952"/>
                </a:lnTo>
                <a:lnTo>
                  <a:pt x="0" y="8349952"/>
                </a:lnTo>
                <a:lnTo>
                  <a:pt x="0" y="8349950"/>
                </a:lnTo>
                <a:close/>
                <a:moveTo>
                  <a:pt x="0" y="0"/>
                </a:moveTo>
                <a:lnTo>
                  <a:pt x="4855912" y="0"/>
                </a:lnTo>
                <a:cubicBezTo>
                  <a:pt x="4861505" y="1146238"/>
                  <a:pt x="4850319" y="2275580"/>
                  <a:pt x="4855912" y="3421818"/>
                </a:cubicBezTo>
                <a:lnTo>
                  <a:pt x="2427956" y="2189785"/>
                </a:lnTo>
                <a:lnTo>
                  <a:pt x="0" y="34218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73898-242B-B542-A13B-5A46CF540B50}"/>
              </a:ext>
            </a:extLst>
          </p:cNvPr>
          <p:cNvSpPr txBox="1"/>
          <p:nvPr/>
        </p:nvSpPr>
        <p:spPr>
          <a:xfrm>
            <a:off x="6983140" y="4381097"/>
            <a:ext cx="1914319" cy="67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Invoicing and finance workflows could be costing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0DF48-C88F-66C2-241D-A456E4C5498F}"/>
              </a:ext>
            </a:extLst>
          </p:cNvPr>
          <p:cNvSpPr txBox="1"/>
          <p:nvPr/>
        </p:nvSpPr>
        <p:spPr>
          <a:xfrm>
            <a:off x="7004485" y="5111942"/>
            <a:ext cx="1921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valcifw</a:t>
            </a:r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805B4A-2C0D-368E-E75D-FC2CDC15A66B}"/>
              </a:ext>
            </a:extLst>
          </p:cNvPr>
          <p:cNvSpPr/>
          <p:nvPr/>
        </p:nvSpPr>
        <p:spPr>
          <a:xfrm>
            <a:off x="9115214" y="5008615"/>
            <a:ext cx="1930036" cy="548993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ff-page Connector 9">
            <a:extLst>
              <a:ext uri="{FF2B5EF4-FFF2-40B4-BE49-F238E27FC236}">
                <a16:creationId xmlns:a16="http://schemas.microsoft.com/office/drawing/2014/main" id="{CF4D6202-C07E-1976-8619-E66844709A39}"/>
              </a:ext>
            </a:extLst>
          </p:cNvPr>
          <p:cNvSpPr/>
          <p:nvPr/>
        </p:nvSpPr>
        <p:spPr>
          <a:xfrm>
            <a:off x="9098462" y="1889646"/>
            <a:ext cx="1930036" cy="2544658"/>
          </a:xfrm>
          <a:prstGeom prst="round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GB" sz="9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self-serve solutions</a:t>
            </a:r>
          </a:p>
          <a:p>
            <a:pPr marL="171450" indent="-1714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risk of errors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466DEC-9423-B95B-0DAB-B91A852EC795}"/>
              </a:ext>
            </a:extLst>
          </p:cNvPr>
          <p:cNvSpPr txBox="1"/>
          <p:nvPr/>
        </p:nvSpPr>
        <p:spPr>
          <a:xfrm>
            <a:off x="9011822" y="2082316"/>
            <a:ext cx="2094684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GB" sz="1600" b="1" dirty="0">
                <a:latin typeface="Montserrat SemiBold" panose="00000700000000000000" pitchFamily="2" charset="0"/>
                <a:ea typeface="League Spartan" charset="0"/>
                <a:cs typeface="Poppins" pitchFamily="2" charset="77"/>
              </a:rPr>
              <a:t>Online expense management</a:t>
            </a:r>
            <a:endParaRPr lang="en-US" sz="1600" b="1" dirty="0">
              <a:latin typeface="Montserrat SemiBold" panose="00000700000000000000" pitchFamily="2" charset="0"/>
              <a:ea typeface="League Spartan" charset="0"/>
              <a:cs typeface="Poppins" pitchFamily="2" charset="77"/>
            </a:endParaRPr>
          </a:p>
        </p:txBody>
      </p:sp>
      <p:sp>
        <p:nvSpPr>
          <p:cNvPr id="13" name="Freeform 1015">
            <a:extLst>
              <a:ext uri="{FF2B5EF4-FFF2-40B4-BE49-F238E27FC236}">
                <a16:creationId xmlns:a16="http://schemas.microsoft.com/office/drawing/2014/main" id="{2DFBB6BE-A3C1-C95A-4287-54102AC9E823}"/>
              </a:ext>
            </a:extLst>
          </p:cNvPr>
          <p:cNvSpPr>
            <a:spLocks noChangeAspect="1"/>
          </p:cNvSpPr>
          <p:nvPr/>
        </p:nvSpPr>
        <p:spPr bwMode="auto">
          <a:xfrm>
            <a:off x="9718298" y="1567792"/>
            <a:ext cx="495898" cy="495898"/>
          </a:xfrm>
          <a:custGeom>
            <a:avLst/>
            <a:gdLst>
              <a:gd name="T0" fmla="*/ 7726423 w 293329"/>
              <a:gd name="T1" fmla="*/ 9850932 h 293332"/>
              <a:gd name="T2" fmla="*/ 2935958 w 293329"/>
              <a:gd name="T3" fmla="*/ 9676341 h 293332"/>
              <a:gd name="T4" fmla="*/ 8633732 w 293329"/>
              <a:gd name="T5" fmla="*/ 8887648 h 293332"/>
              <a:gd name="T6" fmla="*/ 8503163 w 293329"/>
              <a:gd name="T7" fmla="*/ 10333017 h 293332"/>
              <a:gd name="T8" fmla="*/ 10187033 w 293329"/>
              <a:gd name="T9" fmla="*/ 9107071 h 293332"/>
              <a:gd name="T10" fmla="*/ 10656909 w 293329"/>
              <a:gd name="T11" fmla="*/ 9507104 h 293332"/>
              <a:gd name="T12" fmla="*/ 8346597 w 293329"/>
              <a:gd name="T13" fmla="*/ 10655613 h 293332"/>
              <a:gd name="T14" fmla="*/ 8398777 w 293329"/>
              <a:gd name="T15" fmla="*/ 8900613 h 293332"/>
              <a:gd name="T16" fmla="*/ 456778 w 293329"/>
              <a:gd name="T17" fmla="*/ 9107071 h 293332"/>
              <a:gd name="T18" fmla="*/ 2153785 w 293329"/>
              <a:gd name="T19" fmla="*/ 10333017 h 293332"/>
              <a:gd name="T20" fmla="*/ 2023134 w 293329"/>
              <a:gd name="T21" fmla="*/ 8887648 h 293332"/>
              <a:gd name="T22" fmla="*/ 2466970 w 293329"/>
              <a:gd name="T23" fmla="*/ 10500789 h 293332"/>
              <a:gd name="T24" fmla="*/ 0 w 293329"/>
              <a:gd name="T25" fmla="*/ 10500789 h 293332"/>
              <a:gd name="T26" fmla="*/ 443780 w 293329"/>
              <a:gd name="T27" fmla="*/ 8887648 h 293332"/>
              <a:gd name="T28" fmla="*/ 9388267 w 293329"/>
              <a:gd name="T29" fmla="*/ 8605304 h 293332"/>
              <a:gd name="T30" fmla="*/ 1198367 w 293329"/>
              <a:gd name="T31" fmla="*/ 7874844 h 293332"/>
              <a:gd name="T32" fmla="*/ 1570072 w 293329"/>
              <a:gd name="T33" fmla="*/ 8233637 h 293332"/>
              <a:gd name="T34" fmla="*/ 10080391 w 293329"/>
              <a:gd name="T35" fmla="*/ 8233637 h 293332"/>
              <a:gd name="T36" fmla="*/ 9388267 w 293329"/>
              <a:gd name="T37" fmla="*/ 7554479 h 293332"/>
              <a:gd name="T38" fmla="*/ 1198367 w 293329"/>
              <a:gd name="T39" fmla="*/ 8925645 h 293332"/>
              <a:gd name="T40" fmla="*/ 5130248 w 293329"/>
              <a:gd name="T41" fmla="*/ 6689459 h 293332"/>
              <a:gd name="T42" fmla="*/ 6635580 w 293329"/>
              <a:gd name="T43" fmla="*/ 7022186 h 293332"/>
              <a:gd name="T44" fmla="*/ 5130248 w 293329"/>
              <a:gd name="T45" fmla="*/ 6689459 h 293332"/>
              <a:gd name="T46" fmla="*/ 6792622 w 293329"/>
              <a:gd name="T47" fmla="*/ 5753460 h 293332"/>
              <a:gd name="T48" fmla="*/ 4960060 w 293329"/>
              <a:gd name="T49" fmla="*/ 5753460 h 293332"/>
              <a:gd name="T50" fmla="*/ 4394049 w 293329"/>
              <a:gd name="T51" fmla="*/ 8425350 h 293332"/>
              <a:gd name="T52" fmla="*/ 4394049 w 293329"/>
              <a:gd name="T53" fmla="*/ 4434924 h 293332"/>
              <a:gd name="T54" fmla="*/ 3801866 w 293329"/>
              <a:gd name="T55" fmla="*/ 8425350 h 293332"/>
              <a:gd name="T56" fmla="*/ 3801866 w 293329"/>
              <a:gd name="T57" fmla="*/ 4434924 h 293332"/>
              <a:gd name="T58" fmla="*/ 10173087 w 293329"/>
              <a:gd name="T59" fmla="*/ 3648251 h 293332"/>
              <a:gd name="T60" fmla="*/ 9880272 w 293329"/>
              <a:gd name="T61" fmla="*/ 7355373 h 293332"/>
              <a:gd name="T62" fmla="*/ 9960128 w 293329"/>
              <a:gd name="T63" fmla="*/ 3543768 h 293332"/>
              <a:gd name="T64" fmla="*/ 882485 w 293329"/>
              <a:gd name="T65" fmla="*/ 7043025 h 293332"/>
              <a:gd name="T66" fmla="*/ 572838 w 293329"/>
              <a:gd name="T67" fmla="*/ 7161164 h 293332"/>
              <a:gd name="T68" fmla="*/ 3801866 w 293329"/>
              <a:gd name="T69" fmla="*/ 3139719 h 293332"/>
              <a:gd name="T70" fmla="*/ 6999706 w 293329"/>
              <a:gd name="T71" fmla="*/ 4120936 h 293332"/>
              <a:gd name="T72" fmla="*/ 3801866 w 293329"/>
              <a:gd name="T73" fmla="*/ 2825664 h 293332"/>
              <a:gd name="T74" fmla="*/ 7486601 w 293329"/>
              <a:gd name="T75" fmla="*/ 3139719 h 293332"/>
              <a:gd name="T76" fmla="*/ 7486601 w 293329"/>
              <a:gd name="T77" fmla="*/ 4120936 h 293332"/>
              <a:gd name="T78" fmla="*/ 7486601 w 293329"/>
              <a:gd name="T79" fmla="*/ 8752426 h 293332"/>
              <a:gd name="T80" fmla="*/ 2999112 w 293329"/>
              <a:gd name="T81" fmla="*/ 3623786 h 293332"/>
              <a:gd name="T82" fmla="*/ 8646767 w 293329"/>
              <a:gd name="T83" fmla="*/ 1554601 h 293332"/>
              <a:gd name="T84" fmla="*/ 10330586 w 293329"/>
              <a:gd name="T85" fmla="*/ 2789136 h 293332"/>
              <a:gd name="T86" fmla="*/ 10213098 w 293329"/>
              <a:gd name="T87" fmla="*/ 1333651 h 293332"/>
              <a:gd name="T88" fmla="*/ 10656909 w 293329"/>
              <a:gd name="T89" fmla="*/ 2945074 h 293332"/>
              <a:gd name="T90" fmla="*/ 8189923 w 293329"/>
              <a:gd name="T91" fmla="*/ 2945074 h 293332"/>
              <a:gd name="T92" fmla="*/ 8633732 w 293329"/>
              <a:gd name="T93" fmla="*/ 1333651 h 293332"/>
              <a:gd name="T94" fmla="*/ 313320 w 293329"/>
              <a:gd name="T95" fmla="*/ 1957394 h 293332"/>
              <a:gd name="T96" fmla="*/ 2153785 w 293329"/>
              <a:gd name="T97" fmla="*/ 1957394 h 293332"/>
              <a:gd name="T98" fmla="*/ 2245154 w 293329"/>
              <a:gd name="T99" fmla="*/ 1346649 h 293332"/>
              <a:gd name="T100" fmla="*/ 2310348 w 293329"/>
              <a:gd name="T101" fmla="*/ 3101058 h 293332"/>
              <a:gd name="T102" fmla="*/ 0 w 293329"/>
              <a:gd name="T103" fmla="*/ 1957394 h 293332"/>
              <a:gd name="T104" fmla="*/ 9388267 w 293329"/>
              <a:gd name="T105" fmla="*/ 307485 h 293332"/>
              <a:gd name="T106" fmla="*/ 9759991 w 293329"/>
              <a:gd name="T107" fmla="*/ 679246 h 293332"/>
              <a:gd name="T108" fmla="*/ 826690 w 293329"/>
              <a:gd name="T109" fmla="*/ 679246 h 293332"/>
              <a:gd name="T110" fmla="*/ 1198367 w 293329"/>
              <a:gd name="T111" fmla="*/ 307485 h 293332"/>
              <a:gd name="T112" fmla="*/ 8022361 w 293329"/>
              <a:gd name="T113" fmla="*/ 1208071 h 293332"/>
              <a:gd name="T114" fmla="*/ 2720558 w 293329"/>
              <a:gd name="T115" fmla="*/ 1286932 h 293332"/>
              <a:gd name="T116" fmla="*/ 5293109 w 293329"/>
              <a:gd name="T117" fmla="*/ 246183 h 293332"/>
              <a:gd name="T118" fmla="*/ 9388267 w 293329"/>
              <a:gd name="T119" fmla="*/ 1371250 h 293332"/>
              <a:gd name="T120" fmla="*/ 1198367 w 293329"/>
              <a:gd name="T121" fmla="*/ 0 h 293332"/>
              <a:gd name="T122" fmla="*/ 519153 w 293329"/>
              <a:gd name="T123" fmla="*/ 679246 h 2933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3329" h="293332">
                <a:moveTo>
                  <a:pt x="208355" y="263416"/>
                </a:moveTo>
                <a:cubicBezTo>
                  <a:pt x="210511" y="261937"/>
                  <a:pt x="213385" y="262677"/>
                  <a:pt x="214822" y="264895"/>
                </a:cubicBezTo>
                <a:cubicBezTo>
                  <a:pt x="215541" y="267483"/>
                  <a:pt x="214822" y="270071"/>
                  <a:pt x="212667" y="271180"/>
                </a:cubicBezTo>
                <a:cubicBezTo>
                  <a:pt x="192188" y="282640"/>
                  <a:pt x="169194" y="288556"/>
                  <a:pt x="146201" y="288556"/>
                </a:cubicBezTo>
                <a:cubicBezTo>
                  <a:pt x="124284" y="288556"/>
                  <a:pt x="102728" y="283010"/>
                  <a:pt x="82608" y="272659"/>
                </a:cubicBezTo>
                <a:cubicBezTo>
                  <a:pt x="80093" y="271549"/>
                  <a:pt x="79375" y="268592"/>
                  <a:pt x="80812" y="266374"/>
                </a:cubicBezTo>
                <a:cubicBezTo>
                  <a:pt x="81530" y="264155"/>
                  <a:pt x="84405" y="263416"/>
                  <a:pt x="86560" y="264525"/>
                </a:cubicBezTo>
                <a:cubicBezTo>
                  <a:pt x="125003" y="284859"/>
                  <a:pt x="170631" y="284119"/>
                  <a:pt x="208355" y="263416"/>
                </a:cubicBezTo>
                <a:close/>
                <a:moveTo>
                  <a:pt x="237641" y="244663"/>
                </a:moveTo>
                <a:cubicBezTo>
                  <a:pt x="239437" y="246084"/>
                  <a:pt x="239796" y="248926"/>
                  <a:pt x="238000" y="250703"/>
                </a:cubicBezTo>
                <a:cubicBezTo>
                  <a:pt x="235485" y="253900"/>
                  <a:pt x="234048" y="257808"/>
                  <a:pt x="234048" y="261715"/>
                </a:cubicBezTo>
                <a:lnTo>
                  <a:pt x="234048" y="284451"/>
                </a:lnTo>
                <a:lnTo>
                  <a:pt x="284347" y="284451"/>
                </a:lnTo>
                <a:lnTo>
                  <a:pt x="284347" y="261715"/>
                </a:lnTo>
                <a:cubicBezTo>
                  <a:pt x="284347" y="257808"/>
                  <a:pt x="283269" y="253900"/>
                  <a:pt x="280395" y="250703"/>
                </a:cubicBezTo>
                <a:cubicBezTo>
                  <a:pt x="278958" y="248926"/>
                  <a:pt x="278958" y="246084"/>
                  <a:pt x="281113" y="244663"/>
                </a:cubicBezTo>
                <a:cubicBezTo>
                  <a:pt x="282910" y="242887"/>
                  <a:pt x="285784" y="243242"/>
                  <a:pt x="287221" y="245019"/>
                </a:cubicBezTo>
                <a:cubicBezTo>
                  <a:pt x="291173" y="249992"/>
                  <a:pt x="293329" y="255676"/>
                  <a:pt x="293329" y="261715"/>
                </a:cubicBezTo>
                <a:lnTo>
                  <a:pt x="293329" y="289069"/>
                </a:lnTo>
                <a:cubicBezTo>
                  <a:pt x="293329" y="291201"/>
                  <a:pt x="291533" y="293332"/>
                  <a:pt x="288658" y="293332"/>
                </a:cubicBezTo>
                <a:lnTo>
                  <a:pt x="229737" y="293332"/>
                </a:lnTo>
                <a:cubicBezTo>
                  <a:pt x="227222" y="293332"/>
                  <a:pt x="225425" y="291201"/>
                  <a:pt x="225425" y="289069"/>
                </a:cubicBezTo>
                <a:lnTo>
                  <a:pt x="225425" y="261715"/>
                </a:lnTo>
                <a:cubicBezTo>
                  <a:pt x="225425" y="255676"/>
                  <a:pt x="227222" y="249992"/>
                  <a:pt x="231174" y="245019"/>
                </a:cubicBezTo>
                <a:cubicBezTo>
                  <a:pt x="232611" y="243242"/>
                  <a:pt x="235844" y="242887"/>
                  <a:pt x="237641" y="244663"/>
                </a:cubicBezTo>
                <a:close/>
                <a:moveTo>
                  <a:pt x="12215" y="244663"/>
                </a:moveTo>
                <a:cubicBezTo>
                  <a:pt x="14012" y="246084"/>
                  <a:pt x="14371" y="248926"/>
                  <a:pt x="12575" y="250703"/>
                </a:cubicBezTo>
                <a:cubicBezTo>
                  <a:pt x="10419" y="253900"/>
                  <a:pt x="8622" y="257808"/>
                  <a:pt x="8622" y="261715"/>
                </a:cubicBezTo>
                <a:lnTo>
                  <a:pt x="8622" y="284451"/>
                </a:lnTo>
                <a:lnTo>
                  <a:pt x="59281" y="284451"/>
                </a:lnTo>
                <a:lnTo>
                  <a:pt x="59281" y="261715"/>
                </a:lnTo>
                <a:cubicBezTo>
                  <a:pt x="59281" y="257808"/>
                  <a:pt x="57844" y="253900"/>
                  <a:pt x="54969" y="250703"/>
                </a:cubicBezTo>
                <a:cubicBezTo>
                  <a:pt x="53532" y="248926"/>
                  <a:pt x="53892" y="246084"/>
                  <a:pt x="55688" y="244663"/>
                </a:cubicBezTo>
                <a:cubicBezTo>
                  <a:pt x="57844" y="242887"/>
                  <a:pt x="60359" y="243242"/>
                  <a:pt x="61796" y="245019"/>
                </a:cubicBezTo>
                <a:cubicBezTo>
                  <a:pt x="65748" y="249992"/>
                  <a:pt x="67903" y="255676"/>
                  <a:pt x="67903" y="261715"/>
                </a:cubicBezTo>
                <a:lnTo>
                  <a:pt x="67903" y="289069"/>
                </a:lnTo>
                <a:cubicBezTo>
                  <a:pt x="67903" y="291201"/>
                  <a:pt x="65748" y="293332"/>
                  <a:pt x="63592" y="293332"/>
                </a:cubicBezTo>
                <a:lnTo>
                  <a:pt x="4311" y="293332"/>
                </a:lnTo>
                <a:cubicBezTo>
                  <a:pt x="1796" y="293332"/>
                  <a:pt x="0" y="291201"/>
                  <a:pt x="0" y="289069"/>
                </a:cubicBezTo>
                <a:lnTo>
                  <a:pt x="0" y="261715"/>
                </a:lnTo>
                <a:cubicBezTo>
                  <a:pt x="0" y="255676"/>
                  <a:pt x="1796" y="249992"/>
                  <a:pt x="6107" y="245019"/>
                </a:cubicBezTo>
                <a:cubicBezTo>
                  <a:pt x="7545" y="243242"/>
                  <a:pt x="10419" y="242887"/>
                  <a:pt x="12215" y="244663"/>
                </a:cubicBezTo>
                <a:close/>
                <a:moveTo>
                  <a:pt x="258410" y="216782"/>
                </a:moveTo>
                <a:cubicBezTo>
                  <a:pt x="252766" y="216782"/>
                  <a:pt x="248180" y="221368"/>
                  <a:pt x="248180" y="226659"/>
                </a:cubicBezTo>
                <a:cubicBezTo>
                  <a:pt x="248180" y="232304"/>
                  <a:pt x="252766" y="236890"/>
                  <a:pt x="258410" y="236890"/>
                </a:cubicBezTo>
                <a:cubicBezTo>
                  <a:pt x="264055" y="236890"/>
                  <a:pt x="268641" y="232304"/>
                  <a:pt x="268641" y="226659"/>
                </a:cubicBezTo>
                <a:cubicBezTo>
                  <a:pt x="268641" y="221368"/>
                  <a:pt x="264055" y="216782"/>
                  <a:pt x="258410" y="216782"/>
                </a:cubicBezTo>
                <a:close/>
                <a:moveTo>
                  <a:pt x="32985" y="216782"/>
                </a:moveTo>
                <a:cubicBezTo>
                  <a:pt x="27341" y="216782"/>
                  <a:pt x="22754" y="221368"/>
                  <a:pt x="22754" y="226659"/>
                </a:cubicBezTo>
                <a:cubicBezTo>
                  <a:pt x="22754" y="232304"/>
                  <a:pt x="27341" y="236890"/>
                  <a:pt x="32985" y="236890"/>
                </a:cubicBezTo>
                <a:cubicBezTo>
                  <a:pt x="38629" y="236890"/>
                  <a:pt x="43216" y="232304"/>
                  <a:pt x="43216" y="226659"/>
                </a:cubicBezTo>
                <a:cubicBezTo>
                  <a:pt x="43216" y="221368"/>
                  <a:pt x="38629" y="216782"/>
                  <a:pt x="32985" y="216782"/>
                </a:cubicBezTo>
                <a:close/>
                <a:moveTo>
                  <a:pt x="258410" y="207962"/>
                </a:moveTo>
                <a:cubicBezTo>
                  <a:pt x="268994" y="207962"/>
                  <a:pt x="277460" y="216429"/>
                  <a:pt x="277460" y="226659"/>
                </a:cubicBezTo>
                <a:cubicBezTo>
                  <a:pt x="277460" y="237243"/>
                  <a:pt x="268994" y="245709"/>
                  <a:pt x="258410" y="245709"/>
                </a:cubicBezTo>
                <a:cubicBezTo>
                  <a:pt x="248180" y="245709"/>
                  <a:pt x="239713" y="237243"/>
                  <a:pt x="239713" y="226659"/>
                </a:cubicBezTo>
                <a:cubicBezTo>
                  <a:pt x="239713" y="216429"/>
                  <a:pt x="248180" y="207962"/>
                  <a:pt x="258410" y="207962"/>
                </a:cubicBezTo>
                <a:close/>
                <a:moveTo>
                  <a:pt x="32985" y="207962"/>
                </a:moveTo>
                <a:cubicBezTo>
                  <a:pt x="43568" y="207962"/>
                  <a:pt x="52035" y="216429"/>
                  <a:pt x="52035" y="226659"/>
                </a:cubicBezTo>
                <a:cubicBezTo>
                  <a:pt x="52035" y="237243"/>
                  <a:pt x="43568" y="245709"/>
                  <a:pt x="32985" y="245709"/>
                </a:cubicBezTo>
                <a:cubicBezTo>
                  <a:pt x="22754" y="245709"/>
                  <a:pt x="14288" y="237243"/>
                  <a:pt x="14288" y="226659"/>
                </a:cubicBezTo>
                <a:cubicBezTo>
                  <a:pt x="14288" y="216429"/>
                  <a:pt x="22754" y="207962"/>
                  <a:pt x="32985" y="207962"/>
                </a:cubicBezTo>
                <a:close/>
                <a:moveTo>
                  <a:pt x="141209" y="184150"/>
                </a:moveTo>
                <a:lnTo>
                  <a:pt x="182642" y="184150"/>
                </a:lnTo>
                <a:cubicBezTo>
                  <a:pt x="185164" y="184150"/>
                  <a:pt x="186965" y="186348"/>
                  <a:pt x="186965" y="188913"/>
                </a:cubicBezTo>
                <a:cubicBezTo>
                  <a:pt x="186965" y="191477"/>
                  <a:pt x="185164" y="193309"/>
                  <a:pt x="182642" y="193309"/>
                </a:cubicBezTo>
                <a:lnTo>
                  <a:pt x="141209" y="193309"/>
                </a:lnTo>
                <a:cubicBezTo>
                  <a:pt x="138687" y="193309"/>
                  <a:pt x="136525" y="191477"/>
                  <a:pt x="136525" y="188913"/>
                </a:cubicBezTo>
                <a:cubicBezTo>
                  <a:pt x="136525" y="186348"/>
                  <a:pt x="138687" y="184150"/>
                  <a:pt x="141209" y="184150"/>
                </a:cubicBezTo>
                <a:close/>
                <a:moveTo>
                  <a:pt x="141209" y="153987"/>
                </a:moveTo>
                <a:lnTo>
                  <a:pt x="182642" y="153987"/>
                </a:lnTo>
                <a:cubicBezTo>
                  <a:pt x="185164" y="153987"/>
                  <a:pt x="186965" y="155818"/>
                  <a:pt x="186965" y="158383"/>
                </a:cubicBezTo>
                <a:cubicBezTo>
                  <a:pt x="186965" y="160947"/>
                  <a:pt x="185164" y="163145"/>
                  <a:pt x="182642" y="163145"/>
                </a:cubicBezTo>
                <a:lnTo>
                  <a:pt x="141209" y="163145"/>
                </a:lnTo>
                <a:cubicBezTo>
                  <a:pt x="138687" y="163145"/>
                  <a:pt x="136525" y="160947"/>
                  <a:pt x="136525" y="158383"/>
                </a:cubicBezTo>
                <a:cubicBezTo>
                  <a:pt x="136525" y="155818"/>
                  <a:pt x="138687" y="153987"/>
                  <a:pt x="141209" y="153987"/>
                </a:cubicBezTo>
                <a:close/>
                <a:moveTo>
                  <a:pt x="120945" y="122087"/>
                </a:moveTo>
                <a:lnTo>
                  <a:pt x="120945" y="231936"/>
                </a:lnTo>
                <a:lnTo>
                  <a:pt x="201721" y="231936"/>
                </a:lnTo>
                <a:lnTo>
                  <a:pt x="201721" y="122087"/>
                </a:lnTo>
                <a:lnTo>
                  <a:pt x="120945" y="122087"/>
                </a:lnTo>
                <a:close/>
                <a:moveTo>
                  <a:pt x="91243" y="117765"/>
                </a:moveTo>
                <a:lnTo>
                  <a:pt x="91243" y="218610"/>
                </a:lnTo>
                <a:cubicBezTo>
                  <a:pt x="91243" y="225813"/>
                  <a:pt x="97401" y="231936"/>
                  <a:pt x="104645" y="231936"/>
                </a:cubicBezTo>
                <a:lnTo>
                  <a:pt x="112252" y="231936"/>
                </a:lnTo>
                <a:lnTo>
                  <a:pt x="112252" y="122087"/>
                </a:lnTo>
                <a:lnTo>
                  <a:pt x="104645" y="122087"/>
                </a:lnTo>
                <a:cubicBezTo>
                  <a:pt x="99574" y="122087"/>
                  <a:pt x="94865" y="120286"/>
                  <a:pt x="91243" y="117765"/>
                </a:cubicBezTo>
                <a:close/>
                <a:moveTo>
                  <a:pt x="274150" y="97555"/>
                </a:moveTo>
                <a:cubicBezTo>
                  <a:pt x="276714" y="96837"/>
                  <a:pt x="279278" y="98274"/>
                  <a:pt x="280011" y="100430"/>
                </a:cubicBezTo>
                <a:cubicBezTo>
                  <a:pt x="291734" y="132770"/>
                  <a:pt x="291001" y="168344"/>
                  <a:pt x="277813" y="199966"/>
                </a:cubicBezTo>
                <a:cubicBezTo>
                  <a:pt x="277080" y="201763"/>
                  <a:pt x="275249" y="202841"/>
                  <a:pt x="273783" y="202841"/>
                </a:cubicBezTo>
                <a:cubicBezTo>
                  <a:pt x="273051" y="202841"/>
                  <a:pt x="272684" y="202841"/>
                  <a:pt x="271952" y="202482"/>
                </a:cubicBezTo>
                <a:cubicBezTo>
                  <a:pt x="269387" y="201404"/>
                  <a:pt x="268288" y="198888"/>
                  <a:pt x="269387" y="196732"/>
                </a:cubicBezTo>
                <a:cubicBezTo>
                  <a:pt x="281843" y="166907"/>
                  <a:pt x="282209" y="133848"/>
                  <a:pt x="271585" y="103305"/>
                </a:cubicBezTo>
                <a:cubicBezTo>
                  <a:pt x="270853" y="101149"/>
                  <a:pt x="271952" y="98633"/>
                  <a:pt x="274150" y="97555"/>
                </a:cubicBezTo>
                <a:close/>
                <a:moveTo>
                  <a:pt x="20584" y="95972"/>
                </a:moveTo>
                <a:cubicBezTo>
                  <a:pt x="22807" y="96695"/>
                  <a:pt x="24289" y="99224"/>
                  <a:pt x="23177" y="101753"/>
                </a:cubicBezTo>
                <a:cubicBezTo>
                  <a:pt x="12435" y="131379"/>
                  <a:pt x="12806" y="164257"/>
                  <a:pt x="24289" y="193883"/>
                </a:cubicBezTo>
                <a:cubicBezTo>
                  <a:pt x="25029" y="196051"/>
                  <a:pt x="23918" y="198580"/>
                  <a:pt x="21696" y="199664"/>
                </a:cubicBezTo>
                <a:cubicBezTo>
                  <a:pt x="20955" y="199664"/>
                  <a:pt x="20584" y="199664"/>
                  <a:pt x="19844" y="199664"/>
                </a:cubicBezTo>
                <a:cubicBezTo>
                  <a:pt x="17991" y="199664"/>
                  <a:pt x="16510" y="198580"/>
                  <a:pt x="15769" y="197135"/>
                </a:cubicBezTo>
                <a:cubicBezTo>
                  <a:pt x="3545" y="165341"/>
                  <a:pt x="3175" y="130656"/>
                  <a:pt x="14658" y="98863"/>
                </a:cubicBezTo>
                <a:cubicBezTo>
                  <a:pt x="15399" y="96334"/>
                  <a:pt x="17991" y="95250"/>
                  <a:pt x="20584" y="95972"/>
                </a:cubicBezTo>
                <a:close/>
                <a:moveTo>
                  <a:pt x="104645" y="86431"/>
                </a:moveTo>
                <a:cubicBezTo>
                  <a:pt x="97401" y="86431"/>
                  <a:pt x="91243" y="92553"/>
                  <a:pt x="91243" y="99757"/>
                </a:cubicBezTo>
                <a:cubicBezTo>
                  <a:pt x="91243" y="107320"/>
                  <a:pt x="97401" y="113443"/>
                  <a:pt x="104645" y="113443"/>
                </a:cubicBezTo>
                <a:lnTo>
                  <a:pt x="192665" y="113443"/>
                </a:lnTo>
                <a:cubicBezTo>
                  <a:pt x="189405" y="104799"/>
                  <a:pt x="189405" y="95435"/>
                  <a:pt x="192665" y="86431"/>
                </a:cubicBezTo>
                <a:lnTo>
                  <a:pt x="104645" y="86431"/>
                </a:lnTo>
                <a:close/>
                <a:moveTo>
                  <a:pt x="104645" y="77787"/>
                </a:moveTo>
                <a:lnTo>
                  <a:pt x="206067" y="77787"/>
                </a:lnTo>
                <a:cubicBezTo>
                  <a:pt x="208603" y="77787"/>
                  <a:pt x="210776" y="79948"/>
                  <a:pt x="210776" y="82109"/>
                </a:cubicBezTo>
                <a:cubicBezTo>
                  <a:pt x="210776" y="84630"/>
                  <a:pt x="208603" y="86431"/>
                  <a:pt x="206067" y="86431"/>
                </a:cubicBezTo>
                <a:lnTo>
                  <a:pt x="202807" y="86431"/>
                </a:lnTo>
                <a:cubicBezTo>
                  <a:pt x="198098" y="95074"/>
                  <a:pt x="198098" y="104799"/>
                  <a:pt x="202807" y="113443"/>
                </a:cubicBezTo>
                <a:lnTo>
                  <a:pt x="206067" y="113443"/>
                </a:lnTo>
                <a:cubicBezTo>
                  <a:pt x="208603" y="113443"/>
                  <a:pt x="210776" y="115243"/>
                  <a:pt x="210776" y="117765"/>
                </a:cubicBezTo>
                <a:lnTo>
                  <a:pt x="210776" y="236258"/>
                </a:lnTo>
                <a:cubicBezTo>
                  <a:pt x="210776" y="238779"/>
                  <a:pt x="208603" y="240940"/>
                  <a:pt x="206067" y="240940"/>
                </a:cubicBezTo>
                <a:lnTo>
                  <a:pt x="104645" y="240940"/>
                </a:lnTo>
                <a:cubicBezTo>
                  <a:pt x="92330" y="240940"/>
                  <a:pt x="82550" y="230856"/>
                  <a:pt x="82550" y="218610"/>
                </a:cubicBezTo>
                <a:lnTo>
                  <a:pt x="82550" y="99757"/>
                </a:lnTo>
                <a:cubicBezTo>
                  <a:pt x="82550" y="87511"/>
                  <a:pt x="92330" y="77787"/>
                  <a:pt x="104645" y="77787"/>
                </a:cubicBezTo>
                <a:close/>
                <a:moveTo>
                  <a:pt x="237641" y="36713"/>
                </a:moveTo>
                <a:cubicBezTo>
                  <a:pt x="239437" y="37787"/>
                  <a:pt x="239796" y="40649"/>
                  <a:pt x="238000" y="42795"/>
                </a:cubicBezTo>
                <a:cubicBezTo>
                  <a:pt x="235485" y="45657"/>
                  <a:pt x="234048" y="49950"/>
                  <a:pt x="234048" y="53885"/>
                </a:cubicBezTo>
                <a:lnTo>
                  <a:pt x="234048" y="76781"/>
                </a:lnTo>
                <a:lnTo>
                  <a:pt x="284347" y="76781"/>
                </a:lnTo>
                <a:lnTo>
                  <a:pt x="284347" y="53885"/>
                </a:lnTo>
                <a:cubicBezTo>
                  <a:pt x="284347" y="49950"/>
                  <a:pt x="282910" y="45657"/>
                  <a:pt x="280395" y="42795"/>
                </a:cubicBezTo>
                <a:cubicBezTo>
                  <a:pt x="278958" y="40649"/>
                  <a:pt x="278958" y="37787"/>
                  <a:pt x="281113" y="36713"/>
                </a:cubicBezTo>
                <a:cubicBezTo>
                  <a:pt x="282910" y="34925"/>
                  <a:pt x="285784" y="35282"/>
                  <a:pt x="287221" y="37071"/>
                </a:cubicBezTo>
                <a:cubicBezTo>
                  <a:pt x="291173" y="41722"/>
                  <a:pt x="293329" y="47804"/>
                  <a:pt x="293329" y="53885"/>
                </a:cubicBezTo>
                <a:lnTo>
                  <a:pt x="293329" y="81074"/>
                </a:lnTo>
                <a:cubicBezTo>
                  <a:pt x="293329" y="83578"/>
                  <a:pt x="291533" y="85367"/>
                  <a:pt x="288658" y="85367"/>
                </a:cubicBezTo>
                <a:lnTo>
                  <a:pt x="229737" y="85367"/>
                </a:lnTo>
                <a:cubicBezTo>
                  <a:pt x="227222" y="85367"/>
                  <a:pt x="225425" y="83578"/>
                  <a:pt x="225425" y="81074"/>
                </a:cubicBezTo>
                <a:lnTo>
                  <a:pt x="225425" y="53885"/>
                </a:lnTo>
                <a:cubicBezTo>
                  <a:pt x="225425" y="47804"/>
                  <a:pt x="227222" y="41722"/>
                  <a:pt x="231174" y="37071"/>
                </a:cubicBezTo>
                <a:cubicBezTo>
                  <a:pt x="232970" y="35282"/>
                  <a:pt x="235844" y="34925"/>
                  <a:pt x="237641" y="36713"/>
                </a:cubicBezTo>
                <a:close/>
                <a:moveTo>
                  <a:pt x="12215" y="36713"/>
                </a:moveTo>
                <a:cubicBezTo>
                  <a:pt x="14012" y="37787"/>
                  <a:pt x="14371" y="40649"/>
                  <a:pt x="12575" y="42795"/>
                </a:cubicBezTo>
                <a:cubicBezTo>
                  <a:pt x="10419" y="45657"/>
                  <a:pt x="8622" y="49950"/>
                  <a:pt x="8622" y="53885"/>
                </a:cubicBezTo>
                <a:lnTo>
                  <a:pt x="8622" y="76781"/>
                </a:lnTo>
                <a:lnTo>
                  <a:pt x="59281" y="76781"/>
                </a:lnTo>
                <a:lnTo>
                  <a:pt x="59281" y="53885"/>
                </a:lnTo>
                <a:cubicBezTo>
                  <a:pt x="59281" y="49950"/>
                  <a:pt x="57844" y="45657"/>
                  <a:pt x="54969" y="42795"/>
                </a:cubicBezTo>
                <a:cubicBezTo>
                  <a:pt x="53532" y="40649"/>
                  <a:pt x="53892" y="37787"/>
                  <a:pt x="55688" y="36713"/>
                </a:cubicBezTo>
                <a:cubicBezTo>
                  <a:pt x="57844" y="34925"/>
                  <a:pt x="60359" y="35282"/>
                  <a:pt x="61796" y="37071"/>
                </a:cubicBezTo>
                <a:cubicBezTo>
                  <a:pt x="65748" y="41722"/>
                  <a:pt x="67903" y="47804"/>
                  <a:pt x="67903" y="53885"/>
                </a:cubicBezTo>
                <a:lnTo>
                  <a:pt x="67903" y="81074"/>
                </a:lnTo>
                <a:cubicBezTo>
                  <a:pt x="67903" y="83578"/>
                  <a:pt x="65748" y="85367"/>
                  <a:pt x="63592" y="85367"/>
                </a:cubicBezTo>
                <a:lnTo>
                  <a:pt x="4311" y="85367"/>
                </a:lnTo>
                <a:cubicBezTo>
                  <a:pt x="1796" y="85367"/>
                  <a:pt x="0" y="83578"/>
                  <a:pt x="0" y="81074"/>
                </a:cubicBezTo>
                <a:lnTo>
                  <a:pt x="0" y="53885"/>
                </a:lnTo>
                <a:cubicBezTo>
                  <a:pt x="0" y="47804"/>
                  <a:pt x="1796" y="41722"/>
                  <a:pt x="6107" y="37071"/>
                </a:cubicBezTo>
                <a:cubicBezTo>
                  <a:pt x="7545" y="35282"/>
                  <a:pt x="10419" y="34925"/>
                  <a:pt x="12215" y="36713"/>
                </a:cubicBezTo>
                <a:close/>
                <a:moveTo>
                  <a:pt x="258410" y="8466"/>
                </a:moveTo>
                <a:cubicBezTo>
                  <a:pt x="252766" y="8466"/>
                  <a:pt x="248180" y="13405"/>
                  <a:pt x="248180" y="18697"/>
                </a:cubicBezTo>
                <a:cubicBezTo>
                  <a:pt x="248180" y="24341"/>
                  <a:pt x="252766" y="28928"/>
                  <a:pt x="258410" y="28928"/>
                </a:cubicBezTo>
                <a:cubicBezTo>
                  <a:pt x="264055" y="28928"/>
                  <a:pt x="268641" y="24341"/>
                  <a:pt x="268641" y="18697"/>
                </a:cubicBezTo>
                <a:cubicBezTo>
                  <a:pt x="268641" y="13405"/>
                  <a:pt x="264055" y="8466"/>
                  <a:pt x="258410" y="8466"/>
                </a:cubicBezTo>
                <a:close/>
                <a:moveTo>
                  <a:pt x="32985" y="8466"/>
                </a:moveTo>
                <a:cubicBezTo>
                  <a:pt x="27341" y="8466"/>
                  <a:pt x="22754" y="13405"/>
                  <a:pt x="22754" y="18697"/>
                </a:cubicBezTo>
                <a:cubicBezTo>
                  <a:pt x="22754" y="24341"/>
                  <a:pt x="27341" y="28928"/>
                  <a:pt x="32985" y="28928"/>
                </a:cubicBezTo>
                <a:cubicBezTo>
                  <a:pt x="38629" y="28928"/>
                  <a:pt x="43216" y="24341"/>
                  <a:pt x="43216" y="18697"/>
                </a:cubicBezTo>
                <a:cubicBezTo>
                  <a:pt x="43216" y="13405"/>
                  <a:pt x="38629" y="8466"/>
                  <a:pt x="32985" y="8466"/>
                </a:cubicBezTo>
                <a:close/>
                <a:moveTo>
                  <a:pt x="145691" y="6778"/>
                </a:moveTo>
                <a:cubicBezTo>
                  <a:pt x="171211" y="6778"/>
                  <a:pt x="196731" y="13556"/>
                  <a:pt x="219015" y="27113"/>
                </a:cubicBezTo>
                <a:cubicBezTo>
                  <a:pt x="221531" y="28559"/>
                  <a:pt x="221891" y="31089"/>
                  <a:pt x="220813" y="33258"/>
                </a:cubicBezTo>
                <a:cubicBezTo>
                  <a:pt x="219015" y="35427"/>
                  <a:pt x="216499" y="36150"/>
                  <a:pt x="214702" y="34704"/>
                </a:cubicBezTo>
                <a:cubicBezTo>
                  <a:pt x="172648" y="9037"/>
                  <a:pt x="118733" y="9037"/>
                  <a:pt x="77038" y="34704"/>
                </a:cubicBezTo>
                <a:cubicBezTo>
                  <a:pt x="76320" y="35427"/>
                  <a:pt x="75601" y="35427"/>
                  <a:pt x="74882" y="35427"/>
                </a:cubicBezTo>
                <a:cubicBezTo>
                  <a:pt x="73444" y="35427"/>
                  <a:pt x="72006" y="34704"/>
                  <a:pt x="70928" y="33258"/>
                </a:cubicBezTo>
                <a:cubicBezTo>
                  <a:pt x="69850" y="31089"/>
                  <a:pt x="70209" y="28559"/>
                  <a:pt x="72366" y="27113"/>
                </a:cubicBezTo>
                <a:cubicBezTo>
                  <a:pt x="94651" y="13556"/>
                  <a:pt x="120171" y="6778"/>
                  <a:pt x="145691" y="6778"/>
                </a:cubicBezTo>
                <a:close/>
                <a:moveTo>
                  <a:pt x="258410" y="0"/>
                </a:moveTo>
                <a:cubicBezTo>
                  <a:pt x="268994" y="0"/>
                  <a:pt x="277460" y="8466"/>
                  <a:pt x="277460" y="18697"/>
                </a:cubicBezTo>
                <a:cubicBezTo>
                  <a:pt x="277460" y="29280"/>
                  <a:pt x="268994" y="37747"/>
                  <a:pt x="258410" y="37747"/>
                </a:cubicBezTo>
                <a:cubicBezTo>
                  <a:pt x="248180" y="37747"/>
                  <a:pt x="239713" y="29280"/>
                  <a:pt x="239713" y="18697"/>
                </a:cubicBezTo>
                <a:cubicBezTo>
                  <a:pt x="239713" y="8466"/>
                  <a:pt x="248180" y="0"/>
                  <a:pt x="258410" y="0"/>
                </a:cubicBezTo>
                <a:close/>
                <a:moveTo>
                  <a:pt x="32985" y="0"/>
                </a:moveTo>
                <a:cubicBezTo>
                  <a:pt x="43568" y="0"/>
                  <a:pt x="52035" y="8466"/>
                  <a:pt x="52035" y="18697"/>
                </a:cubicBezTo>
                <a:cubicBezTo>
                  <a:pt x="52035" y="29280"/>
                  <a:pt x="43568" y="37747"/>
                  <a:pt x="32985" y="37747"/>
                </a:cubicBezTo>
                <a:cubicBezTo>
                  <a:pt x="22754" y="37747"/>
                  <a:pt x="14288" y="29280"/>
                  <a:pt x="14288" y="18697"/>
                </a:cubicBezTo>
                <a:cubicBezTo>
                  <a:pt x="14288" y="8466"/>
                  <a:pt x="22754" y="0"/>
                  <a:pt x="32985" y="0"/>
                </a:cubicBezTo>
                <a:close/>
              </a:path>
            </a:pathLst>
          </a:custGeom>
          <a:solidFill>
            <a:srgbClr val="ED8B00"/>
          </a:solidFill>
          <a:ln>
            <a:noFill/>
          </a:ln>
        </p:spPr>
        <p:txBody>
          <a:bodyPr anchor="ctr"/>
          <a:lstStyle/>
          <a:p>
            <a:endParaRPr lang="en-US" sz="900"/>
          </a:p>
        </p:txBody>
      </p:sp>
      <p:sp>
        <p:nvSpPr>
          <p:cNvPr id="14" name="Freeform 50">
            <a:extLst>
              <a:ext uri="{FF2B5EF4-FFF2-40B4-BE49-F238E27FC236}">
                <a16:creationId xmlns:a16="http://schemas.microsoft.com/office/drawing/2014/main" id="{37A97CCD-C015-E1E9-40B7-A97B59A03B2B}"/>
              </a:ext>
            </a:extLst>
          </p:cNvPr>
          <p:cNvSpPr/>
          <p:nvPr/>
        </p:nvSpPr>
        <p:spPr>
          <a:xfrm rot="10800000">
            <a:off x="9105893" y="2143761"/>
            <a:ext cx="1951578" cy="2971025"/>
          </a:xfrm>
          <a:custGeom>
            <a:avLst/>
            <a:gdLst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0 h 9144000"/>
              <a:gd name="connsiteX5" fmla="*/ 4855912 w 4855912"/>
              <a:gd name="connsiteY5" fmla="*/ 0 h 9144000"/>
              <a:gd name="connsiteX6" fmla="*/ 4855912 w 4855912"/>
              <a:gd name="connsiteY6" fmla="*/ 4215866 h 9144000"/>
              <a:gd name="connsiteX7" fmla="*/ 2427956 w 4855912"/>
              <a:gd name="connsiteY7" fmla="*/ 2983833 h 9144000"/>
              <a:gd name="connsiteX8" fmla="*/ 0 w 4855912"/>
              <a:gd name="connsiteY8" fmla="*/ 4215866 h 9144000"/>
              <a:gd name="connsiteX0" fmla="*/ 0 w 4855912"/>
              <a:gd name="connsiteY0" fmla="*/ 9143998 h 9144000"/>
              <a:gd name="connsiteX1" fmla="*/ 4855912 w 4855912"/>
              <a:gd name="connsiteY1" fmla="*/ 9143998 h 9144000"/>
              <a:gd name="connsiteX2" fmla="*/ 4855912 w 4855912"/>
              <a:gd name="connsiteY2" fmla="*/ 9144000 h 9144000"/>
              <a:gd name="connsiteX3" fmla="*/ 0 w 4855912"/>
              <a:gd name="connsiteY3" fmla="*/ 9144000 h 9144000"/>
              <a:gd name="connsiteX4" fmla="*/ 0 w 4855912"/>
              <a:gd name="connsiteY4" fmla="*/ 9143998 h 9144000"/>
              <a:gd name="connsiteX5" fmla="*/ 0 w 4855912"/>
              <a:gd name="connsiteY5" fmla="*/ 794048 h 9144000"/>
              <a:gd name="connsiteX6" fmla="*/ 4855912 w 4855912"/>
              <a:gd name="connsiteY6" fmla="*/ 0 h 9144000"/>
              <a:gd name="connsiteX7" fmla="*/ 4855912 w 4855912"/>
              <a:gd name="connsiteY7" fmla="*/ 4215866 h 9144000"/>
              <a:gd name="connsiteX8" fmla="*/ 2427956 w 4855912"/>
              <a:gd name="connsiteY8" fmla="*/ 2983833 h 9144000"/>
              <a:gd name="connsiteX9" fmla="*/ 0 w 4855912"/>
              <a:gd name="connsiteY9" fmla="*/ 4215866 h 9144000"/>
              <a:gd name="connsiteX10" fmla="*/ 0 w 4855912"/>
              <a:gd name="connsiteY10" fmla="*/ 794048 h 9144000"/>
              <a:gd name="connsiteX0" fmla="*/ 0 w 4855912"/>
              <a:gd name="connsiteY0" fmla="*/ 8366845 h 8366847"/>
              <a:gd name="connsiteX1" fmla="*/ 4855912 w 4855912"/>
              <a:gd name="connsiteY1" fmla="*/ 8366845 h 8366847"/>
              <a:gd name="connsiteX2" fmla="*/ 4855912 w 4855912"/>
              <a:gd name="connsiteY2" fmla="*/ 8366847 h 8366847"/>
              <a:gd name="connsiteX3" fmla="*/ 0 w 4855912"/>
              <a:gd name="connsiteY3" fmla="*/ 8366847 h 8366847"/>
              <a:gd name="connsiteX4" fmla="*/ 0 w 4855912"/>
              <a:gd name="connsiteY4" fmla="*/ 8366845 h 8366847"/>
              <a:gd name="connsiteX5" fmla="*/ 0 w 4855912"/>
              <a:gd name="connsiteY5" fmla="*/ 16895 h 8366847"/>
              <a:gd name="connsiteX6" fmla="*/ 4839134 w 4855912"/>
              <a:gd name="connsiteY6" fmla="*/ 0 h 8366847"/>
              <a:gd name="connsiteX7" fmla="*/ 4855912 w 4855912"/>
              <a:gd name="connsiteY7" fmla="*/ 3438713 h 8366847"/>
              <a:gd name="connsiteX8" fmla="*/ 2427956 w 4855912"/>
              <a:gd name="connsiteY8" fmla="*/ 2206680 h 8366847"/>
              <a:gd name="connsiteX9" fmla="*/ 0 w 4855912"/>
              <a:gd name="connsiteY9" fmla="*/ 3438713 h 8366847"/>
              <a:gd name="connsiteX10" fmla="*/ 0 w 4855912"/>
              <a:gd name="connsiteY10" fmla="*/ 16895 h 8366847"/>
              <a:gd name="connsiteX0" fmla="*/ 0 w 4857526"/>
              <a:gd name="connsiteY0" fmla="*/ 8349950 h 8349952"/>
              <a:gd name="connsiteX1" fmla="*/ 4855912 w 4857526"/>
              <a:gd name="connsiteY1" fmla="*/ 8349950 h 8349952"/>
              <a:gd name="connsiteX2" fmla="*/ 4855912 w 4857526"/>
              <a:gd name="connsiteY2" fmla="*/ 8349952 h 8349952"/>
              <a:gd name="connsiteX3" fmla="*/ 0 w 4857526"/>
              <a:gd name="connsiteY3" fmla="*/ 8349952 h 8349952"/>
              <a:gd name="connsiteX4" fmla="*/ 0 w 4857526"/>
              <a:gd name="connsiteY4" fmla="*/ 8349950 h 8349952"/>
              <a:gd name="connsiteX5" fmla="*/ 0 w 4857526"/>
              <a:gd name="connsiteY5" fmla="*/ 0 h 8349952"/>
              <a:gd name="connsiteX6" fmla="*/ 4855912 w 4857526"/>
              <a:gd name="connsiteY6" fmla="*/ 0 h 8349952"/>
              <a:gd name="connsiteX7" fmla="*/ 4855912 w 4857526"/>
              <a:gd name="connsiteY7" fmla="*/ 3421818 h 8349952"/>
              <a:gd name="connsiteX8" fmla="*/ 2427956 w 4857526"/>
              <a:gd name="connsiteY8" fmla="*/ 2189785 h 8349952"/>
              <a:gd name="connsiteX9" fmla="*/ 0 w 4857526"/>
              <a:gd name="connsiteY9" fmla="*/ 3421818 h 8349952"/>
              <a:gd name="connsiteX10" fmla="*/ 0 w 4857526"/>
              <a:gd name="connsiteY10" fmla="*/ 0 h 834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7526" h="8349952">
                <a:moveTo>
                  <a:pt x="0" y="8349950"/>
                </a:moveTo>
                <a:lnTo>
                  <a:pt x="4855912" y="8349950"/>
                </a:lnTo>
                <a:lnTo>
                  <a:pt x="4855912" y="8349952"/>
                </a:lnTo>
                <a:lnTo>
                  <a:pt x="0" y="8349952"/>
                </a:lnTo>
                <a:lnTo>
                  <a:pt x="0" y="8349950"/>
                </a:lnTo>
                <a:close/>
                <a:moveTo>
                  <a:pt x="0" y="0"/>
                </a:moveTo>
                <a:lnTo>
                  <a:pt x="4855912" y="0"/>
                </a:lnTo>
                <a:cubicBezTo>
                  <a:pt x="4861505" y="1146238"/>
                  <a:pt x="4850319" y="2275580"/>
                  <a:pt x="4855912" y="3421818"/>
                </a:cubicBezTo>
                <a:lnTo>
                  <a:pt x="2427956" y="2189785"/>
                </a:lnTo>
                <a:lnTo>
                  <a:pt x="0" y="34218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87AEC-86F9-E8B2-C10B-A49DA1E431AE}"/>
              </a:ext>
            </a:extLst>
          </p:cNvPr>
          <p:cNvSpPr txBox="1"/>
          <p:nvPr/>
        </p:nvSpPr>
        <p:spPr>
          <a:xfrm>
            <a:off x="9135359" y="4351351"/>
            <a:ext cx="1914319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Expense management could be costing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C2988-077F-715B-4765-2E7B0D4C1F34}"/>
              </a:ext>
            </a:extLst>
          </p:cNvPr>
          <p:cNvSpPr txBox="1"/>
          <p:nvPr/>
        </p:nvSpPr>
        <p:spPr>
          <a:xfrm>
            <a:off x="9161060" y="5097694"/>
            <a:ext cx="18929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£</a:t>
            </a:r>
            <a:r>
              <a:rPr lang="tr-TR" sz="2400" dirty="0" err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valoem</a:t>
            </a:r>
            <a:r>
              <a:rPr lang="en-GB" sz="24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90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annually</a:t>
            </a:r>
          </a:p>
        </p:txBody>
      </p:sp>
    </p:spTree>
    <p:extLst>
      <p:ext uri="{BB962C8B-B14F-4D97-AF65-F5344CB8AC3E}">
        <p14:creationId xmlns:p14="http://schemas.microsoft.com/office/powerpoint/2010/main" val="65390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9B21B-0DB0-4A3B-2A56-3222E861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2CBA69-C11A-8CE4-B582-EF16D83B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388773"/>
          </a:xfrm>
        </p:spPr>
        <p:txBody>
          <a:bodyPr/>
          <a:lstStyle/>
          <a:p>
            <a:r>
              <a:rPr lang="en-GB" dirty="0"/>
              <a:t>ANNUAL COST OF DELAY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237159-5595-B234-5E4A-043EFFCA2AED}"/>
              </a:ext>
            </a:extLst>
          </p:cNvPr>
          <p:cNvSpPr txBox="1"/>
          <p:nvPr/>
        </p:nvSpPr>
        <p:spPr>
          <a:xfrm>
            <a:off x="635504" y="823804"/>
            <a:ext cx="22973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NOTE THESE ARE ESTIMATIONS ONLY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288951C-C3BA-1397-36A8-DA901F93F551}"/>
              </a:ext>
            </a:extLst>
          </p:cNvPr>
          <p:cNvSpPr txBox="1">
            <a:spLocks/>
          </p:cNvSpPr>
          <p:nvPr/>
        </p:nvSpPr>
        <p:spPr>
          <a:xfrm>
            <a:off x="6180613" y="1415415"/>
            <a:ext cx="4638088" cy="2898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000" indent="-252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300"/>
              </a:spcAft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216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52000" indent="-180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30000"/>
              <a:buFont typeface="Open Sans" panose="020B0606030504020204" pitchFamily="34" charset="0"/>
              <a:buChar char="›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512000" indent="-144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Open Sans" panose="020B0606030504020204" pitchFamily="34" charset="0"/>
              <a:buChar char="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72000" indent="-108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Open Sans" panose="020B0606030504020204" pitchFamily="34" charset="0"/>
              <a:buChar char="›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17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dirty="0">
                <a:latin typeface="Open Sans"/>
                <a:ea typeface="Open Sans"/>
                <a:cs typeface="Open Sans"/>
              </a:rPr>
              <a:t>PAIN POINTS</a:t>
            </a:r>
          </a:p>
        </p:txBody>
      </p:sp>
      <p:graphicFrame>
        <p:nvGraphicFramePr>
          <p:cNvPr id="4" name="Chart 9">
            <a:extLst>
              <a:ext uri="{FF2B5EF4-FFF2-40B4-BE49-F238E27FC236}">
                <a16:creationId xmlns:a16="http://schemas.microsoft.com/office/drawing/2014/main" id="{10C12F1A-3D27-BB44-0AA3-8063AD706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518039"/>
              </p:ext>
            </p:extLst>
          </p:nvPr>
        </p:nvGraphicFramePr>
        <p:xfrm>
          <a:off x="695327" y="1392132"/>
          <a:ext cx="4958222" cy="4890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up 4">
            <a:extLst>
              <a:ext uri="{FF2B5EF4-FFF2-40B4-BE49-F238E27FC236}">
                <a16:creationId xmlns:a16="http://schemas.microsoft.com/office/drawing/2014/main" id="{F6FD01CC-B1CA-6E6B-6264-4C206BAD48F9}"/>
              </a:ext>
            </a:extLst>
          </p:cNvPr>
          <p:cNvGrpSpPr/>
          <p:nvPr/>
        </p:nvGrpSpPr>
        <p:grpSpPr>
          <a:xfrm>
            <a:off x="6180613" y="2038688"/>
            <a:ext cx="2644839" cy="529631"/>
            <a:chOff x="6172590" y="3329543"/>
            <a:chExt cx="2644839" cy="529631"/>
          </a:xfrm>
        </p:grpSpPr>
        <p:sp>
          <p:nvSpPr>
            <p:cNvPr id="6" name="Metin kutusu 5">
              <a:extLst>
                <a:ext uri="{FF2B5EF4-FFF2-40B4-BE49-F238E27FC236}">
                  <a16:creationId xmlns:a16="http://schemas.microsoft.com/office/drawing/2014/main" id="{845F7709-D004-D319-8344-A565E60C55CA}"/>
                </a:ext>
              </a:extLst>
            </p:cNvPr>
            <p:cNvSpPr txBox="1"/>
            <p:nvPr/>
          </p:nvSpPr>
          <p:spPr>
            <a:xfrm>
              <a:off x="6172590" y="3420983"/>
              <a:ext cx="9913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1" dirty="0">
                  <a:solidFill>
                    <a:srgbClr val="F6911E"/>
                  </a:solidFill>
                  <a:highlight>
                    <a:srgbClr val="FFFFFF"/>
                  </a:highlight>
                  <a:latin typeface="Montserrat SemiBold" panose="00000700000000000000" pitchFamily="2" charset="0"/>
                </a:rPr>
                <a:t>per3x</a:t>
              </a:r>
              <a:r>
                <a:rPr lang="tr-TR" sz="1400" b="1" i="0" dirty="0">
                  <a:solidFill>
                    <a:srgbClr val="F6911E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%</a:t>
              </a:r>
              <a:endParaRPr lang="tr-TR" sz="1400" dirty="0">
                <a:solidFill>
                  <a:srgbClr val="F6911E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7" name="Metin kutusu 6">
              <a:extLst>
                <a:ext uri="{FF2B5EF4-FFF2-40B4-BE49-F238E27FC236}">
                  <a16:creationId xmlns:a16="http://schemas.microsoft.com/office/drawing/2014/main" id="{6790CC62-66B8-FFF1-D31E-1907C146D8B0}"/>
                </a:ext>
              </a:extLst>
            </p:cNvPr>
            <p:cNvSpPr txBox="1"/>
            <p:nvPr/>
          </p:nvSpPr>
          <p:spPr>
            <a:xfrm>
              <a:off x="6846728" y="3329543"/>
              <a:ext cx="19707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0" i="0" cap="all" dirty="0" err="1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Purchase</a:t>
              </a:r>
              <a:r>
                <a:rPr lang="tr-TR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 </a:t>
              </a:r>
              <a:r>
                <a:rPr lang="tr-TR" sz="1200" b="0" i="0" cap="all" dirty="0" err="1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Order</a:t>
              </a:r>
              <a:r>
                <a:rPr lang="tr-TR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 </a:t>
              </a:r>
              <a:r>
                <a:rPr lang="tr-TR" sz="1200" b="0" i="0" cap="all" dirty="0" err="1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approvals</a:t>
              </a:r>
              <a:endParaRPr lang="tr-TR" sz="1200" dirty="0">
                <a:latin typeface="+mj-lt"/>
              </a:endParaRPr>
            </a:p>
          </p:txBody>
        </p:sp>
        <p:cxnSp>
          <p:nvCxnSpPr>
            <p:cNvPr id="8" name="Düz Bağlayıcı 7">
              <a:extLst>
                <a:ext uri="{FF2B5EF4-FFF2-40B4-BE49-F238E27FC236}">
                  <a16:creationId xmlns:a16="http://schemas.microsoft.com/office/drawing/2014/main" id="{7A592762-3298-FEB3-F729-5DB5F91C85DC}"/>
                </a:ext>
              </a:extLst>
            </p:cNvPr>
            <p:cNvCxnSpPr>
              <a:cxnSpLocks/>
            </p:cNvCxnSpPr>
            <p:nvPr/>
          </p:nvCxnSpPr>
          <p:spPr>
            <a:xfrm>
              <a:off x="6279502" y="3859174"/>
              <a:ext cx="23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up 8">
            <a:extLst>
              <a:ext uri="{FF2B5EF4-FFF2-40B4-BE49-F238E27FC236}">
                <a16:creationId xmlns:a16="http://schemas.microsoft.com/office/drawing/2014/main" id="{3BAA316B-603A-F9B6-615B-5399B2C4CF63}"/>
              </a:ext>
            </a:extLst>
          </p:cNvPr>
          <p:cNvGrpSpPr/>
          <p:nvPr/>
        </p:nvGrpSpPr>
        <p:grpSpPr>
          <a:xfrm>
            <a:off x="6180613" y="3883814"/>
            <a:ext cx="2644839" cy="697587"/>
            <a:chOff x="8817429" y="1840342"/>
            <a:chExt cx="2644839" cy="697587"/>
          </a:xfrm>
        </p:grpSpPr>
        <p:sp>
          <p:nvSpPr>
            <p:cNvPr id="10" name="Metin kutusu 9">
              <a:extLst>
                <a:ext uri="{FF2B5EF4-FFF2-40B4-BE49-F238E27FC236}">
                  <a16:creationId xmlns:a16="http://schemas.microsoft.com/office/drawing/2014/main" id="{13E7FD9A-35EC-E555-4DF5-08B0049F9F6D}"/>
                </a:ext>
              </a:extLst>
            </p:cNvPr>
            <p:cNvSpPr txBox="1"/>
            <p:nvPr/>
          </p:nvSpPr>
          <p:spPr>
            <a:xfrm>
              <a:off x="8817429" y="1982582"/>
              <a:ext cx="9913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1" i="0" dirty="0">
                  <a:solidFill>
                    <a:srgbClr val="616173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per6x</a:t>
              </a:r>
              <a:r>
                <a:rPr lang="tr-TR" sz="1400" b="1" i="0" dirty="0">
                  <a:solidFill>
                    <a:srgbClr val="616173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%</a:t>
              </a:r>
              <a:endParaRPr lang="tr-TR" sz="1400" dirty="0">
                <a:solidFill>
                  <a:srgbClr val="616173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1" name="Metin kutusu 10">
              <a:extLst>
                <a:ext uri="{FF2B5EF4-FFF2-40B4-BE49-F238E27FC236}">
                  <a16:creationId xmlns:a16="http://schemas.microsoft.com/office/drawing/2014/main" id="{6CA06CED-FE75-4967-D0A1-C1C89359F233}"/>
                </a:ext>
              </a:extLst>
            </p:cNvPr>
            <p:cNvSpPr txBox="1"/>
            <p:nvPr/>
          </p:nvSpPr>
          <p:spPr>
            <a:xfrm>
              <a:off x="9491567" y="1840342"/>
              <a:ext cx="197070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Management of supplier and purchase invoices</a:t>
              </a:r>
              <a:endParaRPr lang="tr-TR" sz="1200" dirty="0">
                <a:latin typeface="+mj-lt"/>
              </a:endParaRPr>
            </a:p>
          </p:txBody>
        </p:sp>
        <p:cxnSp>
          <p:nvCxnSpPr>
            <p:cNvPr id="12" name="Düz Bağlayıcı 11">
              <a:extLst>
                <a:ext uri="{FF2B5EF4-FFF2-40B4-BE49-F238E27FC236}">
                  <a16:creationId xmlns:a16="http://schemas.microsoft.com/office/drawing/2014/main" id="{B958F7CD-010C-C1DF-8A9D-47EA81947EF5}"/>
                </a:ext>
              </a:extLst>
            </p:cNvPr>
            <p:cNvCxnSpPr>
              <a:cxnSpLocks/>
            </p:cNvCxnSpPr>
            <p:nvPr/>
          </p:nvCxnSpPr>
          <p:spPr>
            <a:xfrm>
              <a:off x="8924341" y="2537929"/>
              <a:ext cx="23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up 12">
            <a:extLst>
              <a:ext uri="{FF2B5EF4-FFF2-40B4-BE49-F238E27FC236}">
                <a16:creationId xmlns:a16="http://schemas.microsoft.com/office/drawing/2014/main" id="{13059E1E-1A6E-2298-6CD0-B4E436CFA60E}"/>
              </a:ext>
            </a:extLst>
          </p:cNvPr>
          <p:cNvGrpSpPr/>
          <p:nvPr/>
        </p:nvGrpSpPr>
        <p:grpSpPr>
          <a:xfrm>
            <a:off x="6156772" y="2778497"/>
            <a:ext cx="2644839" cy="921514"/>
            <a:chOff x="8817429" y="3656286"/>
            <a:chExt cx="2644839" cy="921514"/>
          </a:xfrm>
        </p:grpSpPr>
        <p:sp>
          <p:nvSpPr>
            <p:cNvPr id="14" name="Metin kutusu 13">
              <a:extLst>
                <a:ext uri="{FF2B5EF4-FFF2-40B4-BE49-F238E27FC236}">
                  <a16:creationId xmlns:a16="http://schemas.microsoft.com/office/drawing/2014/main" id="{DAB3ADBA-809E-E5D2-DAE4-3B5093A639E7}"/>
                </a:ext>
              </a:extLst>
            </p:cNvPr>
            <p:cNvSpPr txBox="1"/>
            <p:nvPr/>
          </p:nvSpPr>
          <p:spPr>
            <a:xfrm>
              <a:off x="8817429" y="3930606"/>
              <a:ext cx="9913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1" i="0" dirty="0">
                  <a:solidFill>
                    <a:srgbClr val="FCB415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per8x</a:t>
              </a:r>
              <a:r>
                <a:rPr lang="tr-TR" sz="1400" b="1" i="0" dirty="0">
                  <a:solidFill>
                    <a:srgbClr val="FCB415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%</a:t>
              </a:r>
              <a:endParaRPr lang="tr-TR" sz="1400" dirty="0">
                <a:solidFill>
                  <a:srgbClr val="FCB415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5" name="Metin kutusu 14">
              <a:extLst>
                <a:ext uri="{FF2B5EF4-FFF2-40B4-BE49-F238E27FC236}">
                  <a16:creationId xmlns:a16="http://schemas.microsoft.com/office/drawing/2014/main" id="{6554B224-FE3E-D0C6-C720-D705CCE8629C}"/>
                </a:ext>
              </a:extLst>
            </p:cNvPr>
            <p:cNvSpPr txBox="1"/>
            <p:nvPr/>
          </p:nvSpPr>
          <p:spPr>
            <a:xfrm>
              <a:off x="9491567" y="3656286"/>
              <a:ext cx="197070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Finance query management and dashboard reporting</a:t>
              </a:r>
              <a:endParaRPr lang="tr-TR" sz="1200" dirty="0">
                <a:latin typeface="+mj-lt"/>
              </a:endParaRPr>
            </a:p>
          </p:txBody>
        </p:sp>
        <p:cxnSp>
          <p:nvCxnSpPr>
            <p:cNvPr id="16" name="Düz Bağlayıcı 15">
              <a:extLst>
                <a:ext uri="{FF2B5EF4-FFF2-40B4-BE49-F238E27FC236}">
                  <a16:creationId xmlns:a16="http://schemas.microsoft.com/office/drawing/2014/main" id="{9FA200D9-42C7-7ED5-42BE-A8C50F06FF75}"/>
                </a:ext>
              </a:extLst>
            </p:cNvPr>
            <p:cNvCxnSpPr>
              <a:cxnSpLocks/>
            </p:cNvCxnSpPr>
            <p:nvPr/>
          </p:nvCxnSpPr>
          <p:spPr>
            <a:xfrm>
              <a:off x="8924341" y="4577800"/>
              <a:ext cx="23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up 16">
            <a:extLst>
              <a:ext uri="{FF2B5EF4-FFF2-40B4-BE49-F238E27FC236}">
                <a16:creationId xmlns:a16="http://schemas.microsoft.com/office/drawing/2014/main" id="{C357EAA5-BA85-80C1-8644-B7351D1047C6}"/>
              </a:ext>
            </a:extLst>
          </p:cNvPr>
          <p:cNvGrpSpPr/>
          <p:nvPr/>
        </p:nvGrpSpPr>
        <p:grpSpPr>
          <a:xfrm>
            <a:off x="8704815" y="2789899"/>
            <a:ext cx="2644839" cy="896633"/>
            <a:chOff x="8817429" y="4788821"/>
            <a:chExt cx="2644839" cy="896633"/>
          </a:xfrm>
        </p:grpSpPr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F5B56B55-628B-3DA3-96B2-535DE0111B67}"/>
                </a:ext>
              </a:extLst>
            </p:cNvPr>
            <p:cNvSpPr txBox="1"/>
            <p:nvPr/>
          </p:nvSpPr>
          <p:spPr>
            <a:xfrm>
              <a:off x="8817429" y="5002181"/>
              <a:ext cx="9913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1" i="0" dirty="0">
                  <a:solidFill>
                    <a:srgbClr val="40404C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per9x</a:t>
              </a:r>
              <a:r>
                <a:rPr lang="tr-TR" sz="1400" b="1" i="0" dirty="0">
                  <a:solidFill>
                    <a:srgbClr val="40404C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%</a:t>
              </a:r>
              <a:endParaRPr lang="tr-TR" sz="1400" dirty="0">
                <a:solidFill>
                  <a:srgbClr val="40404C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9" name="Metin kutusu 18">
              <a:extLst>
                <a:ext uri="{FF2B5EF4-FFF2-40B4-BE49-F238E27FC236}">
                  <a16:creationId xmlns:a16="http://schemas.microsoft.com/office/drawing/2014/main" id="{5A1931FD-3DE3-56DF-A0C7-6A857636496F}"/>
                </a:ext>
              </a:extLst>
            </p:cNvPr>
            <p:cNvSpPr txBox="1"/>
            <p:nvPr/>
          </p:nvSpPr>
          <p:spPr>
            <a:xfrm>
              <a:off x="9491567" y="4788821"/>
              <a:ext cx="197070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Customer Invoicing &amp; Finance Workflow Management</a:t>
              </a:r>
              <a:endParaRPr lang="tr-TR" sz="1200" dirty="0">
                <a:latin typeface="+mj-lt"/>
              </a:endParaRPr>
            </a:p>
          </p:txBody>
        </p:sp>
        <p:cxnSp>
          <p:nvCxnSpPr>
            <p:cNvPr id="20" name="Düz Bağlayıcı 19">
              <a:extLst>
                <a:ext uri="{FF2B5EF4-FFF2-40B4-BE49-F238E27FC236}">
                  <a16:creationId xmlns:a16="http://schemas.microsoft.com/office/drawing/2014/main" id="{B2C9EFC7-5934-A281-9CA9-5BF4B2674D99}"/>
                </a:ext>
              </a:extLst>
            </p:cNvPr>
            <p:cNvCxnSpPr>
              <a:cxnSpLocks/>
            </p:cNvCxnSpPr>
            <p:nvPr/>
          </p:nvCxnSpPr>
          <p:spPr>
            <a:xfrm>
              <a:off x="8924341" y="5685454"/>
              <a:ext cx="23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up 20">
            <a:extLst>
              <a:ext uri="{FF2B5EF4-FFF2-40B4-BE49-F238E27FC236}">
                <a16:creationId xmlns:a16="http://schemas.microsoft.com/office/drawing/2014/main" id="{1266C996-788F-5C96-F910-3575BAC778D5}"/>
              </a:ext>
            </a:extLst>
          </p:cNvPr>
          <p:cNvGrpSpPr/>
          <p:nvPr/>
        </p:nvGrpSpPr>
        <p:grpSpPr>
          <a:xfrm>
            <a:off x="8704234" y="1975053"/>
            <a:ext cx="2644839" cy="588934"/>
            <a:chOff x="8817429" y="5816406"/>
            <a:chExt cx="2644839" cy="588934"/>
          </a:xfrm>
        </p:grpSpPr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C57D0BCD-8EDD-3CDE-5F46-23A0FFE57289}"/>
                </a:ext>
              </a:extLst>
            </p:cNvPr>
            <p:cNvSpPr txBox="1"/>
            <p:nvPr/>
          </p:nvSpPr>
          <p:spPr>
            <a:xfrm>
              <a:off x="8817429" y="5938326"/>
              <a:ext cx="9913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1" i="0" dirty="0">
                  <a:solidFill>
                    <a:srgbClr val="4C9ADB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per10x</a:t>
              </a:r>
              <a:r>
                <a:rPr lang="tr-TR" sz="1400" b="1" i="0" dirty="0">
                  <a:solidFill>
                    <a:srgbClr val="4C9ADB"/>
                  </a:solidFill>
                  <a:effectLst/>
                  <a:highlight>
                    <a:srgbClr val="FFFFFF"/>
                  </a:highlight>
                  <a:latin typeface="Montserrat SemiBold" panose="00000700000000000000" pitchFamily="2" charset="0"/>
                </a:rPr>
                <a:t>%</a:t>
              </a:r>
              <a:endParaRPr lang="tr-TR" sz="1400" dirty="0">
                <a:solidFill>
                  <a:srgbClr val="4C9ADB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B8C03A7A-F3CF-92AC-3717-D2C88879BC72}"/>
                </a:ext>
              </a:extLst>
            </p:cNvPr>
            <p:cNvSpPr txBox="1"/>
            <p:nvPr/>
          </p:nvSpPr>
          <p:spPr>
            <a:xfrm>
              <a:off x="9491567" y="5816406"/>
              <a:ext cx="19707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r-TR" sz="1200" b="0" i="0" cap="all" dirty="0" err="1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OnlIne</a:t>
              </a:r>
              <a:r>
                <a:rPr lang="tr-TR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 </a:t>
              </a:r>
              <a:r>
                <a:rPr lang="tr-TR" sz="1200" b="0" i="0" cap="all" dirty="0" err="1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expense</a:t>
              </a:r>
              <a:r>
                <a:rPr lang="tr-TR" sz="1200" b="0" i="0" cap="all" dirty="0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 </a:t>
              </a:r>
              <a:r>
                <a:rPr lang="tr-TR" sz="1200" b="0" i="0" cap="all" dirty="0" err="1">
                  <a:solidFill>
                    <a:srgbClr val="25252C"/>
                  </a:solidFill>
                  <a:effectLst/>
                  <a:highlight>
                    <a:srgbClr val="FFFFFF"/>
                  </a:highlight>
                  <a:latin typeface="+mj-lt"/>
                </a:rPr>
                <a:t>management</a:t>
              </a:r>
              <a:endParaRPr lang="tr-TR" sz="1200" dirty="0">
                <a:latin typeface="+mj-lt"/>
              </a:endParaRPr>
            </a:p>
          </p:txBody>
        </p:sp>
        <p:cxnSp>
          <p:nvCxnSpPr>
            <p:cNvPr id="25" name="Düz Bağlayıcı 24">
              <a:extLst>
                <a:ext uri="{FF2B5EF4-FFF2-40B4-BE49-F238E27FC236}">
                  <a16:creationId xmlns:a16="http://schemas.microsoft.com/office/drawing/2014/main" id="{2EAFED67-9D44-30CF-E508-F7CCAA9AFBBF}"/>
                </a:ext>
              </a:extLst>
            </p:cNvPr>
            <p:cNvCxnSpPr>
              <a:cxnSpLocks/>
            </p:cNvCxnSpPr>
            <p:nvPr/>
          </p:nvCxnSpPr>
          <p:spPr>
            <a:xfrm>
              <a:off x="8924341" y="6405340"/>
              <a:ext cx="23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789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9B21B-0DB0-4A3B-2A56-3222E861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2CBA69-C11A-8CE4-B582-EF16D83B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388773"/>
          </a:xfrm>
        </p:spPr>
        <p:txBody>
          <a:bodyPr/>
          <a:lstStyle/>
          <a:p>
            <a:r>
              <a:rPr lang="en-GB" dirty="0"/>
              <a:t>ANNUAL COST OF DELAY: BREAKDOWN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237159-5595-B234-5E4A-043EFFCA2AED}"/>
              </a:ext>
            </a:extLst>
          </p:cNvPr>
          <p:cNvSpPr txBox="1"/>
          <p:nvPr/>
        </p:nvSpPr>
        <p:spPr>
          <a:xfrm>
            <a:off x="635504" y="823804"/>
            <a:ext cx="22973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NOTE THESE ARE ESTIMATIONS ONLY</a:t>
            </a:r>
          </a:p>
        </p:txBody>
      </p:sp>
      <p:grpSp>
        <p:nvGrpSpPr>
          <p:cNvPr id="28" name="Grup 27">
            <a:extLst>
              <a:ext uri="{FF2B5EF4-FFF2-40B4-BE49-F238E27FC236}">
                <a16:creationId xmlns:a16="http://schemas.microsoft.com/office/drawing/2014/main" id="{3100BA16-489C-5EE0-8C9A-58A98BF20CCB}"/>
              </a:ext>
            </a:extLst>
          </p:cNvPr>
          <p:cNvGrpSpPr/>
          <p:nvPr/>
        </p:nvGrpSpPr>
        <p:grpSpPr>
          <a:xfrm>
            <a:off x="695326" y="1285118"/>
            <a:ext cx="2711169" cy="1400737"/>
            <a:chOff x="356496" y="683777"/>
            <a:chExt cx="3362632" cy="1483535"/>
          </a:xfrm>
        </p:grpSpPr>
        <p:sp>
          <p:nvSpPr>
            <p:cNvPr id="29" name="TextBox 41">
              <a:extLst>
                <a:ext uri="{FF2B5EF4-FFF2-40B4-BE49-F238E27FC236}">
                  <a16:creationId xmlns:a16="http://schemas.microsoft.com/office/drawing/2014/main" id="{B18128BA-91B0-AEC3-04DE-9D54A6B2195A}"/>
                </a:ext>
              </a:extLst>
            </p:cNvPr>
            <p:cNvSpPr txBox="1"/>
            <p:nvPr/>
          </p:nvSpPr>
          <p:spPr>
            <a:xfrm>
              <a:off x="356496" y="683777"/>
              <a:ext cx="2612847" cy="391163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tr-TR" b="1" i="0" dirty="0">
                  <a:solidFill>
                    <a:srgbClr val="F6911E"/>
                  </a:solidFill>
                  <a:effectLst/>
                  <a:latin typeface="Open Sans" panose="020B0606030504020204" pitchFamily="34" charset="0"/>
                </a:rPr>
                <a:t>£ </a:t>
              </a:r>
              <a:r>
                <a:rPr lang="tr-TR" b="1" i="0" dirty="0">
                  <a:solidFill>
                    <a:srgbClr val="F6911E"/>
                  </a:solidFill>
                  <a:effectLst/>
                  <a:latin typeface="Montserrat SemiBold" panose="00000700000000000000" pitchFamily="2" charset="0"/>
                </a:rPr>
                <a:t> </a:t>
              </a:r>
              <a:r>
                <a:rPr lang="tr-TR" b="1" dirty="0" err="1">
                  <a:solidFill>
                    <a:srgbClr val="F6911E"/>
                  </a:solidFill>
                  <a:latin typeface="Montserrat SemiBold" panose="00000700000000000000" pitchFamily="2" charset="0"/>
                </a:rPr>
                <a:t>ppoaval</a:t>
              </a:r>
              <a:endParaRPr lang="en-US" b="1" dirty="0">
                <a:solidFill>
                  <a:srgbClr val="F6911E"/>
                </a:solidFill>
                <a:latin typeface="Montserrat SemiBold" panose="00000700000000000000" pitchFamily="2" charset="0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30" name="Metin kutusu 29">
              <a:extLst>
                <a:ext uri="{FF2B5EF4-FFF2-40B4-BE49-F238E27FC236}">
                  <a16:creationId xmlns:a16="http://schemas.microsoft.com/office/drawing/2014/main" id="{F63C5711-23C8-22FD-7F54-461CBD27C0EA}"/>
                </a:ext>
              </a:extLst>
            </p:cNvPr>
            <p:cNvSpPr txBox="1"/>
            <p:nvPr/>
          </p:nvSpPr>
          <p:spPr>
            <a:xfrm>
              <a:off x="356496" y="1098031"/>
              <a:ext cx="3362632" cy="2770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Purchase</a:t>
              </a:r>
              <a:r>
                <a:rPr lang="tr-TR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 </a:t>
              </a:r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Order</a:t>
              </a:r>
              <a:r>
                <a:rPr lang="tr-TR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 </a:t>
              </a:r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approvals</a:t>
              </a:r>
              <a:endParaRPr lang="tr-TR" sz="1100" b="1" cap="all" dirty="0">
                <a:solidFill>
                  <a:srgbClr val="555555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31" name="Metin kutusu 30">
              <a:extLst>
                <a:ext uri="{FF2B5EF4-FFF2-40B4-BE49-F238E27FC236}">
                  <a16:creationId xmlns:a16="http://schemas.microsoft.com/office/drawing/2014/main" id="{BCA43F5B-38DC-0004-C628-1450075333D2}"/>
                </a:ext>
              </a:extLst>
            </p:cNvPr>
            <p:cNvSpPr txBox="1"/>
            <p:nvPr/>
          </p:nvSpPr>
          <p:spPr>
            <a:xfrm>
              <a:off x="356496" y="1450180"/>
              <a:ext cx="3261775" cy="7171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Create efficient processes for successful and effective contract set up. Increase the transparency of processes while reducing administrative time and effort.</a:t>
              </a:r>
              <a:endParaRPr lang="tr-TR" sz="950" dirty="0">
                <a:solidFill>
                  <a:srgbClr val="555555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AF20278-DABA-0C7C-4D0E-4147D3D7E6B8}"/>
              </a:ext>
            </a:extLst>
          </p:cNvPr>
          <p:cNvGrpSpPr/>
          <p:nvPr/>
        </p:nvGrpSpPr>
        <p:grpSpPr>
          <a:xfrm>
            <a:off x="3299663" y="1293548"/>
            <a:ext cx="2711169" cy="1830692"/>
            <a:chOff x="356496" y="683777"/>
            <a:chExt cx="3362632" cy="1938903"/>
          </a:xfrm>
        </p:grpSpPr>
        <p:sp>
          <p:nvSpPr>
            <p:cNvPr id="65" name="TextBox 41">
              <a:extLst>
                <a:ext uri="{FF2B5EF4-FFF2-40B4-BE49-F238E27FC236}">
                  <a16:creationId xmlns:a16="http://schemas.microsoft.com/office/drawing/2014/main" id="{B2556D3A-AC3B-8D09-5713-97DC59AB5654}"/>
                </a:ext>
              </a:extLst>
            </p:cNvPr>
            <p:cNvSpPr txBox="1"/>
            <p:nvPr/>
          </p:nvSpPr>
          <p:spPr>
            <a:xfrm>
              <a:off x="356496" y="683777"/>
              <a:ext cx="2612847" cy="391163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tr-TR" b="1" i="0" dirty="0">
                  <a:solidFill>
                    <a:srgbClr val="FCB415"/>
                  </a:solidFill>
                  <a:effectLst/>
                  <a:latin typeface="Open Sans" panose="020B0606030504020204" pitchFamily="34" charset="0"/>
                </a:rPr>
                <a:t>£ </a:t>
              </a:r>
              <a:r>
                <a:rPr lang="tr-TR" b="1" i="0" dirty="0">
                  <a:solidFill>
                    <a:srgbClr val="FCB415"/>
                  </a:solidFill>
                  <a:effectLst/>
                  <a:latin typeface="Montserrat SemiBold" panose="00000700000000000000" pitchFamily="2" charset="0"/>
                </a:rPr>
                <a:t> </a:t>
              </a:r>
              <a:r>
                <a:rPr lang="tr-TR" b="1" dirty="0" err="1">
                  <a:solidFill>
                    <a:srgbClr val="FCB415"/>
                  </a:solidFill>
                  <a:latin typeface="Montserrat SemiBold" panose="00000700000000000000" pitchFamily="2" charset="0"/>
                </a:rPr>
                <a:t>pfqmrval</a:t>
              </a:r>
              <a:endParaRPr lang="en-US" b="1" dirty="0">
                <a:solidFill>
                  <a:srgbClr val="FCB415"/>
                </a:solidFill>
                <a:latin typeface="Montserrat SemiBold" panose="00000700000000000000" pitchFamily="2" charset="0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B8F406CF-5F18-AF63-2970-CA01A48E7788}"/>
                </a:ext>
              </a:extLst>
            </p:cNvPr>
            <p:cNvSpPr txBox="1"/>
            <p:nvPr/>
          </p:nvSpPr>
          <p:spPr>
            <a:xfrm>
              <a:off x="356496" y="1035612"/>
              <a:ext cx="3362632" cy="4563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Finance query management and dashboard reporting</a:t>
              </a:r>
              <a:endParaRPr lang="tr-TR" sz="1100" b="1" cap="all" dirty="0">
                <a:solidFill>
                  <a:srgbClr val="555555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67" name="Metin kutusu 66">
              <a:extLst>
                <a:ext uri="{FF2B5EF4-FFF2-40B4-BE49-F238E27FC236}">
                  <a16:creationId xmlns:a16="http://schemas.microsoft.com/office/drawing/2014/main" id="{6416CA2F-9B70-6498-5803-6C65B8E1BBEF}"/>
                </a:ext>
              </a:extLst>
            </p:cNvPr>
            <p:cNvSpPr txBox="1"/>
            <p:nvPr/>
          </p:nvSpPr>
          <p:spPr>
            <a:xfrm>
              <a:off x="356496" y="1441042"/>
              <a:ext cx="3261775" cy="11816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Make due diligence and compliance reviews a seamless part of your procurement process. Get dynamic compliance profiles for each supplier, automated reviews and approvals prompts, and </a:t>
              </a:r>
              <a:r>
                <a:rPr lang="en-US" sz="950" dirty="0" err="1">
                  <a:solidFill>
                    <a:srgbClr val="555555"/>
                  </a:solidFill>
                  <a:latin typeface="Open Sans" panose="020B0606030504020204" pitchFamily="34" charset="0"/>
                </a:rPr>
                <a:t>standardised</a:t>
              </a:r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 supplier data for thorough compliance management.</a:t>
              </a:r>
              <a:endParaRPr lang="tr-TR" sz="950" dirty="0">
                <a:solidFill>
                  <a:srgbClr val="555555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8" name="Grup 67">
            <a:extLst>
              <a:ext uri="{FF2B5EF4-FFF2-40B4-BE49-F238E27FC236}">
                <a16:creationId xmlns:a16="http://schemas.microsoft.com/office/drawing/2014/main" id="{6C29EE48-DA87-A63C-4F74-04D310B2BF79}"/>
              </a:ext>
            </a:extLst>
          </p:cNvPr>
          <p:cNvGrpSpPr/>
          <p:nvPr/>
        </p:nvGrpSpPr>
        <p:grpSpPr>
          <a:xfrm>
            <a:off x="5954096" y="1293548"/>
            <a:ext cx="2817024" cy="1528809"/>
            <a:chOff x="356496" y="683777"/>
            <a:chExt cx="3362632" cy="1619177"/>
          </a:xfrm>
        </p:grpSpPr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DD2A6AC1-1163-D2DC-2067-F28700102A24}"/>
                </a:ext>
              </a:extLst>
            </p:cNvPr>
            <p:cNvSpPr txBox="1"/>
            <p:nvPr/>
          </p:nvSpPr>
          <p:spPr>
            <a:xfrm>
              <a:off x="356496" y="683777"/>
              <a:ext cx="2612845" cy="391163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tr-TR" b="1" i="0" dirty="0">
                  <a:solidFill>
                    <a:srgbClr val="616173"/>
                  </a:solidFill>
                  <a:effectLst/>
                  <a:latin typeface="Open Sans" panose="020B0606030504020204" pitchFamily="34" charset="0"/>
                </a:rPr>
                <a:t>£ </a:t>
              </a:r>
              <a:r>
                <a:rPr lang="tr-TR" b="1" i="0" dirty="0">
                  <a:solidFill>
                    <a:srgbClr val="616173"/>
                  </a:solidFill>
                  <a:effectLst/>
                  <a:latin typeface="Montserrat SemiBold" panose="00000700000000000000" pitchFamily="2" charset="0"/>
                </a:rPr>
                <a:t> </a:t>
              </a:r>
              <a:r>
                <a:rPr lang="tr-TR" b="1" dirty="0" err="1">
                  <a:solidFill>
                    <a:srgbClr val="616173"/>
                  </a:solidFill>
                  <a:latin typeface="Montserrat SemiBold" panose="00000700000000000000" pitchFamily="2" charset="0"/>
                </a:rPr>
                <a:t>pmspival</a:t>
              </a:r>
              <a:endParaRPr lang="en-US" b="1" dirty="0">
                <a:solidFill>
                  <a:srgbClr val="616173"/>
                </a:solidFill>
                <a:latin typeface="Montserrat SemiBold" panose="00000700000000000000" pitchFamily="2" charset="0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70" name="Metin kutusu 69">
              <a:extLst>
                <a:ext uri="{FF2B5EF4-FFF2-40B4-BE49-F238E27FC236}">
                  <a16:creationId xmlns:a16="http://schemas.microsoft.com/office/drawing/2014/main" id="{F0AE9D7C-E0F8-09B9-3C5B-4E08B6D30B7F}"/>
                </a:ext>
              </a:extLst>
            </p:cNvPr>
            <p:cNvSpPr txBox="1"/>
            <p:nvPr/>
          </p:nvSpPr>
          <p:spPr>
            <a:xfrm>
              <a:off x="356496" y="1035612"/>
              <a:ext cx="3362632" cy="4563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Management of supplier and purchase invoices</a:t>
              </a:r>
              <a:endParaRPr lang="tr-TR" sz="1100" b="1" cap="all" dirty="0">
                <a:solidFill>
                  <a:srgbClr val="555555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71" name="Metin kutusu 70">
              <a:extLst>
                <a:ext uri="{FF2B5EF4-FFF2-40B4-BE49-F238E27FC236}">
                  <a16:creationId xmlns:a16="http://schemas.microsoft.com/office/drawing/2014/main" id="{4EDEA638-80B5-79AD-5A5B-11A315EA89EE}"/>
                </a:ext>
              </a:extLst>
            </p:cNvPr>
            <p:cNvSpPr txBox="1"/>
            <p:nvPr/>
          </p:nvSpPr>
          <p:spPr>
            <a:xfrm>
              <a:off x="356496" y="1430987"/>
              <a:ext cx="3261775" cy="871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Automate activity, streamline approval and management flow, and capture rich data with our industry-leading, user-friendly contract lifecycle management software. Suitable for all contracts, basic or complex.</a:t>
              </a:r>
              <a:endParaRPr lang="tr-TR" sz="950" dirty="0">
                <a:solidFill>
                  <a:srgbClr val="555555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2" name="Grup 71">
            <a:extLst>
              <a:ext uri="{FF2B5EF4-FFF2-40B4-BE49-F238E27FC236}">
                <a16:creationId xmlns:a16="http://schemas.microsoft.com/office/drawing/2014/main" id="{90CC9B32-ED7C-1A31-BF9F-5BC19879F919}"/>
              </a:ext>
            </a:extLst>
          </p:cNvPr>
          <p:cNvGrpSpPr/>
          <p:nvPr/>
        </p:nvGrpSpPr>
        <p:grpSpPr>
          <a:xfrm>
            <a:off x="8686628" y="1285102"/>
            <a:ext cx="2711169" cy="1427905"/>
            <a:chOff x="356496" y="651180"/>
            <a:chExt cx="3362632" cy="1512307"/>
          </a:xfrm>
        </p:grpSpPr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6C4F3DFF-E575-324A-ABA6-99E29C2F7641}"/>
                </a:ext>
              </a:extLst>
            </p:cNvPr>
            <p:cNvSpPr txBox="1"/>
            <p:nvPr/>
          </p:nvSpPr>
          <p:spPr>
            <a:xfrm>
              <a:off x="356496" y="651180"/>
              <a:ext cx="2612847" cy="423761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tr-TR" sz="2000" b="1" i="0" dirty="0">
                  <a:solidFill>
                    <a:srgbClr val="40404C"/>
                  </a:solidFill>
                  <a:effectLst/>
                  <a:latin typeface="Open Sans" panose="020B0606030504020204" pitchFamily="34" charset="0"/>
                </a:rPr>
                <a:t>£ </a:t>
              </a:r>
              <a:r>
                <a:rPr lang="tr-TR" sz="2000" b="1" i="0" dirty="0">
                  <a:solidFill>
                    <a:srgbClr val="40404C"/>
                  </a:solidFill>
                  <a:effectLst/>
                  <a:latin typeface="Montserrat SemiBold" panose="00000700000000000000" pitchFamily="2" charset="0"/>
                </a:rPr>
                <a:t> </a:t>
              </a:r>
              <a:r>
                <a:rPr lang="tr-TR" sz="2000" b="1" dirty="0" err="1">
                  <a:solidFill>
                    <a:srgbClr val="40404C"/>
                  </a:solidFill>
                  <a:latin typeface="Montserrat SemiBold" panose="00000700000000000000" pitchFamily="2" charset="0"/>
                </a:rPr>
                <a:t>pcifwval</a:t>
              </a:r>
              <a:endParaRPr lang="en-US" sz="2000" b="1" dirty="0">
                <a:solidFill>
                  <a:srgbClr val="40404C"/>
                </a:solidFill>
                <a:latin typeface="Montserrat SemiBold" panose="00000700000000000000" pitchFamily="2" charset="0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75" name="Metin kutusu 74">
              <a:extLst>
                <a:ext uri="{FF2B5EF4-FFF2-40B4-BE49-F238E27FC236}">
                  <a16:creationId xmlns:a16="http://schemas.microsoft.com/office/drawing/2014/main" id="{41B35B15-A01D-1C4A-63D0-14095B527671}"/>
                </a:ext>
              </a:extLst>
            </p:cNvPr>
            <p:cNvSpPr txBox="1"/>
            <p:nvPr/>
          </p:nvSpPr>
          <p:spPr>
            <a:xfrm>
              <a:off x="356496" y="1035613"/>
              <a:ext cx="3362632" cy="4563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Customer Invoicing &amp; Finance Workflow Management</a:t>
              </a:r>
              <a:endParaRPr lang="tr-TR" sz="1100" b="1" cap="all" dirty="0">
                <a:solidFill>
                  <a:srgbClr val="555555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76" name="Metin kutusu 75">
              <a:extLst>
                <a:ext uri="{FF2B5EF4-FFF2-40B4-BE49-F238E27FC236}">
                  <a16:creationId xmlns:a16="http://schemas.microsoft.com/office/drawing/2014/main" id="{17BE00A9-34B5-BAF4-5A6F-78FB541CDCF4}"/>
                </a:ext>
              </a:extLst>
            </p:cNvPr>
            <p:cNvSpPr txBox="1"/>
            <p:nvPr/>
          </p:nvSpPr>
          <p:spPr>
            <a:xfrm>
              <a:off x="356496" y="1446356"/>
              <a:ext cx="3261775" cy="717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Mitigate third-party risk, keep data safe, and consistently monitor health using powerful insights to </a:t>
              </a:r>
              <a:r>
                <a:rPr lang="en-US" sz="950" dirty="0" err="1">
                  <a:solidFill>
                    <a:srgbClr val="555555"/>
                  </a:solidFill>
                  <a:latin typeface="Open Sans" panose="020B0606030504020204" pitchFamily="34" charset="0"/>
                </a:rPr>
                <a:t>optimise</a:t>
              </a:r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 your supplier partnerships.</a:t>
              </a:r>
              <a:endParaRPr lang="tr-TR" sz="950" dirty="0">
                <a:solidFill>
                  <a:srgbClr val="555555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7" name="Grup 76">
            <a:extLst>
              <a:ext uri="{FF2B5EF4-FFF2-40B4-BE49-F238E27FC236}">
                <a16:creationId xmlns:a16="http://schemas.microsoft.com/office/drawing/2014/main" id="{CF31A619-F2DF-983D-0410-69B3B7F3F196}"/>
              </a:ext>
            </a:extLst>
          </p:cNvPr>
          <p:cNvGrpSpPr/>
          <p:nvPr/>
        </p:nvGrpSpPr>
        <p:grpSpPr>
          <a:xfrm>
            <a:off x="635504" y="3418471"/>
            <a:ext cx="2711169" cy="1429955"/>
            <a:chOff x="356496" y="683777"/>
            <a:chExt cx="3362632" cy="1514480"/>
          </a:xfrm>
        </p:grpSpPr>
        <p:sp>
          <p:nvSpPr>
            <p:cNvPr id="78" name="TextBox 41">
              <a:extLst>
                <a:ext uri="{FF2B5EF4-FFF2-40B4-BE49-F238E27FC236}">
                  <a16:creationId xmlns:a16="http://schemas.microsoft.com/office/drawing/2014/main" id="{896DB71E-4363-2626-6923-8B684361670D}"/>
                </a:ext>
              </a:extLst>
            </p:cNvPr>
            <p:cNvSpPr txBox="1"/>
            <p:nvPr/>
          </p:nvSpPr>
          <p:spPr>
            <a:xfrm>
              <a:off x="356496" y="683777"/>
              <a:ext cx="2612847" cy="391163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tr-TR" b="1" i="0" dirty="0">
                  <a:solidFill>
                    <a:srgbClr val="4C9ADB"/>
                  </a:solidFill>
                  <a:effectLst/>
                  <a:latin typeface="Open Sans" panose="020B0606030504020204" pitchFamily="34" charset="0"/>
                </a:rPr>
                <a:t>£ </a:t>
              </a:r>
              <a:r>
                <a:rPr lang="tr-TR" b="1" i="0" dirty="0">
                  <a:solidFill>
                    <a:srgbClr val="4C9ADB"/>
                  </a:solidFill>
                  <a:effectLst/>
                  <a:latin typeface="Montserrat SemiBold" panose="00000700000000000000" pitchFamily="2" charset="0"/>
                </a:rPr>
                <a:t> </a:t>
              </a:r>
              <a:r>
                <a:rPr lang="tr-TR" b="1" dirty="0" err="1">
                  <a:solidFill>
                    <a:srgbClr val="4C9ADB"/>
                  </a:solidFill>
                  <a:latin typeface="Montserrat SemiBold" panose="00000700000000000000" pitchFamily="2" charset="0"/>
                </a:rPr>
                <a:t>poemval</a:t>
              </a:r>
              <a:endParaRPr lang="en-US" b="1" dirty="0">
                <a:solidFill>
                  <a:srgbClr val="4C9ADB"/>
                </a:solidFill>
                <a:latin typeface="Montserrat SemiBold" panose="00000700000000000000" pitchFamily="2" charset="0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79" name="Metin kutusu 78">
              <a:extLst>
                <a:ext uri="{FF2B5EF4-FFF2-40B4-BE49-F238E27FC236}">
                  <a16:creationId xmlns:a16="http://schemas.microsoft.com/office/drawing/2014/main" id="{9C81E55A-506F-B1F0-0BFE-0479F3350C0C}"/>
                </a:ext>
              </a:extLst>
            </p:cNvPr>
            <p:cNvSpPr txBox="1"/>
            <p:nvPr/>
          </p:nvSpPr>
          <p:spPr>
            <a:xfrm>
              <a:off x="356496" y="1035612"/>
              <a:ext cx="3362632" cy="2770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Onl</a:t>
              </a:r>
              <a:r>
                <a:rPr lang="tr-TR" sz="1100" b="1" i="0" cap="all" dirty="0" err="1">
                  <a:solidFill>
                    <a:srgbClr val="555555"/>
                  </a:solidFill>
                  <a:effectLst/>
                  <a:latin typeface="Montserrat SemiBold" panose="00000700000000000000" pitchFamily="2" charset="0"/>
                </a:rPr>
                <a:t>I</a:t>
              </a:r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ne</a:t>
              </a:r>
              <a:r>
                <a:rPr lang="tr-TR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 </a:t>
              </a:r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expense</a:t>
              </a:r>
              <a:r>
                <a:rPr lang="tr-TR" sz="1100" b="1" cap="all" dirty="0">
                  <a:solidFill>
                    <a:srgbClr val="555555"/>
                  </a:solidFill>
                  <a:latin typeface="Montserrat SemiBold" panose="00000700000000000000" pitchFamily="2" charset="0"/>
                </a:rPr>
                <a:t> </a:t>
              </a:r>
              <a:r>
                <a:rPr lang="tr-TR" sz="1100" b="1" cap="all" dirty="0" err="1">
                  <a:solidFill>
                    <a:srgbClr val="555555"/>
                  </a:solidFill>
                  <a:latin typeface="Montserrat SemiBold" panose="00000700000000000000" pitchFamily="2" charset="0"/>
                </a:rPr>
                <a:t>management</a:t>
              </a:r>
              <a:endParaRPr lang="tr-TR" sz="1100" b="1" cap="all" dirty="0">
                <a:solidFill>
                  <a:srgbClr val="555555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80" name="Metin kutusu 79">
              <a:extLst>
                <a:ext uri="{FF2B5EF4-FFF2-40B4-BE49-F238E27FC236}">
                  <a16:creationId xmlns:a16="http://schemas.microsoft.com/office/drawing/2014/main" id="{7FF502A0-8441-256D-BF43-112697F485FB}"/>
                </a:ext>
              </a:extLst>
            </p:cNvPr>
            <p:cNvSpPr txBox="1"/>
            <p:nvPr/>
          </p:nvSpPr>
          <p:spPr>
            <a:xfrm>
              <a:off x="356496" y="1326290"/>
              <a:ext cx="3261775" cy="871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50" dirty="0">
                  <a:solidFill>
                    <a:srgbClr val="555555"/>
                  </a:solidFill>
                  <a:latin typeface="Open Sans" panose="020B0606030504020204" pitchFamily="34" charset="0"/>
                </a:rPr>
                <a:t>Enhance contract negotiation outcomes by leveraging data-driven insights and strategic planning. Achieve better terms and reduced risks with comprehensive analysis.</a:t>
              </a:r>
              <a:endParaRPr lang="tr-TR" sz="950" dirty="0">
                <a:solidFill>
                  <a:srgbClr val="555555"/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796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1256D3-B27A-D9C6-DA8A-CF2A4073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6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8357287-C1DF-758E-C692-66B6339E43F1}"/>
              </a:ext>
            </a:extLst>
          </p:cNvPr>
          <p:cNvSpPr txBox="1">
            <a:spLocks/>
          </p:cNvSpPr>
          <p:nvPr/>
        </p:nvSpPr>
        <p:spPr>
          <a:xfrm>
            <a:off x="2532063" y="2328182"/>
            <a:ext cx="7127875" cy="49431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4000"/>
              <a:t>Connect with 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2BB3E-BDED-0937-862C-B206BD0877B8}"/>
              </a:ext>
            </a:extLst>
          </p:cNvPr>
          <p:cNvSpPr txBox="1"/>
          <p:nvPr/>
        </p:nvSpPr>
        <p:spPr>
          <a:xfrm>
            <a:off x="1004079" y="5275906"/>
            <a:ext cx="962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>
              <a:spcAft>
                <a:spcPts val="800"/>
              </a:spcAft>
            </a:pPr>
            <a:r>
              <a:rPr lang="en-GB" sz="900" b="1" dirty="0">
                <a:solidFill>
                  <a:srgbClr val="FF6600"/>
                </a:solidFill>
                <a:latin typeface="Open Sans"/>
                <a:ea typeface="Open Sans"/>
                <a:cs typeface="Open Sans"/>
              </a:rPr>
              <a:t>Disclaimer </a:t>
            </a:r>
            <a:r>
              <a:rPr lang="en-GB" sz="900" dirty="0">
                <a:latin typeface="Open Sans"/>
                <a:ea typeface="Open Sans"/>
                <a:cs typeface="Open Sans"/>
              </a:rPr>
              <a:t>We hope these estimations can assist in purchasing decisions and surface value prospects could see. Details listed are provided in good faith, as a guide only, on an "as is" basis. 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049836168"/>
      </p:ext>
    </p:extLst>
  </p:cSld>
  <p:clrMapOvr>
    <a:masterClrMapping/>
  </p:clrMapOvr>
</p:sld>
</file>

<file path=ppt/theme/theme1.xml><?xml version="1.0" encoding="utf-8"?>
<a:theme xmlns:a="http://schemas.openxmlformats.org/drawingml/2006/main" name="Advanced Theme">
  <a:themeElements>
    <a:clrScheme name="Custom 2">
      <a:dk1>
        <a:srgbClr val="25252C"/>
      </a:dk1>
      <a:lt1>
        <a:srgbClr val="FFFFFF"/>
      </a:lt1>
      <a:dk2>
        <a:srgbClr val="F15D22"/>
      </a:dk2>
      <a:lt2>
        <a:srgbClr val="FFFFFF"/>
      </a:lt2>
      <a:accent1>
        <a:srgbClr val="F37720"/>
      </a:accent1>
      <a:accent2>
        <a:srgbClr val="F6911E"/>
      </a:accent2>
      <a:accent3>
        <a:srgbClr val="FCC54C"/>
      </a:accent3>
      <a:accent4>
        <a:srgbClr val="FFDB9B"/>
      </a:accent4>
      <a:accent5>
        <a:srgbClr val="2D4FB2"/>
      </a:accent5>
      <a:accent6>
        <a:srgbClr val="19191F"/>
      </a:accent6>
      <a:hlink>
        <a:srgbClr val="2D4FB2"/>
      </a:hlink>
      <a:folHlink>
        <a:srgbClr val="1F377D"/>
      </a:folHlink>
    </a:clrScheme>
    <a:fontScheme name="Advanced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/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neAdvanced-Powerpoint" id="{F8C38506-A58B-420B-8FBB-E3229D059A60}" vid="{B09805F1-EDBB-4199-ACB7-00BD702268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969d1d-647f-4e4c-97f9-a5143e71e435">
      <Terms xmlns="http://schemas.microsoft.com/office/infopath/2007/PartnerControls"/>
    </lcf76f155ced4ddcb4097134ff3c332f>
    <TaxCatchAll xmlns="eb37a4e0-bf89-419d-8b31-963a97458f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C2ADAF580B8A648AEA7FF4A5F3D65E6" ma:contentTypeVersion="11" ma:contentTypeDescription="Yeni belge oluşturun." ma:contentTypeScope="" ma:versionID="56f870f08e2d08b2b10344f12fd261be">
  <xsd:schema xmlns:xsd="http://www.w3.org/2001/XMLSchema" xmlns:xs="http://www.w3.org/2001/XMLSchema" xmlns:p="http://schemas.microsoft.com/office/2006/metadata/properties" xmlns:ns2="8a969d1d-647f-4e4c-97f9-a5143e71e435" xmlns:ns3="eb37a4e0-bf89-419d-8b31-963a97458fb1" targetNamespace="http://schemas.microsoft.com/office/2006/metadata/properties" ma:root="true" ma:fieldsID="699557ddf8cd53ad766f89e119cd6fad" ns2:_="" ns3:_="">
    <xsd:import namespace="8a969d1d-647f-4e4c-97f9-a5143e71e435"/>
    <xsd:import namespace="eb37a4e0-bf89-419d-8b31-963a97458f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969d1d-647f-4e4c-97f9-a5143e71e4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Resim Etiketleri" ma:readOnly="false" ma:fieldId="{5cf76f15-5ced-4ddc-b409-7134ff3c332f}" ma:taxonomyMulti="true" ma:sspId="6d26eeb5-9ee9-4397-9b3e-f1e80249f7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7a4e0-bf89-419d-8b31-963a97458fb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c47415d-69f8-47d4-a17a-a3b33913b4bf}" ma:internalName="TaxCatchAll" ma:showField="CatchAllData" ma:web="eb37a4e0-bf89-419d-8b31-963a97458f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40E5F8-1399-4596-AA73-4BD79D26AFFD}">
  <ds:schemaRefs>
    <ds:schemaRef ds:uri="http://schemas.microsoft.com/office/2006/metadata/properties"/>
    <ds:schemaRef ds:uri="http://www.w3.org/XML/1998/namespace"/>
    <ds:schemaRef ds:uri="8e78c812-0be8-4f61-8186-a9387d596735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8a969d1d-647f-4e4c-97f9-a5143e71e435"/>
    <ds:schemaRef ds:uri="eb37a4e0-bf89-419d-8b31-963a97458fb1"/>
  </ds:schemaRefs>
</ds:datastoreItem>
</file>

<file path=customXml/itemProps2.xml><?xml version="1.0" encoding="utf-8"?>
<ds:datastoreItem xmlns:ds="http://schemas.openxmlformats.org/officeDocument/2006/customXml" ds:itemID="{953B4D23-82FF-4812-9F4E-BB600331C6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976E10-D540-4F0D-B7ED-DE660C408B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969d1d-647f-4e4c-97f9-a5143e71e435"/>
    <ds:schemaRef ds:uri="eb37a4e0-bf89-419d-8b31-963a97458f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b5a89e7-01bf-42ed-9da1-669d82eec17a}" enabled="0" method="" siteId="{2b5a89e7-01bf-42ed-9da1-669d82ee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OneAdvanced-Powerpoint-Template (1)</Template>
  <TotalTime>2210</TotalTime>
  <Words>555</Words>
  <Application>Microsoft Office PowerPoint</Application>
  <PresentationFormat>Geniş ekran</PresentationFormat>
  <Paragraphs>126</Paragraphs>
  <Slides>6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4" baseType="lpstr">
      <vt:lpstr>Arial</vt:lpstr>
      <vt:lpstr>Calibri</vt:lpstr>
      <vt:lpstr>Montserrat</vt:lpstr>
      <vt:lpstr>Montserrat Medium</vt:lpstr>
      <vt:lpstr>Montserrat SemiBold</vt:lpstr>
      <vt:lpstr>Open Sans</vt:lpstr>
      <vt:lpstr>Wingdings</vt:lpstr>
      <vt:lpstr>Advanced Theme</vt:lpstr>
      <vt:lpstr>valclient: Value Business Case</vt:lpstr>
      <vt:lpstr>DOING NOTHING IS NOT AN OPTION</vt:lpstr>
      <vt:lpstr>DOING NOTHING IS NOT AN OPTION</vt:lpstr>
      <vt:lpstr>ANNUAL COST OF DELAY</vt:lpstr>
      <vt:lpstr>ANNUAL COST OF DELAY: BREAKDOWN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Board Pack template</dc:title>
  <dc:creator>Angela Dcruz</dc:creator>
  <cp:lastModifiedBy>Murat Özdemir</cp:lastModifiedBy>
  <cp:revision>10</cp:revision>
  <dcterms:created xsi:type="dcterms:W3CDTF">2024-07-05T15:05:35Z</dcterms:created>
  <dcterms:modified xsi:type="dcterms:W3CDTF">2024-10-01T10:26:25Z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0x010100FC2ADAF580B8A648AEA7FF4A5F3D65E6</vt:lpwstr>
  </property>
  <property fmtid="{D5CDD505-2E9C-101B-9397-08002B2CF9AE}" pid="3" name="MediaServiceImageTags">
    <vt:lpwstr/>
  </property>
</Properties>
</file>