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theme/theme2.xml" ContentType="application/vnd.openxmlformats-officedocument.theme+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4.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4"/>
    <p:sldMasterId id="2147483747" r:id="rId5"/>
    <p:sldMasterId id="2147483815" r:id="rId6"/>
  </p:sldMasterIdLst>
  <p:notesMasterIdLst>
    <p:notesMasterId r:id="rId16"/>
  </p:notesMasterIdLst>
  <p:handoutMasterIdLst>
    <p:handoutMasterId r:id="rId17"/>
  </p:handoutMasterIdLst>
  <p:sldIdLst>
    <p:sldId id="289" r:id="rId7"/>
    <p:sldId id="457" r:id="rId8"/>
    <p:sldId id="458" r:id="rId9"/>
    <p:sldId id="463" r:id="rId10"/>
    <p:sldId id="465" r:id="rId11"/>
    <p:sldId id="466" r:id="rId12"/>
    <p:sldId id="449" r:id="rId13"/>
    <p:sldId id="461" r:id="rId14"/>
    <p:sldId id="276"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4A4B2"/>
    <a:srgbClr val="4C9ADB"/>
    <a:srgbClr val="40404C"/>
    <a:srgbClr val="2D4FB2"/>
    <a:srgbClr val="FCB415"/>
    <a:srgbClr val="1078CF"/>
    <a:srgbClr val="616173"/>
    <a:srgbClr val="F37721"/>
    <a:srgbClr val="F6911E"/>
    <a:srgbClr val="F15D23"/>
  </p:clrMru>
  <p:extLst>
    <p:ext uri="{E76CE94A-603C-4142-B9EB-6D1370010A27}">
      <p14:discardImageEditData xmlns:p14="http://schemas.microsoft.com/office/powerpoint/2010/main" val="1"/>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A3E05C6-C6CD-4794-B248-9AAA64DBED33}" v="17" dt="2024-09-19T08:41:34.97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404" autoAdjust="0"/>
  </p:normalViewPr>
  <p:slideViewPr>
    <p:cSldViewPr snapToGrid="0">
      <p:cViewPr varScale="1">
        <p:scale>
          <a:sx n="82" d="100"/>
          <a:sy n="82" d="100"/>
        </p:scale>
        <p:origin x="691" y="72"/>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5" Type="http://schemas.openxmlformats.org/officeDocument/2006/relationships/slideMaster" Target="slideMasters/slideMaster2.xml"/><Relationship Id="rId15" Type="http://schemas.openxmlformats.org/officeDocument/2006/relationships/slide" Target="slides/slide9.xml"/><Relationship Id="rId10" Type="http://schemas.openxmlformats.org/officeDocument/2006/relationships/slide" Target="slides/slide4.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microsoft.com/office/2015/10/relationships/revisionInfo" Target="revisionInfo.xml"/></Relationships>
</file>

<file path=ppt/charts/_rels/chart1.xml.rels><?xml version="1.0" encoding="UTF-8" standalone="yes"?>
<Relationships xmlns="http://schemas.openxmlformats.org/package/2006/relationships"><Relationship Id="rId3" Type="http://schemas.openxmlformats.org/officeDocument/2006/relationships/oleObject" Target="https://advcomp.sharepoint.com/sites/Value-Creation/Shared%20Documents/Financials/Value%20Calculator_Financials%20LIVE%20v9.xlsm"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https://advcomp-my.sharepoint.com/personal/angela_dcruz_oneadvanced_com/Documents/Angela's%20Stuff/Value%20Creation/Products/Clear%20Review/ROI%20Pack/FINALS/LIVE%20Clear%20Review%20Value%20Proposition%20Calculator%20v7.xlsm"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tr-T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6515014887657293E-2"/>
          <c:y val="0"/>
          <c:w val="0.95898329602646226"/>
          <c:h val="0.9746192862263382"/>
        </c:manualLayout>
      </c:layout>
      <c:doughnutChart>
        <c:varyColors val="0"/>
        <c:ser>
          <c:idx val="0"/>
          <c:order val="0"/>
          <c:spPr>
            <a:solidFill>
              <a:schemeClr val="accent1"/>
            </a:solidFill>
            <a:ln w="19050">
              <a:solidFill>
                <a:schemeClr val="lt1"/>
              </a:solidFill>
            </a:ln>
            <a:effectLst/>
          </c:spPr>
          <c:dPt>
            <c:idx val="0"/>
            <c:bubble3D val="0"/>
            <c:spPr>
              <a:solidFill>
                <a:srgbClr val="F15D23"/>
              </a:solidFill>
              <a:ln w="19050">
                <a:solidFill>
                  <a:schemeClr val="lt1"/>
                </a:solidFill>
              </a:ln>
              <a:effectLst/>
            </c:spPr>
            <c:extLst>
              <c:ext xmlns:c16="http://schemas.microsoft.com/office/drawing/2014/chart" uri="{C3380CC4-5D6E-409C-BE32-E72D297353CC}">
                <c16:uniqueId val="{00000001-43EE-485E-8A25-7437B1F03971}"/>
              </c:ext>
            </c:extLst>
          </c:dPt>
          <c:dPt>
            <c:idx val="1"/>
            <c:bubble3D val="0"/>
            <c:spPr>
              <a:solidFill>
                <a:srgbClr val="F6911E"/>
              </a:solidFill>
              <a:ln w="19050">
                <a:solidFill>
                  <a:schemeClr val="lt1"/>
                </a:solidFill>
              </a:ln>
              <a:effectLst/>
            </c:spPr>
            <c:extLst>
              <c:ext xmlns:c16="http://schemas.microsoft.com/office/drawing/2014/chart" uri="{C3380CC4-5D6E-409C-BE32-E72D297353CC}">
                <c16:uniqueId val="{00000003-43EE-485E-8A25-7437B1F03971}"/>
              </c:ext>
            </c:extLst>
          </c:dPt>
          <c:dPt>
            <c:idx val="2"/>
            <c:bubble3D val="0"/>
            <c:spPr>
              <a:solidFill>
                <a:srgbClr val="F37721"/>
              </a:solidFill>
              <a:ln w="19050">
                <a:solidFill>
                  <a:schemeClr val="lt1"/>
                </a:solidFill>
              </a:ln>
              <a:effectLst/>
            </c:spPr>
            <c:extLst>
              <c:ext xmlns:c16="http://schemas.microsoft.com/office/drawing/2014/chart" uri="{C3380CC4-5D6E-409C-BE32-E72D297353CC}">
                <c16:uniqueId val="{00000005-43EE-485E-8A25-7437B1F03971}"/>
              </c:ext>
            </c:extLst>
          </c:dPt>
          <c:dPt>
            <c:idx val="3"/>
            <c:bubble3D val="0"/>
            <c:spPr>
              <a:solidFill>
                <a:srgbClr val="616173"/>
              </a:solidFill>
              <a:ln w="19050">
                <a:solidFill>
                  <a:schemeClr val="lt1"/>
                </a:solidFill>
              </a:ln>
              <a:effectLst/>
            </c:spPr>
            <c:extLst>
              <c:ext xmlns:c16="http://schemas.microsoft.com/office/drawing/2014/chart" uri="{C3380CC4-5D6E-409C-BE32-E72D297353CC}">
                <c16:uniqueId val="{00000007-43EE-485E-8A25-7437B1F03971}"/>
              </c:ext>
            </c:extLst>
          </c:dPt>
          <c:dPt>
            <c:idx val="4"/>
            <c:bubble3D val="0"/>
            <c:spPr>
              <a:solidFill>
                <a:srgbClr val="1078CF"/>
              </a:solidFill>
              <a:ln w="19050">
                <a:solidFill>
                  <a:schemeClr val="lt1"/>
                </a:solidFill>
              </a:ln>
              <a:effectLst/>
            </c:spPr>
            <c:extLst>
              <c:ext xmlns:c16="http://schemas.microsoft.com/office/drawing/2014/chart" uri="{C3380CC4-5D6E-409C-BE32-E72D297353CC}">
                <c16:uniqueId val="{00000009-43EE-485E-8A25-7437B1F03971}"/>
              </c:ext>
            </c:extLst>
          </c:dPt>
          <c:dPt>
            <c:idx val="5"/>
            <c:bubble3D val="0"/>
            <c:spPr>
              <a:solidFill>
                <a:srgbClr val="FCB415"/>
              </a:solidFill>
              <a:ln w="19050">
                <a:solidFill>
                  <a:schemeClr val="lt1"/>
                </a:solidFill>
              </a:ln>
              <a:effectLst/>
            </c:spPr>
            <c:extLst>
              <c:ext xmlns:c16="http://schemas.microsoft.com/office/drawing/2014/chart" uri="{C3380CC4-5D6E-409C-BE32-E72D297353CC}">
                <c16:uniqueId val="{0000000B-43EE-485E-8A25-7437B1F03971}"/>
              </c:ext>
            </c:extLst>
          </c:dPt>
          <c:dPt>
            <c:idx val="6"/>
            <c:bubble3D val="0"/>
            <c:spPr>
              <a:solidFill>
                <a:srgbClr val="2D4FB2"/>
              </a:solidFill>
              <a:ln w="19050">
                <a:solidFill>
                  <a:schemeClr val="lt1"/>
                </a:solidFill>
              </a:ln>
              <a:effectLst/>
            </c:spPr>
            <c:extLst>
              <c:ext xmlns:c16="http://schemas.microsoft.com/office/drawing/2014/chart" uri="{C3380CC4-5D6E-409C-BE32-E72D297353CC}">
                <c16:uniqueId val="{0000000D-43EE-485E-8A25-7437B1F03971}"/>
              </c:ext>
            </c:extLst>
          </c:dPt>
          <c:dPt>
            <c:idx val="7"/>
            <c:bubble3D val="0"/>
            <c:spPr>
              <a:solidFill>
                <a:srgbClr val="40404C"/>
              </a:solidFill>
              <a:ln w="19050">
                <a:solidFill>
                  <a:schemeClr val="lt1"/>
                </a:solidFill>
              </a:ln>
              <a:effectLst/>
            </c:spPr>
            <c:extLst>
              <c:ext xmlns:c16="http://schemas.microsoft.com/office/drawing/2014/chart" uri="{C3380CC4-5D6E-409C-BE32-E72D297353CC}">
                <c16:uniqueId val="{0000000F-43EE-485E-8A25-7437B1F03971}"/>
              </c:ext>
            </c:extLst>
          </c:dPt>
          <c:dPt>
            <c:idx val="8"/>
            <c:bubble3D val="0"/>
            <c:spPr>
              <a:solidFill>
                <a:srgbClr val="4C9ADB"/>
              </a:solidFill>
              <a:ln w="19050">
                <a:solidFill>
                  <a:schemeClr val="lt1"/>
                </a:solidFill>
              </a:ln>
              <a:effectLst/>
            </c:spPr>
            <c:extLst>
              <c:ext xmlns:c16="http://schemas.microsoft.com/office/drawing/2014/chart" uri="{C3380CC4-5D6E-409C-BE32-E72D297353CC}">
                <c16:uniqueId val="{00000011-43EE-485E-8A25-7437B1F03971}"/>
              </c:ext>
            </c:extLst>
          </c:dPt>
          <c:dPt>
            <c:idx val="9"/>
            <c:bubble3D val="0"/>
            <c:spPr>
              <a:solidFill>
                <a:srgbClr val="A4A4B2"/>
              </a:solidFill>
              <a:ln w="19050">
                <a:solidFill>
                  <a:schemeClr val="lt1"/>
                </a:solidFill>
              </a:ln>
              <a:effectLst/>
            </c:spPr>
            <c:extLst>
              <c:ext xmlns:c16="http://schemas.microsoft.com/office/drawing/2014/chart" uri="{C3380CC4-5D6E-409C-BE32-E72D297353CC}">
                <c16:uniqueId val="{00000013-43EE-485E-8A25-7437B1F03971}"/>
              </c:ext>
            </c:extLst>
          </c:dPt>
          <c:dLbls>
            <c:dLbl>
              <c:idx val="5"/>
              <c:layout>
                <c:manualLayout>
                  <c:x val="5.0932250682121198E-3"/>
                  <c:y val="5.1935496930693922E-3"/>
                </c:manualLayout>
              </c:layout>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B-43EE-485E-8A25-7437B1F03971}"/>
                </c:ext>
              </c:extLst>
            </c:dLbl>
            <c:spPr>
              <a:noFill/>
              <a:ln>
                <a:noFill/>
              </a:ln>
              <a:effectLst/>
            </c:spPr>
            <c:txPr>
              <a:bodyPr rot="0" spcFirstLastPara="1" vertOverflow="ellipsis" vert="horz" wrap="square" lIns="38100" tIns="19050" rIns="38100" bIns="19050" anchor="ctr" anchorCtr="1">
                <a:spAutoFit/>
              </a:bodyPr>
              <a:lstStyle/>
              <a:p>
                <a:pPr>
                  <a:defRPr sz="1400" b="1" i="0" u="none" strike="noStrike" kern="1200" baseline="0">
                    <a:solidFill>
                      <a:schemeClr val="accent6">
                        <a:lumMod val="90000"/>
                        <a:lumOff val="10000"/>
                      </a:schemeClr>
                    </a:solidFill>
                    <a:latin typeface="+mn-lt"/>
                    <a:ea typeface="+mn-ea"/>
                    <a:cs typeface="+mn-cs"/>
                  </a:defRPr>
                </a:pPr>
                <a:endParaRPr lang="tr-TR"/>
              </a:p>
            </c:txPr>
            <c:showLegendKey val="0"/>
            <c:showVal val="0"/>
            <c:showCatName val="0"/>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'[Value Calculator_Financials LIVE v9.xlsm]Value Analysis'!$C$46:$C$54</c:f>
              <c:strCache>
                <c:ptCount val="9"/>
                <c:pt idx="0">
                  <c:v>Raising Purchase Orders</c:v>
                </c:pt>
                <c:pt idx="1">
                  <c:v>Purchase Order approvals</c:v>
                </c:pt>
                <c:pt idx="2">
                  <c:v>Coding invoice processes</c:v>
                </c:pt>
                <c:pt idx="3">
                  <c:v>Management of supplier and purchase invoices</c:v>
                </c:pt>
                <c:pt idx="4">
                  <c:v>Managing Spend leakage </c:v>
                </c:pt>
                <c:pt idx="5">
                  <c:v>Finance query management &amp; reporting</c:v>
                </c:pt>
                <c:pt idx="6">
                  <c:v>Debt collection administration processes</c:v>
                </c:pt>
                <c:pt idx="7">
                  <c:v>Customer Invoicing &amp; Finance Workflow</c:v>
                </c:pt>
                <c:pt idx="8">
                  <c:v>Online expense management</c:v>
                </c:pt>
              </c:strCache>
            </c:strRef>
          </c:cat>
          <c:val>
            <c:numRef>
              <c:f>'[Value Calculator_Financials LIVE v9.xlsm]Value Analysis'!$L$45:$L$54</c:f>
              <c:numCache>
                <c:formatCode>"£"#,##0</c:formatCode>
                <c:ptCount val="10"/>
                <c:pt idx="0">
                  <c:v>58750</c:v>
                </c:pt>
                <c:pt idx="1">
                  <c:v>1023555.5555555555</c:v>
                </c:pt>
                <c:pt idx="2">
                  <c:v>767666.66666666663</c:v>
                </c:pt>
                <c:pt idx="3">
                  <c:v>266550.92592592596</c:v>
                </c:pt>
                <c:pt idx="4">
                  <c:v>246293.05555555553</c:v>
                </c:pt>
                <c:pt idx="5">
                  <c:v>16156.25</c:v>
                </c:pt>
                <c:pt idx="6">
                  <c:v>226205.77777777778</c:v>
                </c:pt>
                <c:pt idx="7">
                  <c:v>189153.06666666668</c:v>
                </c:pt>
                <c:pt idx="8">
                  <c:v>13306.222222222221</c:v>
                </c:pt>
                <c:pt idx="9">
                  <c:v>388219.99999999988</c:v>
                </c:pt>
              </c:numCache>
            </c:numRef>
          </c:val>
          <c:extLst>
            <c:ext xmlns:c16="http://schemas.microsoft.com/office/drawing/2014/chart" uri="{C3380CC4-5D6E-409C-BE32-E72D297353CC}">
              <c16:uniqueId val="{00000014-43EE-485E-8A25-7437B1F03971}"/>
            </c:ext>
          </c:extLst>
        </c:ser>
        <c:dLbls>
          <c:showLegendKey val="0"/>
          <c:showVal val="0"/>
          <c:showCatName val="0"/>
          <c:showSerName val="0"/>
          <c:showPercent val="1"/>
          <c:showBubbleSize val="0"/>
          <c:showLeaderLines val="1"/>
        </c:dLbls>
        <c:firstSliceAng val="0"/>
        <c:holeSize val="75"/>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tr-TR"/>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tr-T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442140890092332E-2"/>
          <c:y val="3.108893616642484E-2"/>
          <c:w val="0.92859981406902237"/>
          <c:h val="0.85615280534809812"/>
        </c:manualLayout>
      </c:layout>
      <c:barChart>
        <c:barDir val="col"/>
        <c:grouping val="clustered"/>
        <c:varyColors val="0"/>
        <c:ser>
          <c:idx val="0"/>
          <c:order val="0"/>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dPt>
            <c:idx val="0"/>
            <c:invertIfNegative val="0"/>
            <c:bubble3D val="0"/>
            <c:spPr>
              <a:solidFill>
                <a:schemeClr val="accent1"/>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1-83F9-4BC0-8CB9-9896CA7D3BE8}"/>
              </c:ext>
            </c:extLst>
          </c:dPt>
          <c:dPt>
            <c:idx val="1"/>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3-83F9-4BC0-8CB9-9896CA7D3BE8}"/>
              </c:ext>
            </c:extLst>
          </c:dPt>
          <c:dPt>
            <c:idx val="3"/>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5-83F9-4BC0-8CB9-9896CA7D3BE8}"/>
              </c:ext>
            </c:extLst>
          </c:dPt>
          <c:dPt>
            <c:idx val="4"/>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7-83F9-4BC0-8CB9-9896CA7D3BE8}"/>
              </c:ext>
            </c:extLst>
          </c:dPt>
          <c:dPt>
            <c:idx val="6"/>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9-83F9-4BC0-8CB9-9896CA7D3BE8}"/>
              </c:ext>
            </c:extLst>
          </c:dPt>
          <c:dPt>
            <c:idx val="7"/>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B-83F9-4BC0-8CB9-9896CA7D3BE8}"/>
              </c:ext>
            </c:extLst>
          </c:dPt>
          <c:dPt>
            <c:idx val="9"/>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D-83F9-4BC0-8CB9-9896CA7D3BE8}"/>
              </c:ext>
            </c:extLst>
          </c:dPt>
          <c:dPt>
            <c:idx val="10"/>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F-83F9-4BC0-8CB9-9896CA7D3BE8}"/>
              </c:ext>
            </c:extLst>
          </c:dPt>
          <c:dPt>
            <c:idx val="12"/>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11-83F9-4BC0-8CB9-9896CA7D3BE8}"/>
              </c:ext>
            </c:extLst>
          </c:dPt>
          <c:dPt>
            <c:idx val="13"/>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13-83F9-4BC0-8CB9-9896CA7D3BE8}"/>
              </c:ext>
            </c:extLst>
          </c:dPt>
          <c:cat>
            <c:multiLvlStrRef>
              <c:f>'Value Proposition Analysis'!$B$25:$F$38</c:f>
              <c:multiLvlStrCache>
                <c:ptCount val="14"/>
                <c:lvl>
                  <c:pt idx="0">
                    <c:v>£</c:v>
                  </c:pt>
                  <c:pt idx="1">
                    <c:v>£</c:v>
                  </c:pt>
                  <c:pt idx="3">
                    <c:v>£</c:v>
                  </c:pt>
                  <c:pt idx="4">
                    <c:v>£</c:v>
                  </c:pt>
                  <c:pt idx="6">
                    <c:v>£</c:v>
                  </c:pt>
                  <c:pt idx="7">
                    <c:v>£</c:v>
                  </c:pt>
                  <c:pt idx="9">
                    <c:v>£</c:v>
                  </c:pt>
                  <c:pt idx="10">
                    <c:v>£</c:v>
                  </c:pt>
                  <c:pt idx="12">
                    <c:v>£</c:v>
                  </c:pt>
                  <c:pt idx="13">
                    <c:v>£</c:v>
                  </c:pt>
                </c:lvl>
                <c:lvl>
                  <c:pt idx="0">
                    <c:v> 1 Year Investment </c:v>
                  </c:pt>
                  <c:pt idx="1">
                    <c:v> 1 Year Return </c:v>
                  </c:pt>
                  <c:pt idx="3">
                    <c:v> 2 Year Investment </c:v>
                  </c:pt>
                  <c:pt idx="4">
                    <c:v> 2 Year Return </c:v>
                  </c:pt>
                  <c:pt idx="6">
                    <c:v> 3 Year Investment </c:v>
                  </c:pt>
                  <c:pt idx="7">
                    <c:v> 3 Year Return </c:v>
                  </c:pt>
                  <c:pt idx="9">
                    <c:v> 4 Year Investment </c:v>
                  </c:pt>
                  <c:pt idx="10">
                    <c:v> 4 Year Return </c:v>
                  </c:pt>
                  <c:pt idx="12">
                    <c:v> 5 Year Investment </c:v>
                  </c:pt>
                  <c:pt idx="13">
                    <c:v> 5 Year Return </c:v>
                  </c:pt>
                </c:lvl>
              </c:multiLvlStrCache>
            </c:multiLvlStrRef>
          </c:cat>
          <c:val>
            <c:numRef>
              <c:f>'Value Proposition Analysis'!$G$25:$G$38</c:f>
              <c:numCache>
                <c:formatCode>_(* #,##0_);_(* \(#,##0\);_(* "-"??_);_(@_)</c:formatCode>
                <c:ptCount val="14"/>
                <c:pt idx="0">
                  <c:v>33000</c:v>
                </c:pt>
                <c:pt idx="1">
                  <c:v>66430.547826086971</c:v>
                </c:pt>
                <c:pt idx="3">
                  <c:v>29400</c:v>
                </c:pt>
                <c:pt idx="4">
                  <c:v>80665.665217391332</c:v>
                </c:pt>
                <c:pt idx="6">
                  <c:v>30870</c:v>
                </c:pt>
                <c:pt idx="7">
                  <c:v>94900.782608695677</c:v>
                </c:pt>
                <c:pt idx="9">
                  <c:v>32413.5</c:v>
                </c:pt>
                <c:pt idx="10">
                  <c:v>94900.782608695677</c:v>
                </c:pt>
                <c:pt idx="12">
                  <c:v>34034.175000000003</c:v>
                </c:pt>
                <c:pt idx="13">
                  <c:v>94900.782608695677</c:v>
                </c:pt>
              </c:numCache>
            </c:numRef>
          </c:val>
          <c:extLst>
            <c:ext xmlns:c16="http://schemas.microsoft.com/office/drawing/2014/chart" uri="{C3380CC4-5D6E-409C-BE32-E72D297353CC}">
              <c16:uniqueId val="{00000014-83F9-4BC0-8CB9-9896CA7D3BE8}"/>
            </c:ext>
          </c:extLst>
        </c:ser>
        <c:dLbls>
          <c:showLegendKey val="0"/>
          <c:showVal val="0"/>
          <c:showCatName val="0"/>
          <c:showSerName val="0"/>
          <c:showPercent val="0"/>
          <c:showBubbleSize val="0"/>
        </c:dLbls>
        <c:gapWidth val="100"/>
        <c:overlap val="-24"/>
        <c:axId val="945546352"/>
        <c:axId val="945550928"/>
      </c:barChart>
      <c:catAx>
        <c:axId val="945546352"/>
        <c:scaling>
          <c:orientation val="minMax"/>
        </c:scaling>
        <c:delete val="1"/>
        <c:axPos val="b"/>
        <c:numFmt formatCode="General" sourceLinked="1"/>
        <c:majorTickMark val="none"/>
        <c:minorTickMark val="none"/>
        <c:tickLblPos val="nextTo"/>
        <c:crossAx val="945550928"/>
        <c:crosses val="autoZero"/>
        <c:auto val="1"/>
        <c:lblAlgn val="ctr"/>
        <c:lblOffset val="100"/>
        <c:noMultiLvlLbl val="0"/>
      </c:catAx>
      <c:valAx>
        <c:axId val="945550928"/>
        <c:scaling>
          <c:orientation val="minMax"/>
        </c:scaling>
        <c:delete val="0"/>
        <c:axPos val="l"/>
        <c:majorGridlines>
          <c:spPr>
            <a:ln w="9525" cap="flat" cmpd="sng" algn="ctr">
              <a:solidFill>
                <a:schemeClr val="tx1">
                  <a:lumMod val="15000"/>
                  <a:lumOff val="85000"/>
                </a:schemeClr>
              </a:solidFill>
              <a:round/>
            </a:ln>
            <a:effectLst/>
          </c:spPr>
        </c:majorGridlines>
        <c:numFmt formatCode="_(* #,##0_);_(* \(#,##0\);_(* &quot;-&quot;??_);_(@_)"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tr-TR"/>
          </a:p>
        </c:txPr>
        <c:crossAx val="94554635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tr-T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340">
  <cs:axisTitle>
    <cs:lnRef idx="0"/>
    <cs:fillRef idx="0"/>
    <cs:effectRef idx="0"/>
    <cs:fontRef idx="minor">
      <a:schemeClr val="tx1">
        <a:lumMod val="65000"/>
        <a:lumOff val="35000"/>
      </a:schemeClr>
    </cs:fontRef>
    <cs:defRPr sz="900"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lt1"/>
    </cs:fontRef>
  </cs:dataPoint>
  <cs:dataPoint3D>
    <cs:lnRef idx="0"/>
    <cs:fillRef idx="3">
      <cs:styleClr val="auto"/>
    </cs:fillRef>
    <cs:effectRef idx="3"/>
    <cs:fontRef idx="minor">
      <a:schemeClr val="lt1"/>
    </cs:fontRef>
  </cs:dataPoint3D>
  <cs:dataPointLine>
    <cs:lnRef idx="0">
      <cs:styleClr val="auto"/>
    </cs:lnRef>
    <cs:fillRef idx="3"/>
    <cs:effectRef idx="3"/>
    <cs:fontRef idx="minor">
      <a:schemeClr val="lt1"/>
    </cs:fontRef>
    <cs:spPr>
      <a:ln w="34925" cap="rnd">
        <a:solidFill>
          <a:schemeClr val="phClr"/>
        </a:solidFill>
        <a:round/>
      </a:ln>
    </cs:spPr>
  </cs:dataPointLine>
  <cs:dataPointMarker>
    <cs:lnRef idx="0">
      <cs:styleClr val="auto"/>
    </cs:lnRef>
    <cs:fillRef idx="3">
      <cs:styleClr val="auto"/>
    </cs:fillRef>
    <cs:effectRef idx="3"/>
    <cs:fontRef idx="minor">
      <a:schemeClr val="lt1"/>
    </cs:fontRef>
    <cs:spPr>
      <a:ln w="9525">
        <a:solidFill>
          <a:schemeClr val="phClr"/>
        </a:solidFill>
        <a:round/>
      </a:ln>
    </cs:spPr>
  </cs:dataPointMarker>
  <cs:dataPointMarkerLayout symbol="circle" size="6"/>
  <cs:dataPointWireframe>
    <cs:lnRef idx="0">
      <cs:styleClr val="auto"/>
    </cs:lnRef>
    <cs:fillRef idx="3"/>
    <cs:effectRef idx="3"/>
    <cs:fontRef idx="minor">
      <a:schemeClr val="lt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600"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lt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753995B-D5C5-E9F3-74E1-867BB85FAC2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58775A38-0062-6C38-0B8A-6561F09F2DF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2EE6207-6821-4DAB-B818-E4F4F6AB12F5}" type="datetimeFigureOut">
              <a:rPr lang="en-GB" smtClean="0"/>
              <a:t>09/10/2024</a:t>
            </a:fld>
            <a:endParaRPr lang="en-GB"/>
          </a:p>
        </p:txBody>
      </p:sp>
      <p:sp>
        <p:nvSpPr>
          <p:cNvPr id="4" name="Footer Placeholder 3">
            <a:extLst>
              <a:ext uri="{FF2B5EF4-FFF2-40B4-BE49-F238E27FC236}">
                <a16:creationId xmlns:a16="http://schemas.microsoft.com/office/drawing/2014/main" id="{1276C68E-BDFC-0BFF-7F14-6B953611F6E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43CFAFE3-268E-270F-8A32-C160C964835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74E5AB6-E7A7-49F2-B3EF-8EA64FA4A41F}" type="slidenum">
              <a:rPr lang="en-GB" smtClean="0"/>
              <a:t>‹#›</a:t>
            </a:fld>
            <a:endParaRPr lang="en-GB"/>
          </a:p>
        </p:txBody>
      </p:sp>
    </p:spTree>
    <p:extLst>
      <p:ext uri="{BB962C8B-B14F-4D97-AF65-F5344CB8AC3E}">
        <p14:creationId xmlns:p14="http://schemas.microsoft.com/office/powerpoint/2010/main" val="2565752091"/>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B936EE0-4F6D-274D-8902-95CDFEF84C8C}" type="datetimeFigureOut">
              <a:rPr lang="en-US" smtClean="0"/>
              <a:t>10/9/2024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6F5981-AC5E-AE4D-852B-DAB06874D7E5}" type="slidenum">
              <a:rPr lang="en-US" smtClean="0"/>
              <a:t>‹#›</a:t>
            </a:fld>
            <a:endParaRPr lang="en-US"/>
          </a:p>
        </p:txBody>
      </p:sp>
    </p:spTree>
    <p:extLst>
      <p:ext uri="{BB962C8B-B14F-4D97-AF65-F5344CB8AC3E}">
        <p14:creationId xmlns:p14="http://schemas.microsoft.com/office/powerpoint/2010/main" val="3316499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2</a:t>
            </a:fld>
            <a:endParaRPr lang="en-US"/>
          </a:p>
        </p:txBody>
      </p:sp>
    </p:spTree>
    <p:extLst>
      <p:ext uri="{BB962C8B-B14F-4D97-AF65-F5344CB8AC3E}">
        <p14:creationId xmlns:p14="http://schemas.microsoft.com/office/powerpoint/2010/main" val="40044290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3</a:t>
            </a:fld>
            <a:endParaRPr lang="en-US"/>
          </a:p>
        </p:txBody>
      </p:sp>
    </p:spTree>
    <p:extLst>
      <p:ext uri="{BB962C8B-B14F-4D97-AF65-F5344CB8AC3E}">
        <p14:creationId xmlns:p14="http://schemas.microsoft.com/office/powerpoint/2010/main" val="31448941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4</a:t>
            </a:fld>
            <a:endParaRPr lang="en-US"/>
          </a:p>
        </p:txBody>
      </p:sp>
    </p:spTree>
    <p:extLst>
      <p:ext uri="{BB962C8B-B14F-4D97-AF65-F5344CB8AC3E}">
        <p14:creationId xmlns:p14="http://schemas.microsoft.com/office/powerpoint/2010/main" val="17951656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6</a:t>
            </a:fld>
            <a:endParaRPr lang="en-US"/>
          </a:p>
        </p:txBody>
      </p:sp>
    </p:spTree>
    <p:extLst>
      <p:ext uri="{BB962C8B-B14F-4D97-AF65-F5344CB8AC3E}">
        <p14:creationId xmlns:p14="http://schemas.microsoft.com/office/powerpoint/2010/main" val="148418984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8" Type="http://schemas.openxmlformats.org/officeDocument/2006/relationships/hyperlink" Target="mailto:hello@oneadvanced.com" TargetMode="External"/><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11.png"/><Relationship Id="rId5" Type="http://schemas.openxmlformats.org/officeDocument/2006/relationships/image" Target="../media/image10.svg"/><Relationship Id="rId10" Type="http://schemas.openxmlformats.org/officeDocument/2006/relationships/image" Target="../media/image4.svg"/><Relationship Id="rId4" Type="http://schemas.openxmlformats.org/officeDocument/2006/relationships/image" Target="../media/image9.png"/><Relationship Id="rId9" Type="http://schemas.openxmlformats.org/officeDocument/2006/relationships/image" Target="../media/image3.png"/></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2.xml"/><Relationship Id="rId4" Type="http://schemas.openxmlformats.org/officeDocument/2006/relationships/image" Target="../media/image15.sv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9.xml.rels><?xml version="1.0" encoding="UTF-8" standalone="yes"?>
<Relationships xmlns="http://schemas.openxmlformats.org/package/2006/relationships"><Relationship Id="rId8" Type="http://schemas.openxmlformats.org/officeDocument/2006/relationships/hyperlink" Target="mailto:hello@oneadvanced.com" TargetMode="External"/><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2.xml"/><Relationship Id="rId6" Type="http://schemas.openxmlformats.org/officeDocument/2006/relationships/image" Target="../media/image11.png"/><Relationship Id="rId5" Type="http://schemas.openxmlformats.org/officeDocument/2006/relationships/image" Target="../media/image10.svg"/><Relationship Id="rId10" Type="http://schemas.openxmlformats.org/officeDocument/2006/relationships/image" Target="../media/image4.svg"/><Relationship Id="rId4" Type="http://schemas.openxmlformats.org/officeDocument/2006/relationships/image" Target="../media/image9.png"/><Relationship Id="rId9" Type="http://schemas.openxmlformats.org/officeDocument/2006/relationships/image" Target="../media/image3.png"/></Relationships>
</file>

<file path=ppt/slideLayouts/_rels/slideLayout10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0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0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10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0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0.xml.rels><?xml version="1.0" encoding="UTF-8" standalone="yes"?>
<Relationships xmlns="http://schemas.openxmlformats.org/package/2006/relationships"><Relationship Id="rId8" Type="http://schemas.openxmlformats.org/officeDocument/2006/relationships/hyperlink" Target="mailto:hello@oneadvanced.com" TargetMode="External"/><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3.xml"/><Relationship Id="rId6" Type="http://schemas.openxmlformats.org/officeDocument/2006/relationships/image" Target="../media/image11.png"/><Relationship Id="rId5" Type="http://schemas.openxmlformats.org/officeDocument/2006/relationships/image" Target="../media/image10.svg"/><Relationship Id="rId10" Type="http://schemas.openxmlformats.org/officeDocument/2006/relationships/image" Target="../media/image4.svg"/><Relationship Id="rId4" Type="http://schemas.openxmlformats.org/officeDocument/2006/relationships/image" Target="../media/image9.png"/><Relationship Id="rId9" Type="http://schemas.openxmlformats.org/officeDocument/2006/relationships/image" Target="../media/image3.png"/></Relationships>
</file>

<file path=ppt/slideLayouts/_rels/slideLayout15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15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15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B14551C-8DA6-7975-4AC8-8A180A4C60CF}"/>
              </a:ext>
            </a:extLst>
          </p:cNvPr>
          <p:cNvSpPr>
            <a:spLocks noGrp="1"/>
          </p:cNvSpPr>
          <p:nvPr>
            <p:ph type="subTitle" idx="1"/>
          </p:nvPr>
        </p:nvSpPr>
        <p:spPr>
          <a:xfrm>
            <a:off x="695325" y="3794264"/>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 name="Title 1">
            <a:extLst>
              <a:ext uri="{FF2B5EF4-FFF2-40B4-BE49-F238E27FC236}">
                <a16:creationId xmlns:a16="http://schemas.microsoft.com/office/drawing/2014/main" id="{EA774C2F-C574-4EA9-44E0-B379B00831F7}"/>
              </a:ext>
            </a:extLst>
          </p:cNvPr>
          <p:cNvSpPr>
            <a:spLocks noGrp="1" noRot="1" noMove="1" noResize="1" noEditPoints="1" noAdjustHandles="1" noChangeArrowheads="1" noChangeShapeType="1"/>
          </p:cNvSpPr>
          <p:nvPr>
            <p:ph type="ctrTitle"/>
          </p:nvPr>
        </p:nvSpPr>
        <p:spPr>
          <a:xfrm>
            <a:off x="695325" y="1287508"/>
            <a:ext cx="5292724" cy="2251163"/>
          </a:xfrm>
        </p:spPr>
        <p:txBody>
          <a:bodyPr anchor="b">
            <a:noAutofit/>
          </a:bodyPr>
          <a:lstStyle>
            <a:lvl1pPr marL="0" algn="l" defTabSz="914400" rtl="0" eaLnBrk="1" latinLnBrk="0" hangingPunct="1">
              <a:lnSpc>
                <a:spcPct val="100000"/>
              </a:lnSpc>
              <a:spcBef>
                <a:spcPct val="0"/>
              </a:spcBef>
              <a:buNone/>
              <a:defRPr lang="en-US" sz="44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pic>
        <p:nvPicPr>
          <p:cNvPr id="10" name="Graphic 9">
            <a:extLst>
              <a:ext uri="{FF2B5EF4-FFF2-40B4-BE49-F238E27FC236}">
                <a16:creationId xmlns:a16="http://schemas.microsoft.com/office/drawing/2014/main" id="{2BA657EF-F445-0102-2BA7-44A9F51D8325}"/>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
        <p:nvSpPr>
          <p:cNvPr id="12" name="Text Placeholder 11">
            <a:extLst>
              <a:ext uri="{FF2B5EF4-FFF2-40B4-BE49-F238E27FC236}">
                <a16:creationId xmlns:a16="http://schemas.microsoft.com/office/drawing/2014/main" id="{0DB90FE5-9B10-DE0E-C798-6B53CC1B51BF}"/>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Picture Placeholder 13">
            <a:extLst>
              <a:ext uri="{FF2B5EF4-FFF2-40B4-BE49-F238E27FC236}">
                <a16:creationId xmlns:a16="http://schemas.microsoft.com/office/drawing/2014/main" id="{4516B070-9C5D-0E7C-E2ED-3FE385C3774C}"/>
              </a:ext>
            </a:extLst>
          </p:cNvPr>
          <p:cNvSpPr>
            <a:spLocks noGrp="1"/>
          </p:cNvSpPr>
          <p:nvPr>
            <p:ph type="pic" sz="quarter" idx="14"/>
          </p:nvPr>
        </p:nvSpPr>
        <p:spPr>
          <a:xfrm>
            <a:off x="6167438" y="730389"/>
            <a:ext cx="5668391" cy="5398949"/>
          </a:xfrm>
        </p:spPr>
        <p:txBody>
          <a:bodyPr anchor="ctr"/>
          <a:lstStyle>
            <a:lvl1pPr marL="90000" indent="0" algn="ctr">
              <a:buNone/>
              <a:defRPr/>
            </a:lvl1pPr>
          </a:lstStyle>
          <a:p>
            <a:r>
              <a:rPr lang="en-US"/>
              <a:t>Click icon to add picture</a:t>
            </a:r>
          </a:p>
        </p:txBody>
      </p:sp>
    </p:spTree>
    <p:extLst>
      <p:ext uri="{BB962C8B-B14F-4D97-AF65-F5344CB8AC3E}">
        <p14:creationId xmlns:p14="http://schemas.microsoft.com/office/powerpoint/2010/main" val="12497549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2">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DCACB3E2-F3D6-FBFE-9D4D-122785B60FFF}"/>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en-US"/>
              <a:t>Click to edit Master title style</a:t>
            </a:r>
          </a:p>
        </p:txBody>
      </p:sp>
      <p:grpSp>
        <p:nvGrpSpPr>
          <p:cNvPr id="13" name="Group 12">
            <a:extLst>
              <a:ext uri="{FF2B5EF4-FFF2-40B4-BE49-F238E27FC236}">
                <a16:creationId xmlns:a16="http://schemas.microsoft.com/office/drawing/2014/main" id="{9EADAE5C-AB56-334E-55D5-580A0F311684}"/>
              </a:ext>
            </a:extLst>
          </p:cNvPr>
          <p:cNvGrpSpPr/>
          <p:nvPr userDrawn="1"/>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21" name="Subtitle 2">
            <a:extLst>
              <a:ext uri="{FF2B5EF4-FFF2-40B4-BE49-F238E27FC236}">
                <a16:creationId xmlns:a16="http://schemas.microsoft.com/office/drawing/2014/main" id="{FE279612-A00D-9DA6-F257-9A62F420A74A}"/>
              </a:ext>
            </a:extLst>
          </p:cNvPr>
          <p:cNvSpPr>
            <a:spLocks noGrp="1"/>
          </p:cNvSpPr>
          <p:nvPr>
            <p:ph type="subTitle" idx="1" hasCustomPrompt="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 </a:t>
            </a:r>
            <a:endParaRPr lang="en-US"/>
          </a:p>
        </p:txBody>
      </p:sp>
      <p:sp>
        <p:nvSpPr>
          <p:cNvPr id="23" name="Text Placeholder 11">
            <a:extLst>
              <a:ext uri="{FF2B5EF4-FFF2-40B4-BE49-F238E27FC236}">
                <a16:creationId xmlns:a16="http://schemas.microsoft.com/office/drawing/2014/main" id="{157F8B76-BD18-D930-D55C-B6A1B10E82BE}"/>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sp>
        <p:nvSpPr>
          <p:cNvPr id="18" name="Freeform 17">
            <a:extLst>
              <a:ext uri="{FF2B5EF4-FFF2-40B4-BE49-F238E27FC236}">
                <a16:creationId xmlns:a16="http://schemas.microsoft.com/office/drawing/2014/main" id="{75412991-0C78-34EB-A601-7A8E3F7EE776}"/>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8" name="Freeform 27">
            <a:extLst>
              <a:ext uri="{FF2B5EF4-FFF2-40B4-BE49-F238E27FC236}">
                <a16:creationId xmlns:a16="http://schemas.microsoft.com/office/drawing/2014/main" id="{36E4DEAF-BC4A-5DD9-036E-624FD7C4D0BA}"/>
              </a:ext>
            </a:extLst>
          </p:cNvPr>
          <p:cNvSpPr>
            <a:spLocks noGrp="1"/>
          </p:cNvSpPr>
          <p:nvPr>
            <p:ph type="pic" sz="quarter" idx="14"/>
          </p:nvPr>
        </p:nvSpPr>
        <p:spPr>
          <a:xfrm>
            <a:off x="6959600" y="1287463"/>
            <a:ext cx="4264025" cy="4273550"/>
          </a:xfrm>
          <a:custGeom>
            <a:avLst/>
            <a:gdLst>
              <a:gd name="connsiteX0" fmla="*/ 328842 w 4264025"/>
              <a:gd name="connsiteY0" fmla="*/ 0 h 4273550"/>
              <a:gd name="connsiteX1" fmla="*/ 3935183 w 4264025"/>
              <a:gd name="connsiteY1" fmla="*/ 0 h 4273550"/>
              <a:gd name="connsiteX2" fmla="*/ 4264025 w 4264025"/>
              <a:gd name="connsiteY2" fmla="*/ 328842 h 4273550"/>
              <a:gd name="connsiteX3" fmla="*/ 4264025 w 4264025"/>
              <a:gd name="connsiteY3" fmla="*/ 2397987 h 4273550"/>
              <a:gd name="connsiteX4" fmla="*/ 4187602 w 4264025"/>
              <a:gd name="connsiteY4" fmla="*/ 2540521 h 4273550"/>
              <a:gd name="connsiteX5" fmla="*/ 3434167 w 4264025"/>
              <a:gd name="connsiteY5" fmla="*/ 3594728 h 4273550"/>
              <a:gd name="connsiteX6" fmla="*/ 2977109 w 4264025"/>
              <a:gd name="connsiteY6" fmla="*/ 4084536 h 4273550"/>
              <a:gd name="connsiteX7" fmla="*/ 2776680 w 4264025"/>
              <a:gd name="connsiteY7" fmla="*/ 4273550 h 4273550"/>
              <a:gd name="connsiteX8" fmla="*/ 328842 w 4264025"/>
              <a:gd name="connsiteY8" fmla="*/ 4273550 h 4273550"/>
              <a:gd name="connsiteX9" fmla="*/ 0 w 4264025"/>
              <a:gd name="connsiteY9" fmla="*/ 3944708 h 4273550"/>
              <a:gd name="connsiteX10" fmla="*/ 0 w 4264025"/>
              <a:gd name="connsiteY10" fmla="*/ 328842 h 4273550"/>
              <a:gd name="connsiteX11" fmla="*/ 328842 w 4264025"/>
              <a:gd name="connsiteY11" fmla="*/ 0 h 427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64025" h="4273550">
                <a:moveTo>
                  <a:pt x="328842" y="0"/>
                </a:moveTo>
                <a:lnTo>
                  <a:pt x="3935183" y="0"/>
                </a:lnTo>
                <a:cubicBezTo>
                  <a:pt x="4116797" y="0"/>
                  <a:pt x="4264025" y="147228"/>
                  <a:pt x="4264025" y="328842"/>
                </a:cubicBezTo>
                <a:lnTo>
                  <a:pt x="4264025" y="2397987"/>
                </a:lnTo>
                <a:lnTo>
                  <a:pt x="4187602" y="2540521"/>
                </a:lnTo>
                <a:cubicBezTo>
                  <a:pt x="3989287" y="2884882"/>
                  <a:pt x="3729269" y="3244387"/>
                  <a:pt x="3434167" y="3594728"/>
                </a:cubicBezTo>
                <a:cubicBezTo>
                  <a:pt x="3294444" y="3760607"/>
                  <a:pt x="3140729" y="3924189"/>
                  <a:pt x="2977109" y="4084536"/>
                </a:cubicBezTo>
                <a:lnTo>
                  <a:pt x="2776680" y="4273550"/>
                </a:lnTo>
                <a:lnTo>
                  <a:pt x="328842" y="4273550"/>
                </a:lnTo>
                <a:cubicBezTo>
                  <a:pt x="147228" y="4273550"/>
                  <a:pt x="0" y="4126322"/>
                  <a:pt x="0" y="3944708"/>
                </a:cubicBezTo>
                <a:lnTo>
                  <a:pt x="0" y="328842"/>
                </a:lnTo>
                <a:cubicBezTo>
                  <a:pt x="0" y="147228"/>
                  <a:pt x="147228" y="0"/>
                  <a:pt x="328842" y="0"/>
                </a:cubicBezTo>
                <a:close/>
              </a:path>
            </a:pathLst>
          </a:custGeom>
          <a:solidFill>
            <a:schemeClr val="bg1">
              <a:lumMod val="95000"/>
            </a:schemeClr>
          </a:solidFill>
        </p:spPr>
        <p:txBody>
          <a:bodyPr wrap="square" anchor="ctr">
            <a:noAutofit/>
          </a:bodyPr>
          <a:lstStyle>
            <a:lvl1pPr marL="90000" indent="0" algn="ctr">
              <a:buNone/>
              <a:defRPr/>
            </a:lvl1pPr>
          </a:lstStyle>
          <a:p>
            <a:r>
              <a:rPr lang="en-US"/>
              <a:t>Click icon to add picture</a:t>
            </a:r>
          </a:p>
        </p:txBody>
      </p:sp>
      <p:pic>
        <p:nvPicPr>
          <p:cNvPr id="14" name="Graphic 13">
            <a:extLst>
              <a:ext uri="{FF2B5EF4-FFF2-40B4-BE49-F238E27FC236}">
                <a16:creationId xmlns:a16="http://schemas.microsoft.com/office/drawing/2014/main" id="{EF632325-B368-E7E6-040E-5422C4DE6C14}"/>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15187023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EADAE5C-AB56-334E-55D5-580A0F311684}"/>
              </a:ext>
            </a:extLst>
          </p:cNvPr>
          <p:cNvGrpSpPr/>
          <p:nvPr userDrawn="1"/>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18" name="Freeform 17">
            <a:extLst>
              <a:ext uri="{FF2B5EF4-FFF2-40B4-BE49-F238E27FC236}">
                <a16:creationId xmlns:a16="http://schemas.microsoft.com/office/drawing/2014/main" id="{75412991-0C78-34EB-A601-7A8E3F7EE776}"/>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349C5667-D53D-4431-E3F2-914E5141B487}"/>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Subtitle 2">
            <a:extLst>
              <a:ext uri="{FF2B5EF4-FFF2-40B4-BE49-F238E27FC236}">
                <a16:creationId xmlns:a16="http://schemas.microsoft.com/office/drawing/2014/main" id="{B064D20E-0688-A8CD-F668-241C3808DAAE}"/>
              </a:ext>
            </a:extLst>
          </p:cNvPr>
          <p:cNvSpPr>
            <a:spLocks noGrp="1"/>
          </p:cNvSpPr>
          <p:nvPr>
            <p:ph type="subTitle" idx="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Text Placeholder 11">
            <a:extLst>
              <a:ext uri="{FF2B5EF4-FFF2-40B4-BE49-F238E27FC236}">
                <a16:creationId xmlns:a16="http://schemas.microsoft.com/office/drawing/2014/main" id="{06A6473A-A022-609A-AF07-7030038A9767}"/>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pic>
        <p:nvPicPr>
          <p:cNvPr id="8" name="Graphic 7">
            <a:extLst>
              <a:ext uri="{FF2B5EF4-FFF2-40B4-BE49-F238E27FC236}">
                <a16:creationId xmlns:a16="http://schemas.microsoft.com/office/drawing/2014/main" id="{6E5D0EF1-6B49-B967-1CC4-90ECFB619B41}"/>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1685302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5325" y="3358244"/>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1122295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Header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358800"/>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2053638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Number Section Header 1">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704377"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7464668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Number Section Header 2">
    <p:bg>
      <p:bgPr>
        <a:solidFill>
          <a:schemeClr val="tx1"/>
        </a:solidFill>
        <a:effectLst/>
      </p:bgPr>
    </p:bg>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0467885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614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38" name="Graphic 37">
            <a:extLst>
              <a:ext uri="{FF2B5EF4-FFF2-40B4-BE49-F238E27FC236}">
                <a16:creationId xmlns:a16="http://schemas.microsoft.com/office/drawing/2014/main" id="{DB418724-83AC-4BA4-53E4-38273EA86C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95325" y="1809653"/>
            <a:ext cx="360000" cy="360000"/>
          </a:xfrm>
          <a:prstGeom prst="rect">
            <a:avLst/>
          </a:prstGeom>
        </p:spPr>
      </p:pic>
      <p:pic>
        <p:nvPicPr>
          <p:cNvPr id="39" name="Graphic 38">
            <a:extLst>
              <a:ext uri="{FF2B5EF4-FFF2-40B4-BE49-F238E27FC236}">
                <a16:creationId xmlns:a16="http://schemas.microsoft.com/office/drawing/2014/main" id="{512CDF71-5986-90E7-436B-0FC63AF45C4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95325" y="3337001"/>
            <a:ext cx="360000" cy="360000"/>
          </a:xfrm>
          <a:prstGeom prst="rect">
            <a:avLst/>
          </a:prstGeom>
        </p:spPr>
      </p:pic>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6148"/>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46" name="Graphic 45">
            <a:extLst>
              <a:ext uri="{FF2B5EF4-FFF2-40B4-BE49-F238E27FC236}">
                <a16:creationId xmlns:a16="http://schemas.microsoft.com/office/drawing/2014/main" id="{3483A506-4640-0C11-7E76-4ADF601F850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332828" y="1809653"/>
            <a:ext cx="360000" cy="360000"/>
          </a:xfrm>
          <a:prstGeom prst="rect">
            <a:avLst/>
          </a:prstGeom>
        </p:spPr>
      </p:pic>
      <p:pic>
        <p:nvPicPr>
          <p:cNvPr id="47" name="Graphic 46">
            <a:extLst>
              <a:ext uri="{FF2B5EF4-FFF2-40B4-BE49-F238E27FC236}">
                <a16:creationId xmlns:a16="http://schemas.microsoft.com/office/drawing/2014/main" id="{DB674452-D96D-4ED0-8BD6-C67163051C6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332828" y="3337001"/>
            <a:ext cx="360000" cy="360000"/>
          </a:xfrm>
          <a:prstGeom prst="rect">
            <a:avLst/>
          </a:prstGeom>
        </p:spPr>
      </p:pic>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85090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tyle 2">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12">
            <a:extLst>
              <a:ext uri="{FF2B5EF4-FFF2-40B4-BE49-F238E27FC236}">
                <a16:creationId xmlns:a16="http://schemas.microsoft.com/office/drawing/2014/main" id="{A898EB03-8E33-56BF-12A4-1CC34E1361E2}"/>
              </a:ext>
            </a:extLst>
          </p:cNvPr>
          <p:cNvSpPr>
            <a:spLocks noGrp="1"/>
          </p:cNvSpPr>
          <p:nvPr>
            <p:ph type="body" sz="quarter" idx="25" hasCustomPrompt="1"/>
          </p:nvPr>
        </p:nvSpPr>
        <p:spPr>
          <a:xfrm>
            <a:off x="694801"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8" name="Text Placeholder 12">
            <a:extLst>
              <a:ext uri="{FF2B5EF4-FFF2-40B4-BE49-F238E27FC236}">
                <a16:creationId xmlns:a16="http://schemas.microsoft.com/office/drawing/2014/main" id="{025A403C-7874-825D-629B-91845DF858A3}"/>
              </a:ext>
            </a:extLst>
          </p:cNvPr>
          <p:cNvSpPr>
            <a:spLocks noGrp="1"/>
          </p:cNvSpPr>
          <p:nvPr>
            <p:ph type="body" sz="quarter" idx="26" hasCustomPrompt="1"/>
          </p:nvPr>
        </p:nvSpPr>
        <p:spPr>
          <a:xfrm>
            <a:off x="4373089"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02</a:t>
            </a:r>
            <a:endParaRPr lang="en-US"/>
          </a:p>
        </p:txBody>
      </p:sp>
      <p:sp>
        <p:nvSpPr>
          <p:cNvPr id="9" name="Text Placeholder 12">
            <a:extLst>
              <a:ext uri="{FF2B5EF4-FFF2-40B4-BE49-F238E27FC236}">
                <a16:creationId xmlns:a16="http://schemas.microsoft.com/office/drawing/2014/main" id="{37DA963A-F8CB-2788-34E3-9545F9452C3A}"/>
              </a:ext>
            </a:extLst>
          </p:cNvPr>
          <p:cNvSpPr>
            <a:spLocks noGrp="1"/>
          </p:cNvSpPr>
          <p:nvPr>
            <p:ph type="body" sz="quarter" idx="27" hasCustomPrompt="1"/>
          </p:nvPr>
        </p:nvSpPr>
        <p:spPr>
          <a:xfrm>
            <a:off x="694801"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04</a:t>
            </a:r>
            <a:endParaRPr lang="en-US"/>
          </a:p>
        </p:txBody>
      </p:sp>
      <p:sp>
        <p:nvSpPr>
          <p:cNvPr id="10" name="Text Placeholder 12">
            <a:extLst>
              <a:ext uri="{FF2B5EF4-FFF2-40B4-BE49-F238E27FC236}">
                <a16:creationId xmlns:a16="http://schemas.microsoft.com/office/drawing/2014/main" id="{12B504E0-4466-BAA4-C7FF-B42ED83C75C3}"/>
              </a:ext>
            </a:extLst>
          </p:cNvPr>
          <p:cNvSpPr>
            <a:spLocks noGrp="1"/>
          </p:cNvSpPr>
          <p:nvPr>
            <p:ph type="body" sz="quarter" idx="28" hasCustomPrompt="1"/>
          </p:nvPr>
        </p:nvSpPr>
        <p:spPr>
          <a:xfrm>
            <a:off x="4373089"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05</a:t>
            </a:r>
            <a:endParaRPr lang="en-US"/>
          </a:p>
        </p:txBody>
      </p:sp>
      <p:sp>
        <p:nvSpPr>
          <p:cNvPr id="11" name="Text Placeholder 21">
            <a:extLst>
              <a:ext uri="{FF2B5EF4-FFF2-40B4-BE49-F238E27FC236}">
                <a16:creationId xmlns:a16="http://schemas.microsoft.com/office/drawing/2014/main" id="{C1AEB284-7F0C-3187-B592-E1732E8ED9FB}"/>
              </a:ext>
            </a:extLst>
          </p:cNvPr>
          <p:cNvSpPr>
            <a:spLocks noGrp="1"/>
          </p:cNvSpPr>
          <p:nvPr>
            <p:ph type="body" sz="quarter" idx="29" hasCustomPrompt="1"/>
          </p:nvPr>
        </p:nvSpPr>
        <p:spPr>
          <a:xfrm>
            <a:off x="8426434"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23">
            <a:extLst>
              <a:ext uri="{FF2B5EF4-FFF2-40B4-BE49-F238E27FC236}">
                <a16:creationId xmlns:a16="http://schemas.microsoft.com/office/drawing/2014/main" id="{4B41B821-5DFB-B757-C0F7-DB0D030FBE52}"/>
              </a:ext>
            </a:extLst>
          </p:cNvPr>
          <p:cNvSpPr>
            <a:spLocks noGrp="1"/>
          </p:cNvSpPr>
          <p:nvPr>
            <p:ph type="body" sz="quarter" idx="30" hasCustomPrompt="1"/>
          </p:nvPr>
        </p:nvSpPr>
        <p:spPr>
          <a:xfrm>
            <a:off x="8426433"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3" name="Text Placeholder 21">
            <a:extLst>
              <a:ext uri="{FF2B5EF4-FFF2-40B4-BE49-F238E27FC236}">
                <a16:creationId xmlns:a16="http://schemas.microsoft.com/office/drawing/2014/main" id="{DF6AFE7A-748E-3094-E5DD-96068A1ADB22}"/>
              </a:ext>
            </a:extLst>
          </p:cNvPr>
          <p:cNvSpPr>
            <a:spLocks noGrp="1"/>
          </p:cNvSpPr>
          <p:nvPr>
            <p:ph type="body" sz="quarter" idx="31" hasCustomPrompt="1"/>
          </p:nvPr>
        </p:nvSpPr>
        <p:spPr>
          <a:xfrm>
            <a:off x="8426434"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4" name="Text Placeholder 23">
            <a:extLst>
              <a:ext uri="{FF2B5EF4-FFF2-40B4-BE49-F238E27FC236}">
                <a16:creationId xmlns:a16="http://schemas.microsoft.com/office/drawing/2014/main" id="{4A3630C7-F978-2556-4A23-C0C594F4D671}"/>
              </a:ext>
            </a:extLst>
          </p:cNvPr>
          <p:cNvSpPr>
            <a:spLocks noGrp="1"/>
          </p:cNvSpPr>
          <p:nvPr>
            <p:ph type="body" sz="quarter" idx="32" hasCustomPrompt="1"/>
          </p:nvPr>
        </p:nvSpPr>
        <p:spPr>
          <a:xfrm>
            <a:off x="8426433"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5" name="Text Placeholder 12">
            <a:extLst>
              <a:ext uri="{FF2B5EF4-FFF2-40B4-BE49-F238E27FC236}">
                <a16:creationId xmlns:a16="http://schemas.microsoft.com/office/drawing/2014/main" id="{3E8A0744-C495-285F-181E-6DC10F0DF496}"/>
              </a:ext>
            </a:extLst>
          </p:cNvPr>
          <p:cNvSpPr>
            <a:spLocks noGrp="1"/>
          </p:cNvSpPr>
          <p:nvPr>
            <p:ph type="body" sz="quarter" idx="33" hasCustomPrompt="1"/>
          </p:nvPr>
        </p:nvSpPr>
        <p:spPr>
          <a:xfrm>
            <a:off x="7989314"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03</a:t>
            </a:r>
            <a:endParaRPr lang="en-US"/>
          </a:p>
        </p:txBody>
      </p:sp>
      <p:sp>
        <p:nvSpPr>
          <p:cNvPr id="16" name="Text Placeholder 12">
            <a:extLst>
              <a:ext uri="{FF2B5EF4-FFF2-40B4-BE49-F238E27FC236}">
                <a16:creationId xmlns:a16="http://schemas.microsoft.com/office/drawing/2014/main" id="{BDFD6F31-A9EA-9929-A27C-F99215BAC5D0}"/>
              </a:ext>
            </a:extLst>
          </p:cNvPr>
          <p:cNvSpPr>
            <a:spLocks noGrp="1"/>
          </p:cNvSpPr>
          <p:nvPr>
            <p:ph type="body" sz="quarter" idx="34" hasCustomPrompt="1"/>
          </p:nvPr>
        </p:nvSpPr>
        <p:spPr>
          <a:xfrm>
            <a:off x="7989314"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06</a:t>
            </a:r>
            <a:endParaRPr lang="en-US"/>
          </a:p>
        </p:txBody>
      </p:sp>
    </p:spTree>
    <p:extLst>
      <p:ext uri="{BB962C8B-B14F-4D97-AF65-F5344CB8AC3E}">
        <p14:creationId xmlns:p14="http://schemas.microsoft.com/office/powerpoint/2010/main" val="18354633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tyle 3">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22">
            <a:extLst>
              <a:ext uri="{FF2B5EF4-FFF2-40B4-BE49-F238E27FC236}">
                <a16:creationId xmlns:a16="http://schemas.microsoft.com/office/drawing/2014/main" id="{5536B56F-F531-540F-8796-BAE4CC0E7607}"/>
              </a:ext>
            </a:extLst>
          </p:cNvPr>
          <p:cNvSpPr>
            <a:spLocks noGrp="1"/>
          </p:cNvSpPr>
          <p:nvPr>
            <p:ph type="body" sz="quarter" idx="13" hasCustomPrompt="1"/>
          </p:nvPr>
        </p:nvSpPr>
        <p:spPr>
          <a:xfrm>
            <a:off x="2532063" y="13880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8" name="Text Placeholder 24">
            <a:extLst>
              <a:ext uri="{FF2B5EF4-FFF2-40B4-BE49-F238E27FC236}">
                <a16:creationId xmlns:a16="http://schemas.microsoft.com/office/drawing/2014/main" id="{1804F481-5029-6614-64A1-EDA7EF95ECB9}"/>
              </a:ext>
            </a:extLst>
          </p:cNvPr>
          <p:cNvSpPr>
            <a:spLocks noGrp="1"/>
          </p:cNvSpPr>
          <p:nvPr>
            <p:ph type="body" sz="quarter" idx="15"/>
          </p:nvPr>
        </p:nvSpPr>
        <p:spPr>
          <a:xfrm>
            <a:off x="2531580" y="17803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9" name="Text Placeholder 22">
            <a:extLst>
              <a:ext uri="{FF2B5EF4-FFF2-40B4-BE49-F238E27FC236}">
                <a16:creationId xmlns:a16="http://schemas.microsoft.com/office/drawing/2014/main" id="{ABBF112A-5454-FE49-7AAC-CF484D953357}"/>
              </a:ext>
            </a:extLst>
          </p:cNvPr>
          <p:cNvSpPr>
            <a:spLocks noGrp="1"/>
          </p:cNvSpPr>
          <p:nvPr>
            <p:ph type="body" sz="quarter" idx="16" hasCustomPrompt="1"/>
          </p:nvPr>
        </p:nvSpPr>
        <p:spPr>
          <a:xfrm>
            <a:off x="2532081" y="2234192"/>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1" name="Text Placeholder 24">
            <a:extLst>
              <a:ext uri="{FF2B5EF4-FFF2-40B4-BE49-F238E27FC236}">
                <a16:creationId xmlns:a16="http://schemas.microsoft.com/office/drawing/2014/main" id="{1A150C75-E0E2-38DD-416D-91A21E88CB97}"/>
              </a:ext>
            </a:extLst>
          </p:cNvPr>
          <p:cNvSpPr>
            <a:spLocks noGrp="1"/>
          </p:cNvSpPr>
          <p:nvPr>
            <p:ph type="body" sz="quarter" idx="17"/>
          </p:nvPr>
        </p:nvSpPr>
        <p:spPr>
          <a:xfrm>
            <a:off x="2531580" y="2626447"/>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3" name="Text Placeholder 22">
            <a:extLst>
              <a:ext uri="{FF2B5EF4-FFF2-40B4-BE49-F238E27FC236}">
                <a16:creationId xmlns:a16="http://schemas.microsoft.com/office/drawing/2014/main" id="{C80484F3-A715-7D93-FF70-AF8370E1B324}"/>
              </a:ext>
            </a:extLst>
          </p:cNvPr>
          <p:cNvSpPr>
            <a:spLocks noGrp="1"/>
          </p:cNvSpPr>
          <p:nvPr>
            <p:ph type="body" sz="quarter" idx="18" hasCustomPrompt="1"/>
          </p:nvPr>
        </p:nvSpPr>
        <p:spPr>
          <a:xfrm>
            <a:off x="2532081" y="30796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AABCFCEF-6730-EA4C-DBFF-2CFF639B3FD5}"/>
              </a:ext>
            </a:extLst>
          </p:cNvPr>
          <p:cNvSpPr>
            <a:spLocks noGrp="1"/>
          </p:cNvSpPr>
          <p:nvPr>
            <p:ph type="body" sz="quarter" idx="19"/>
          </p:nvPr>
        </p:nvSpPr>
        <p:spPr>
          <a:xfrm>
            <a:off x="2531580" y="34719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12">
            <a:extLst>
              <a:ext uri="{FF2B5EF4-FFF2-40B4-BE49-F238E27FC236}">
                <a16:creationId xmlns:a16="http://schemas.microsoft.com/office/drawing/2014/main" id="{C2E974CF-5325-C835-8D53-30C45BE0FA82}"/>
              </a:ext>
            </a:extLst>
          </p:cNvPr>
          <p:cNvSpPr>
            <a:spLocks noGrp="1"/>
          </p:cNvSpPr>
          <p:nvPr>
            <p:ph type="body" sz="quarter" idx="26" hasCustomPrompt="1"/>
          </p:nvPr>
        </p:nvSpPr>
        <p:spPr>
          <a:xfrm>
            <a:off x="1810026" y="1388067"/>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9" name="Text Placeholder 12">
            <a:extLst>
              <a:ext uri="{FF2B5EF4-FFF2-40B4-BE49-F238E27FC236}">
                <a16:creationId xmlns:a16="http://schemas.microsoft.com/office/drawing/2014/main" id="{8766B7B2-1CEE-476D-CD98-C488FBD7491C}"/>
              </a:ext>
            </a:extLst>
          </p:cNvPr>
          <p:cNvSpPr>
            <a:spLocks noGrp="1"/>
          </p:cNvSpPr>
          <p:nvPr>
            <p:ph type="body" sz="quarter" idx="27" hasCustomPrompt="1"/>
          </p:nvPr>
        </p:nvSpPr>
        <p:spPr>
          <a:xfrm>
            <a:off x="1810026" y="2240692"/>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0" name="Text Placeholder 12">
            <a:extLst>
              <a:ext uri="{FF2B5EF4-FFF2-40B4-BE49-F238E27FC236}">
                <a16:creationId xmlns:a16="http://schemas.microsoft.com/office/drawing/2014/main" id="{D84AEBAE-9F18-73E1-0696-0E9858817C62}"/>
              </a:ext>
            </a:extLst>
          </p:cNvPr>
          <p:cNvSpPr>
            <a:spLocks noGrp="1"/>
          </p:cNvSpPr>
          <p:nvPr>
            <p:ph type="body" sz="quarter" idx="28" hasCustomPrompt="1"/>
          </p:nvPr>
        </p:nvSpPr>
        <p:spPr>
          <a:xfrm>
            <a:off x="1810026" y="3079666"/>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3" name="Text Placeholder 22">
            <a:extLst>
              <a:ext uri="{FF2B5EF4-FFF2-40B4-BE49-F238E27FC236}">
                <a16:creationId xmlns:a16="http://schemas.microsoft.com/office/drawing/2014/main" id="{A7EDDCDD-B4C2-59E6-19B3-6014DE489B6F}"/>
              </a:ext>
            </a:extLst>
          </p:cNvPr>
          <p:cNvSpPr>
            <a:spLocks noGrp="1"/>
          </p:cNvSpPr>
          <p:nvPr>
            <p:ph type="body" sz="quarter" idx="29" hasCustomPrompt="1"/>
          </p:nvPr>
        </p:nvSpPr>
        <p:spPr>
          <a:xfrm>
            <a:off x="2532081" y="3925140"/>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4">
            <a:extLst>
              <a:ext uri="{FF2B5EF4-FFF2-40B4-BE49-F238E27FC236}">
                <a16:creationId xmlns:a16="http://schemas.microsoft.com/office/drawing/2014/main" id="{CD8E8B20-BC80-2B9E-4915-D5339CD1EE55}"/>
              </a:ext>
            </a:extLst>
          </p:cNvPr>
          <p:cNvSpPr>
            <a:spLocks noGrp="1"/>
          </p:cNvSpPr>
          <p:nvPr>
            <p:ph type="body" sz="quarter" idx="30"/>
          </p:nvPr>
        </p:nvSpPr>
        <p:spPr>
          <a:xfrm>
            <a:off x="2531580" y="4317395"/>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5" name="Text Placeholder 12">
            <a:extLst>
              <a:ext uri="{FF2B5EF4-FFF2-40B4-BE49-F238E27FC236}">
                <a16:creationId xmlns:a16="http://schemas.microsoft.com/office/drawing/2014/main" id="{5B5B9C15-3731-CC21-4A7B-A5C374A1A53A}"/>
              </a:ext>
            </a:extLst>
          </p:cNvPr>
          <p:cNvSpPr>
            <a:spLocks noGrp="1"/>
          </p:cNvSpPr>
          <p:nvPr>
            <p:ph type="body" sz="quarter" idx="31" hasCustomPrompt="1"/>
          </p:nvPr>
        </p:nvSpPr>
        <p:spPr>
          <a:xfrm>
            <a:off x="1810026" y="3925140"/>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6" name="Text Placeholder 22">
            <a:extLst>
              <a:ext uri="{FF2B5EF4-FFF2-40B4-BE49-F238E27FC236}">
                <a16:creationId xmlns:a16="http://schemas.microsoft.com/office/drawing/2014/main" id="{13E1AAB4-635D-BF4A-5965-4B31253F314D}"/>
              </a:ext>
            </a:extLst>
          </p:cNvPr>
          <p:cNvSpPr>
            <a:spLocks noGrp="1"/>
          </p:cNvSpPr>
          <p:nvPr>
            <p:ph type="body" sz="quarter" idx="32" hasCustomPrompt="1"/>
          </p:nvPr>
        </p:nvSpPr>
        <p:spPr>
          <a:xfrm>
            <a:off x="2532081" y="4775125"/>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7" name="Text Placeholder 24">
            <a:extLst>
              <a:ext uri="{FF2B5EF4-FFF2-40B4-BE49-F238E27FC236}">
                <a16:creationId xmlns:a16="http://schemas.microsoft.com/office/drawing/2014/main" id="{25A78126-D46D-FF52-6586-D197EBED5447}"/>
              </a:ext>
            </a:extLst>
          </p:cNvPr>
          <p:cNvSpPr>
            <a:spLocks noGrp="1"/>
          </p:cNvSpPr>
          <p:nvPr>
            <p:ph type="body" sz="quarter" idx="33"/>
          </p:nvPr>
        </p:nvSpPr>
        <p:spPr>
          <a:xfrm>
            <a:off x="2531580" y="5167380"/>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8" name="Text Placeholder 12">
            <a:extLst>
              <a:ext uri="{FF2B5EF4-FFF2-40B4-BE49-F238E27FC236}">
                <a16:creationId xmlns:a16="http://schemas.microsoft.com/office/drawing/2014/main" id="{9AE9F7A2-511D-9C1D-CE95-14D3B8788A81}"/>
              </a:ext>
            </a:extLst>
          </p:cNvPr>
          <p:cNvSpPr>
            <a:spLocks noGrp="1"/>
          </p:cNvSpPr>
          <p:nvPr>
            <p:ph type="body" sz="quarter" idx="34" hasCustomPrompt="1"/>
          </p:nvPr>
        </p:nvSpPr>
        <p:spPr>
          <a:xfrm>
            <a:off x="1810026" y="4775125"/>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Tree>
    <p:extLst>
      <p:ext uri="{BB962C8B-B14F-4D97-AF65-F5344CB8AC3E}">
        <p14:creationId xmlns:p14="http://schemas.microsoft.com/office/powerpoint/2010/main" val="27777913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peaker introduc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02487"/>
            <a:ext cx="3483438" cy="317667"/>
          </a:xfrm>
        </p:spPr>
        <p:txBody>
          <a:bodyPr/>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7" name="Text Placeholder 16">
            <a:extLst>
              <a:ext uri="{FF2B5EF4-FFF2-40B4-BE49-F238E27FC236}">
                <a16:creationId xmlns:a16="http://schemas.microsoft.com/office/drawing/2014/main" id="{BFCFD1A9-B1E6-239C-FBAB-267510721D0A}"/>
              </a:ext>
            </a:extLst>
          </p:cNvPr>
          <p:cNvSpPr>
            <a:spLocks noGrp="1"/>
          </p:cNvSpPr>
          <p:nvPr>
            <p:ph type="body" sz="quarter" idx="25"/>
          </p:nvPr>
        </p:nvSpPr>
        <p:spPr>
          <a:xfrm>
            <a:off x="4377261" y="2512088"/>
            <a:ext cx="5282675" cy="2308066"/>
          </a:xfrm>
        </p:spPr>
        <p:txBody>
          <a:bodyPr/>
          <a:lstStyle>
            <a:lvl1pPr marL="0" indent="0" algn="l" defTabSz="914400" rtl="0" eaLnBrk="1" latinLnBrk="0" hangingPunct="1">
              <a:lnSpc>
                <a:spcPct val="120000"/>
              </a:lnSpc>
              <a:spcBef>
                <a:spcPct val="0"/>
              </a:spcBef>
              <a:buNone/>
              <a:defRPr lang="en-GB" sz="1400" kern="1200" dirty="0" smtClean="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10041887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ultiple speakers">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7" name="Picture Placeholder 13">
            <a:extLst>
              <a:ext uri="{FF2B5EF4-FFF2-40B4-BE49-F238E27FC236}">
                <a16:creationId xmlns:a16="http://schemas.microsoft.com/office/drawing/2014/main" id="{2328CA78-E1CB-C82D-3890-7CE118FFA6F5}"/>
              </a:ext>
            </a:extLst>
          </p:cNvPr>
          <p:cNvSpPr>
            <a:spLocks noGrp="1"/>
          </p:cNvSpPr>
          <p:nvPr>
            <p:ph type="pic" sz="quarter" idx="25"/>
          </p:nvPr>
        </p:nvSpPr>
        <p:spPr>
          <a:xfrm>
            <a:off x="5083174"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8" name="Text Placeholder 21">
            <a:extLst>
              <a:ext uri="{FF2B5EF4-FFF2-40B4-BE49-F238E27FC236}">
                <a16:creationId xmlns:a16="http://schemas.microsoft.com/office/drawing/2014/main" id="{86042117-1A75-2036-9EB6-B3BAB40557A9}"/>
              </a:ext>
            </a:extLst>
          </p:cNvPr>
          <p:cNvSpPr>
            <a:spLocks noGrp="1"/>
          </p:cNvSpPr>
          <p:nvPr>
            <p:ph type="body" sz="quarter" idx="26" hasCustomPrompt="1"/>
          </p:nvPr>
        </p:nvSpPr>
        <p:spPr>
          <a:xfrm>
            <a:off x="4361976"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9" name="Text Placeholder 21">
            <a:extLst>
              <a:ext uri="{FF2B5EF4-FFF2-40B4-BE49-F238E27FC236}">
                <a16:creationId xmlns:a16="http://schemas.microsoft.com/office/drawing/2014/main" id="{0CD4D48C-EC00-94E4-69F3-EF51AC02762E}"/>
              </a:ext>
            </a:extLst>
          </p:cNvPr>
          <p:cNvSpPr>
            <a:spLocks noGrp="1"/>
          </p:cNvSpPr>
          <p:nvPr>
            <p:ph type="body" sz="quarter" idx="27" hasCustomPrompt="1"/>
          </p:nvPr>
        </p:nvSpPr>
        <p:spPr>
          <a:xfrm>
            <a:off x="4361973"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0" name="Picture Placeholder 13">
            <a:extLst>
              <a:ext uri="{FF2B5EF4-FFF2-40B4-BE49-F238E27FC236}">
                <a16:creationId xmlns:a16="http://schemas.microsoft.com/office/drawing/2014/main" id="{9A1D6FB7-B1FF-8326-8B31-3AC5954FA260}"/>
              </a:ext>
            </a:extLst>
          </p:cNvPr>
          <p:cNvSpPr>
            <a:spLocks noGrp="1"/>
          </p:cNvSpPr>
          <p:nvPr>
            <p:ph type="pic" sz="quarter" idx="28"/>
          </p:nvPr>
        </p:nvSpPr>
        <p:spPr>
          <a:xfrm>
            <a:off x="8720677"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11" name="Text Placeholder 21">
            <a:extLst>
              <a:ext uri="{FF2B5EF4-FFF2-40B4-BE49-F238E27FC236}">
                <a16:creationId xmlns:a16="http://schemas.microsoft.com/office/drawing/2014/main" id="{9ED438C1-B0A6-419C-0AC3-151D81BAE851}"/>
              </a:ext>
            </a:extLst>
          </p:cNvPr>
          <p:cNvSpPr>
            <a:spLocks noGrp="1"/>
          </p:cNvSpPr>
          <p:nvPr>
            <p:ph type="body" sz="quarter" idx="29" hasCustomPrompt="1"/>
          </p:nvPr>
        </p:nvSpPr>
        <p:spPr>
          <a:xfrm>
            <a:off x="7999479"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12" name="Text Placeholder 21">
            <a:extLst>
              <a:ext uri="{FF2B5EF4-FFF2-40B4-BE49-F238E27FC236}">
                <a16:creationId xmlns:a16="http://schemas.microsoft.com/office/drawing/2014/main" id="{A6B83889-1ECE-CF73-A5C2-C8DE7E9CA0B8}"/>
              </a:ext>
            </a:extLst>
          </p:cNvPr>
          <p:cNvSpPr>
            <a:spLocks noGrp="1"/>
          </p:cNvSpPr>
          <p:nvPr>
            <p:ph type="body" sz="quarter" idx="30" hasCustomPrompt="1"/>
          </p:nvPr>
        </p:nvSpPr>
        <p:spPr>
          <a:xfrm>
            <a:off x="7999476"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Tree>
    <p:extLst>
      <p:ext uri="{BB962C8B-B14F-4D97-AF65-F5344CB8AC3E}">
        <p14:creationId xmlns:p14="http://schemas.microsoft.com/office/powerpoint/2010/main" val="233401286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marL="0" indent="0">
              <a:lnSpc>
                <a:spcPct val="120000"/>
              </a:lnSpc>
              <a:spcBef>
                <a:spcPts val="500"/>
              </a:spcBef>
              <a:spcAft>
                <a:spcPts val="500"/>
              </a:spcAft>
              <a:buFontTx/>
              <a:buNone/>
              <a:defRPr/>
            </a:lvl1pPr>
            <a:lvl2pPr marL="0" indent="0">
              <a:lnSpc>
                <a:spcPct val="120000"/>
              </a:lnSpc>
              <a:spcBef>
                <a:spcPts val="500"/>
              </a:spcBef>
              <a:spcAft>
                <a:spcPts val="500"/>
              </a:spcAft>
              <a:buFontTx/>
              <a:buNone/>
              <a:defRPr/>
            </a:lvl2pPr>
            <a:lvl3pPr marL="0" indent="0">
              <a:lnSpc>
                <a:spcPct val="120000"/>
              </a:lnSpc>
              <a:spcBef>
                <a:spcPts val="500"/>
              </a:spcBef>
              <a:spcAft>
                <a:spcPts val="500"/>
              </a:spcAft>
              <a:buFontTx/>
              <a:buNone/>
              <a:defRPr/>
            </a:lvl3pPr>
            <a:lvl4pPr marL="0" indent="0">
              <a:lnSpc>
                <a:spcPct val="120000"/>
              </a:lnSpc>
              <a:spcBef>
                <a:spcPts val="500"/>
              </a:spcBef>
              <a:spcAft>
                <a:spcPts val="500"/>
              </a:spcAft>
              <a:buFontTx/>
              <a:buNone/>
              <a:defRPr/>
            </a:lvl4pPr>
            <a:lvl5pPr marL="0" indent="0">
              <a:lnSpc>
                <a:spcPct val="120000"/>
              </a:lnSpc>
              <a:spcBef>
                <a:spcPts val="500"/>
              </a:spcBef>
              <a:spcAft>
                <a:spcPts val="500"/>
              </a:spcAft>
              <a:buFontTx/>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19961600"/>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9759008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348731633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100"/>
            </a:lvl4pPr>
            <a:lvl5pPr>
              <a:defRPr sz="1050"/>
            </a:lvl5pPr>
          </a:lstStyle>
          <a:p>
            <a:pPr lvl="0"/>
            <a:r>
              <a:rPr lang="en-US"/>
              <a:t>Click to edit Master text styles</a:t>
            </a:r>
          </a:p>
          <a:p>
            <a:pPr lvl="1"/>
            <a:r>
              <a:rPr lang="en-US"/>
              <a:t>Second level</a:t>
            </a:r>
          </a:p>
          <a:p>
            <a:pPr lvl="2"/>
            <a:r>
              <a:rPr lang="en-US"/>
              <a:t>Third level</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98269493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en-US"/>
              <a:t>Click to edit Master title style</a:t>
            </a:r>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1" name="Text Placeholder 23">
            <a:extLst>
              <a:ext uri="{FF2B5EF4-FFF2-40B4-BE49-F238E27FC236}">
                <a16:creationId xmlns:a16="http://schemas.microsoft.com/office/drawing/2014/main" id="{7CC51DE0-F066-5324-2C99-81558D301C0E}"/>
              </a:ext>
            </a:extLst>
          </p:cNvPr>
          <p:cNvSpPr>
            <a:spLocks noGrp="1"/>
          </p:cNvSpPr>
          <p:nvPr>
            <p:ph type="body" sz="quarter" idx="14" hasCustomPrompt="1"/>
          </p:nvPr>
        </p:nvSpPr>
        <p:spPr>
          <a:xfrm>
            <a:off x="704376"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3" name="Text Placeholder 23">
            <a:extLst>
              <a:ext uri="{FF2B5EF4-FFF2-40B4-BE49-F238E27FC236}">
                <a16:creationId xmlns:a16="http://schemas.microsoft.com/office/drawing/2014/main" id="{179E0B83-D473-F57B-563A-6CFD62DBEE1C}"/>
              </a:ext>
            </a:extLst>
          </p:cNvPr>
          <p:cNvSpPr>
            <a:spLocks noGrp="1"/>
          </p:cNvSpPr>
          <p:nvPr>
            <p:ph type="body" sz="quarter" idx="20" hasCustomPrompt="1"/>
          </p:nvPr>
        </p:nvSpPr>
        <p:spPr>
          <a:xfrm>
            <a:off x="6170400"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5" name="Text Placeholder 23">
            <a:extLst>
              <a:ext uri="{FF2B5EF4-FFF2-40B4-BE49-F238E27FC236}">
                <a16:creationId xmlns:a16="http://schemas.microsoft.com/office/drawing/2014/main" id="{0874603D-7E3E-8180-F8FD-8504D8000B80}"/>
              </a:ext>
            </a:extLst>
          </p:cNvPr>
          <p:cNvSpPr>
            <a:spLocks noGrp="1"/>
          </p:cNvSpPr>
          <p:nvPr>
            <p:ph type="body" sz="quarter" idx="22" hasCustomPrompt="1"/>
          </p:nvPr>
        </p:nvSpPr>
        <p:spPr>
          <a:xfrm>
            <a:off x="704376"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7" name="Text Placeholder 23">
            <a:extLst>
              <a:ext uri="{FF2B5EF4-FFF2-40B4-BE49-F238E27FC236}">
                <a16:creationId xmlns:a16="http://schemas.microsoft.com/office/drawing/2014/main" id="{B512BF3A-A754-CFE5-9D8E-6A4A96ADD598}"/>
              </a:ext>
            </a:extLst>
          </p:cNvPr>
          <p:cNvSpPr>
            <a:spLocks noGrp="1"/>
          </p:cNvSpPr>
          <p:nvPr>
            <p:ph type="body" sz="quarter" idx="24" hasCustomPrompt="1"/>
          </p:nvPr>
        </p:nvSpPr>
        <p:spPr>
          <a:xfrm>
            <a:off x="6169004"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Tree>
    <p:extLst>
      <p:ext uri="{BB962C8B-B14F-4D97-AF65-F5344CB8AC3E}">
        <p14:creationId xmlns:p14="http://schemas.microsoft.com/office/powerpoint/2010/main" val="208629350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136087"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chemeClr val="bg1"/>
              </a:buClr>
              <a:buNone/>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943082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137200"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marL="0" indent="0">
              <a:lnSpc>
                <a:spcPct val="120000"/>
              </a:lnSpc>
              <a:spcBef>
                <a:spcPts val="500"/>
              </a:spcBef>
              <a:spcAft>
                <a:spcPts val="500"/>
              </a:spcAft>
              <a:buNone/>
              <a:defRPr>
                <a:solidFill>
                  <a:schemeClr val="tx1">
                    <a:lumMod val="75000"/>
                    <a:lumOff val="25000"/>
                  </a:schemeClr>
                </a:solidFill>
              </a:defRPr>
            </a:lvl1pPr>
            <a:lvl2pPr marL="0" indent="0">
              <a:lnSpc>
                <a:spcPct val="120000"/>
              </a:lnSpc>
              <a:spcBef>
                <a:spcPts val="500"/>
              </a:spcBef>
              <a:spcAft>
                <a:spcPts val="500"/>
              </a:spcAft>
              <a:buNone/>
              <a:defRPr>
                <a:solidFill>
                  <a:schemeClr val="tx1">
                    <a:lumMod val="75000"/>
                    <a:lumOff val="25000"/>
                  </a:schemeClr>
                </a:solidFill>
              </a:defRPr>
            </a:lvl2pPr>
            <a:lvl3pPr marL="0" indent="0">
              <a:lnSpc>
                <a:spcPct val="120000"/>
              </a:lnSpc>
              <a:spcBef>
                <a:spcPts val="500"/>
              </a:spcBef>
              <a:spcAft>
                <a:spcPts val="500"/>
              </a:spcAft>
              <a:buNone/>
              <a:defRPr>
                <a:solidFill>
                  <a:schemeClr val="tx1">
                    <a:lumMod val="75000"/>
                    <a:lumOff val="25000"/>
                  </a:schemeClr>
                </a:solidFill>
              </a:defRPr>
            </a:lvl3pPr>
            <a:lvl4pPr marL="0" indent="0">
              <a:lnSpc>
                <a:spcPct val="120000"/>
              </a:lnSpc>
              <a:spcBef>
                <a:spcPts val="500"/>
              </a:spcBef>
              <a:spcAft>
                <a:spcPts val="500"/>
              </a:spcAft>
              <a:buNone/>
              <a:defRPr>
                <a:solidFill>
                  <a:schemeClr val="tx1">
                    <a:lumMod val="75000"/>
                    <a:lumOff val="25000"/>
                  </a:schemeClr>
                </a:solidFill>
              </a:defRPr>
            </a:lvl4pPr>
            <a:lvl5pPr marL="0" indent="0">
              <a:lnSpc>
                <a:spcPct val="120000"/>
              </a:lnSpc>
              <a:spcBef>
                <a:spcPts val="500"/>
              </a:spcBef>
              <a:spcAft>
                <a:spcPts val="500"/>
              </a:spcAft>
              <a:buNone/>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117159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rgbClr val="FFFFFF"/>
              </a:buClr>
              <a:buNone/>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35709758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marL="0" indent="0">
              <a:spcBef>
                <a:spcPts val="500"/>
              </a:spcBef>
              <a:spcAft>
                <a:spcPts val="500"/>
              </a:spcAft>
              <a:buNone/>
              <a:defRPr>
                <a:solidFill>
                  <a:schemeClr val="tx1">
                    <a:lumMod val="75000"/>
                    <a:lumOff val="25000"/>
                  </a:schemeClr>
                </a:solidFill>
              </a:defRPr>
            </a:lvl1pPr>
            <a:lvl2pPr marL="0" indent="0">
              <a:spcBef>
                <a:spcPts val="500"/>
              </a:spcBef>
              <a:spcAft>
                <a:spcPts val="500"/>
              </a:spcAft>
              <a:buNone/>
              <a:defRPr>
                <a:solidFill>
                  <a:schemeClr val="tx1">
                    <a:lumMod val="75000"/>
                    <a:lumOff val="25000"/>
                  </a:schemeClr>
                </a:solidFill>
              </a:defRPr>
            </a:lvl2pPr>
            <a:lvl3pPr marL="0" indent="0">
              <a:spcBef>
                <a:spcPts val="500"/>
              </a:spcBef>
              <a:spcAft>
                <a:spcPts val="500"/>
              </a:spcAft>
              <a:buNone/>
              <a:defRPr>
                <a:solidFill>
                  <a:schemeClr val="tx1">
                    <a:lumMod val="75000"/>
                    <a:lumOff val="25000"/>
                  </a:schemeClr>
                </a:solidFill>
              </a:defRPr>
            </a:lvl3pPr>
            <a:lvl4pPr marL="0" indent="0">
              <a:spcBef>
                <a:spcPts val="500"/>
              </a:spcBef>
              <a:spcAft>
                <a:spcPts val="500"/>
              </a:spcAft>
              <a:buNone/>
              <a:defRPr>
                <a:solidFill>
                  <a:schemeClr val="tx1">
                    <a:lumMod val="75000"/>
                    <a:lumOff val="25000"/>
                  </a:schemeClr>
                </a:solidFill>
              </a:defRPr>
            </a:lvl4pPr>
            <a:lvl5pPr marL="0" indent="0">
              <a:spcBef>
                <a:spcPts val="500"/>
              </a:spcBef>
              <a:spcAft>
                <a:spcPts val="500"/>
              </a:spcAft>
              <a:buNone/>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217641439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55301573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06459744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mage and list">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0" y="1597689"/>
            <a:ext cx="5314446" cy="4069582"/>
          </a:xfrm>
          <a:solidFill>
            <a:srgbClr val="F0F0F5"/>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5600" cy="518685"/>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userDrawn="1">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202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428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42609939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mage and list 2">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996794" y="1593767"/>
            <a:ext cx="4114800" cy="4107087"/>
          </a:xfrm>
          <a:prstGeom prst="roundRect">
            <a:avLst>
              <a:gd name="adj" fmla="val 7615"/>
            </a:avLst>
          </a:prstGeom>
          <a:solidFill>
            <a:srgbClr val="F0F0F5"/>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518685"/>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userDrawn="1">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7480"/>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9735"/>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7" name="Rectangle 6">
            <a:extLst>
              <a:ext uri="{FF2B5EF4-FFF2-40B4-BE49-F238E27FC236}">
                <a16:creationId xmlns:a16="http://schemas.microsoft.com/office/drawing/2014/main" id="{052EE144-5BB5-C5BE-3211-4ACE9671E42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2862924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image backgroun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B566984-B347-149E-5EF6-AAEE91A2E0DA}"/>
              </a:ext>
            </a:extLst>
          </p:cNvPr>
          <p:cNvSpPr/>
          <p:nvPr userDrawn="1"/>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sp>
        <p:nvSpPr>
          <p:cNvPr id="8" name="Slide Number Placeholder 1">
            <a:extLst>
              <a:ext uri="{FF2B5EF4-FFF2-40B4-BE49-F238E27FC236}">
                <a16:creationId xmlns:a16="http://schemas.microsoft.com/office/drawing/2014/main" id="{819C1E24-F3BE-1545-B466-259D2F466505}"/>
              </a:ext>
            </a:extLst>
          </p:cNvPr>
          <p:cNvSpPr txBox="1">
            <a:spLocks/>
          </p:cNvSpPr>
          <p:nvPr userDrawn="1"/>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
        <p:nvSpPr>
          <p:cNvPr id="26" name="Title 1">
            <a:extLst>
              <a:ext uri="{FF2B5EF4-FFF2-40B4-BE49-F238E27FC236}">
                <a16:creationId xmlns:a16="http://schemas.microsoft.com/office/drawing/2014/main" id="{A462540C-F753-3056-E12C-65BA9F963C69}"/>
              </a:ext>
            </a:extLst>
          </p:cNvPr>
          <p:cNvSpPr>
            <a:spLocks noGrp="1"/>
          </p:cNvSpPr>
          <p:nvPr>
            <p:ph type="title"/>
          </p:nvPr>
        </p:nvSpPr>
        <p:spPr>
          <a:xfrm>
            <a:off x="1077412" y="428399"/>
            <a:ext cx="5090026" cy="738000"/>
          </a:xfrm>
        </p:spPr>
        <p:txBody>
          <a:bodyPr anchor="t" anchorCtr="0"/>
          <a:lstStyle/>
          <a:p>
            <a:r>
              <a:rPr lang="en-US"/>
              <a:t>Click to edit Master title style</a:t>
            </a:r>
          </a:p>
        </p:txBody>
      </p:sp>
      <p:sp>
        <p:nvSpPr>
          <p:cNvPr id="27" name="Text Placeholder 22">
            <a:extLst>
              <a:ext uri="{FF2B5EF4-FFF2-40B4-BE49-F238E27FC236}">
                <a16:creationId xmlns:a16="http://schemas.microsoft.com/office/drawing/2014/main" id="{AB79E9F5-9B26-D766-6D16-3F285766002C}"/>
              </a:ext>
            </a:extLst>
          </p:cNvPr>
          <p:cNvSpPr>
            <a:spLocks noGrp="1"/>
          </p:cNvSpPr>
          <p:nvPr>
            <p:ph type="body" sz="quarter" idx="14" hasCustomPrompt="1"/>
          </p:nvPr>
        </p:nvSpPr>
        <p:spPr>
          <a:xfrm>
            <a:off x="1077971" y="1944056"/>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8" name="Text Placeholder 24">
            <a:extLst>
              <a:ext uri="{FF2B5EF4-FFF2-40B4-BE49-F238E27FC236}">
                <a16:creationId xmlns:a16="http://schemas.microsoft.com/office/drawing/2014/main" id="{0EEF6B20-7D2D-8BE4-DEB0-1CB4EAA1F78E}"/>
              </a:ext>
            </a:extLst>
          </p:cNvPr>
          <p:cNvSpPr>
            <a:spLocks noGrp="1"/>
          </p:cNvSpPr>
          <p:nvPr>
            <p:ph type="body" sz="quarter" idx="15"/>
          </p:nvPr>
        </p:nvSpPr>
        <p:spPr>
          <a:xfrm>
            <a:off x="1077412" y="2336311"/>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9" name="Text Placeholder 22">
            <a:extLst>
              <a:ext uri="{FF2B5EF4-FFF2-40B4-BE49-F238E27FC236}">
                <a16:creationId xmlns:a16="http://schemas.microsoft.com/office/drawing/2014/main" id="{E2D47398-A81A-2F66-E483-91B10294E3CD}"/>
              </a:ext>
            </a:extLst>
          </p:cNvPr>
          <p:cNvSpPr>
            <a:spLocks noGrp="1"/>
          </p:cNvSpPr>
          <p:nvPr>
            <p:ph type="body" sz="quarter" idx="16" hasCustomPrompt="1"/>
          </p:nvPr>
        </p:nvSpPr>
        <p:spPr>
          <a:xfrm>
            <a:off x="1077971" y="3290538"/>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0" name="Text Placeholder 24">
            <a:extLst>
              <a:ext uri="{FF2B5EF4-FFF2-40B4-BE49-F238E27FC236}">
                <a16:creationId xmlns:a16="http://schemas.microsoft.com/office/drawing/2014/main" id="{EDA391CD-BF5E-4808-FA75-365989C2200E}"/>
              </a:ext>
            </a:extLst>
          </p:cNvPr>
          <p:cNvSpPr>
            <a:spLocks noGrp="1"/>
          </p:cNvSpPr>
          <p:nvPr>
            <p:ph type="body" sz="quarter" idx="17"/>
          </p:nvPr>
        </p:nvSpPr>
        <p:spPr>
          <a:xfrm>
            <a:off x="1077412" y="3682793"/>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1" name="Text Placeholder 22">
            <a:extLst>
              <a:ext uri="{FF2B5EF4-FFF2-40B4-BE49-F238E27FC236}">
                <a16:creationId xmlns:a16="http://schemas.microsoft.com/office/drawing/2014/main" id="{8B28A51F-7A4D-0432-A413-F17616ABC40C}"/>
              </a:ext>
            </a:extLst>
          </p:cNvPr>
          <p:cNvSpPr>
            <a:spLocks noGrp="1"/>
          </p:cNvSpPr>
          <p:nvPr>
            <p:ph type="body" sz="quarter" idx="18" hasCustomPrompt="1"/>
          </p:nvPr>
        </p:nvSpPr>
        <p:spPr>
          <a:xfrm>
            <a:off x="1077971" y="4637020"/>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4">
            <a:extLst>
              <a:ext uri="{FF2B5EF4-FFF2-40B4-BE49-F238E27FC236}">
                <a16:creationId xmlns:a16="http://schemas.microsoft.com/office/drawing/2014/main" id="{40B90ED3-2AF3-6557-DEDB-F226C1F67491}"/>
              </a:ext>
            </a:extLst>
          </p:cNvPr>
          <p:cNvSpPr>
            <a:spLocks noGrp="1"/>
          </p:cNvSpPr>
          <p:nvPr>
            <p:ph type="body" sz="quarter" idx="19"/>
          </p:nvPr>
        </p:nvSpPr>
        <p:spPr>
          <a:xfrm>
            <a:off x="1077412" y="5029275"/>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4" name="Freeform 33">
            <a:extLst>
              <a:ext uri="{FF2B5EF4-FFF2-40B4-BE49-F238E27FC236}">
                <a16:creationId xmlns:a16="http://schemas.microsoft.com/office/drawing/2014/main" id="{71B9B645-A9EB-1AA3-6ACA-3315C5441FE5}"/>
              </a:ext>
            </a:extLst>
          </p:cNvPr>
          <p:cNvSpPr>
            <a:spLocks noGrp="1"/>
          </p:cNvSpPr>
          <p:nvPr>
            <p:ph type="pic" sz="quarter" idx="13"/>
          </p:nvPr>
        </p:nvSpPr>
        <p:spPr>
          <a:xfrm>
            <a:off x="0" y="0"/>
            <a:ext cx="12191999" cy="6858000"/>
          </a:xfrm>
          <a:custGeom>
            <a:avLst/>
            <a:gdLst>
              <a:gd name="connsiteX0" fmla="*/ 6399839 w 12191999"/>
              <a:gd name="connsiteY0" fmla="*/ 0 h 6858000"/>
              <a:gd name="connsiteX1" fmla="*/ 12191999 w 12191999"/>
              <a:gd name="connsiteY1" fmla="*/ 0 h 6858000"/>
              <a:gd name="connsiteX2" fmla="*/ 12191999 w 12191999"/>
              <a:gd name="connsiteY2" fmla="*/ 6858000 h 6858000"/>
              <a:gd name="connsiteX3" fmla="*/ 6399839 w 12191999"/>
              <a:gd name="connsiteY3" fmla="*/ 6858000 h 6858000"/>
              <a:gd name="connsiteX4" fmla="*/ 0 w 12191999"/>
              <a:gd name="connsiteY4" fmla="*/ 0 h 6858000"/>
              <a:gd name="connsiteX5" fmla="*/ 488877 w 12191999"/>
              <a:gd name="connsiteY5" fmla="*/ 0 h 6858000"/>
              <a:gd name="connsiteX6" fmla="*/ 488877 w 12191999"/>
              <a:gd name="connsiteY6" fmla="*/ 6858000 h 6858000"/>
              <a:gd name="connsiteX7" fmla="*/ 0 w 1219199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6858000">
                <a:moveTo>
                  <a:pt x="6399839" y="0"/>
                </a:moveTo>
                <a:lnTo>
                  <a:pt x="12191999" y="0"/>
                </a:lnTo>
                <a:lnTo>
                  <a:pt x="12191999" y="6858000"/>
                </a:lnTo>
                <a:lnTo>
                  <a:pt x="6399839" y="6858000"/>
                </a:lnTo>
                <a:close/>
                <a:moveTo>
                  <a:pt x="0" y="0"/>
                </a:moveTo>
                <a:lnTo>
                  <a:pt x="488877" y="0"/>
                </a:lnTo>
                <a:lnTo>
                  <a:pt x="488877" y="6858000"/>
                </a:lnTo>
                <a:lnTo>
                  <a:pt x="0" y="6858000"/>
                </a:lnTo>
                <a:close/>
              </a:path>
            </a:pathLst>
          </a:custGeom>
          <a:solidFill>
            <a:srgbClr val="F0F0F5"/>
          </a:solidFill>
        </p:spPr>
        <p:txBody>
          <a:bodyPr wrap="square" anchor="ctr">
            <a:noAutofit/>
          </a:bodyPr>
          <a:lstStyle>
            <a:lvl1pPr marL="90000" indent="0" algn="r">
              <a:buNone/>
              <a:defRPr/>
            </a:lvl1pPr>
          </a:lstStyle>
          <a:p>
            <a:r>
              <a:rPr lang="en-US"/>
              <a:t>Click icon to add picture</a:t>
            </a:r>
          </a:p>
        </p:txBody>
      </p:sp>
    </p:spTree>
    <p:extLst>
      <p:ext uri="{BB962C8B-B14F-4D97-AF65-F5344CB8AC3E}">
        <p14:creationId xmlns:p14="http://schemas.microsoft.com/office/powerpoint/2010/main" val="31037604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ulleted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10075984"/>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ulleted 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83801744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Bulleted 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260835499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Bulleted 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a:defRPr sz="1600"/>
            </a:lvl1pPr>
            <a:lvl2pPr>
              <a:defRPr sz="1400"/>
            </a:lvl2pPr>
            <a:lvl3pPr>
              <a:defRPr sz="1200"/>
            </a:lvl3pPr>
            <a:lvl4pPr>
              <a:defRPr sz="1100"/>
            </a:lvl4pPr>
            <a:lvl5pPr>
              <a:defRPr sz="1050"/>
            </a:lvl5pPr>
          </a:lstStyle>
          <a:p>
            <a:pPr lvl="0"/>
            <a:r>
              <a:rPr lang="en-US"/>
              <a:t>Click to edit Master text styles</a:t>
            </a:r>
          </a:p>
          <a:p>
            <a:pPr lvl="1"/>
            <a:r>
              <a:rPr lang="en-US"/>
              <a:t>Second level</a:t>
            </a:r>
          </a:p>
          <a:p>
            <a:pPr lvl="2"/>
            <a:r>
              <a:rPr lang="en-US"/>
              <a:t>Third level</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4842145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Bulleted 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en-US"/>
              <a:t>Click to edit Master title style</a:t>
            </a:r>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9F173DC7-07F3-ABA3-D297-B2C121C32F70}"/>
              </a:ext>
            </a:extLst>
          </p:cNvPr>
          <p:cNvSpPr>
            <a:spLocks noGrp="1"/>
          </p:cNvSpPr>
          <p:nvPr>
            <p:ph type="body" sz="quarter" idx="25"/>
          </p:nvPr>
        </p:nvSpPr>
        <p:spPr>
          <a:xfrm>
            <a:off x="704850"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Text Placeholder 9">
            <a:extLst>
              <a:ext uri="{FF2B5EF4-FFF2-40B4-BE49-F238E27FC236}">
                <a16:creationId xmlns:a16="http://schemas.microsoft.com/office/drawing/2014/main" id="{6135DC4F-2FA0-7E50-CF62-9AFB6B3E217D}"/>
              </a:ext>
            </a:extLst>
          </p:cNvPr>
          <p:cNvSpPr>
            <a:spLocks noGrp="1"/>
          </p:cNvSpPr>
          <p:nvPr>
            <p:ph type="body" sz="quarter" idx="26"/>
          </p:nvPr>
        </p:nvSpPr>
        <p:spPr>
          <a:xfrm>
            <a:off x="6169025"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2" name="Text Placeholder 11">
            <a:extLst>
              <a:ext uri="{FF2B5EF4-FFF2-40B4-BE49-F238E27FC236}">
                <a16:creationId xmlns:a16="http://schemas.microsoft.com/office/drawing/2014/main" id="{93E6E024-9AF9-8E7F-A55A-8D12D291FDEB}"/>
              </a:ext>
            </a:extLst>
          </p:cNvPr>
          <p:cNvSpPr>
            <a:spLocks noGrp="1"/>
          </p:cNvSpPr>
          <p:nvPr>
            <p:ph type="body" sz="quarter" idx="27"/>
          </p:nvPr>
        </p:nvSpPr>
        <p:spPr>
          <a:xfrm>
            <a:off x="705600" y="4381200"/>
            <a:ext cx="5122800"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4" name="Text Placeholder 13">
            <a:extLst>
              <a:ext uri="{FF2B5EF4-FFF2-40B4-BE49-F238E27FC236}">
                <a16:creationId xmlns:a16="http://schemas.microsoft.com/office/drawing/2014/main" id="{F4D3BF96-B778-BA87-9A0E-995A78533748}"/>
              </a:ext>
            </a:extLst>
          </p:cNvPr>
          <p:cNvSpPr>
            <a:spLocks noGrp="1"/>
          </p:cNvSpPr>
          <p:nvPr>
            <p:ph type="body" sz="quarter" idx="28"/>
          </p:nvPr>
        </p:nvSpPr>
        <p:spPr>
          <a:xfrm>
            <a:off x="6169025" y="4381500"/>
            <a:ext cx="5122800" cy="1717200"/>
          </a:xfrm>
        </p:spPr>
        <p:txBody>
          <a:bodyPr rIns="10800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88598414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ulleted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chemeClr val="bg1"/>
              </a:buClr>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8081366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ulleted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314446"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a:lnSpc>
                <a:spcPct val="120000"/>
              </a:lnSpc>
              <a:defRPr>
                <a:solidFill>
                  <a:schemeClr val="tx1">
                    <a:lumMod val="75000"/>
                    <a:lumOff val="25000"/>
                  </a:schemeClr>
                </a:solidFill>
              </a:defRPr>
            </a:lvl1pPr>
            <a:lvl2pPr>
              <a:lnSpc>
                <a:spcPct val="120000"/>
              </a:lnSpc>
              <a:defRPr>
                <a:solidFill>
                  <a:schemeClr val="tx1">
                    <a:lumMod val="75000"/>
                    <a:lumOff val="25000"/>
                  </a:schemeClr>
                </a:solidFill>
              </a:defRPr>
            </a:lvl2pPr>
            <a:lvl3pPr>
              <a:lnSpc>
                <a:spcPct val="120000"/>
              </a:lnSpc>
              <a:defRPr>
                <a:solidFill>
                  <a:schemeClr val="tx1">
                    <a:lumMod val="75000"/>
                    <a:lumOff val="25000"/>
                  </a:schemeClr>
                </a:solidFill>
              </a:defRPr>
            </a:lvl3pPr>
            <a:lvl4pPr>
              <a:lnSpc>
                <a:spcPct val="120000"/>
              </a:lnSpc>
              <a:defRPr>
                <a:solidFill>
                  <a:schemeClr val="tx1">
                    <a:lumMod val="75000"/>
                    <a:lumOff val="25000"/>
                  </a:schemeClr>
                </a:solidFill>
              </a:defRPr>
            </a:lvl4pPr>
            <a:lvl5pPr>
              <a:lnSpc>
                <a:spcPct val="120000"/>
              </a:lnSpc>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0046979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ulleted 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rgbClr val="FFFFFF"/>
              </a:buClr>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86591620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Bulleted 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406261139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Bulleted 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10825844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Bulleted 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64870742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Insert Tabl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able Placeholder 8">
            <a:extLst>
              <a:ext uri="{FF2B5EF4-FFF2-40B4-BE49-F238E27FC236}">
                <a16:creationId xmlns:a16="http://schemas.microsoft.com/office/drawing/2014/main" id="{654B5D95-4F83-359C-8FCD-E14BC4AC9C28}"/>
              </a:ext>
            </a:extLst>
          </p:cNvPr>
          <p:cNvSpPr>
            <a:spLocks noGrp="1"/>
          </p:cNvSpPr>
          <p:nvPr>
            <p:ph type="tbl" sz="quarter" idx="13"/>
          </p:nvPr>
        </p:nvSpPr>
        <p:spPr>
          <a:xfrm>
            <a:off x="704377" y="1412878"/>
            <a:ext cx="9125120" cy="4724400"/>
          </a:xfrm>
        </p:spPr>
        <p:txBody>
          <a:bodyPr/>
          <a:lstStyle>
            <a:lvl1pPr marL="90000" indent="0">
              <a:buNone/>
              <a:defRPr/>
            </a:lvl1pPr>
          </a:lstStyle>
          <a:p>
            <a:r>
              <a:rPr lang="en-US"/>
              <a:t>Click icon to add table</a:t>
            </a:r>
            <a:endParaRPr lang="en-GB"/>
          </a:p>
        </p:txBody>
      </p:sp>
    </p:spTree>
    <p:extLst>
      <p:ext uri="{BB962C8B-B14F-4D97-AF65-F5344CB8AC3E}">
        <p14:creationId xmlns:p14="http://schemas.microsoft.com/office/powerpoint/2010/main" val="210081978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only whit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spTree>
    <p:extLst>
      <p:ext uri="{BB962C8B-B14F-4D97-AF65-F5344CB8AC3E}">
        <p14:creationId xmlns:p14="http://schemas.microsoft.com/office/powerpoint/2010/main" val="132526424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only grey">
    <p:bg>
      <p:bgPr>
        <a:solidFill>
          <a:srgbClr val="F0F0F5"/>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spTree>
    <p:extLst>
      <p:ext uri="{BB962C8B-B14F-4D97-AF65-F5344CB8AC3E}">
        <p14:creationId xmlns:p14="http://schemas.microsoft.com/office/powerpoint/2010/main" val="312484441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only charcoal">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bg1"/>
                </a:solidFill>
              </a:defRPr>
            </a:lvl1pPr>
          </a:lstStyle>
          <a:p>
            <a:r>
              <a:rPr lang="en-US"/>
              <a:t>Click to edit Master title style</a:t>
            </a:r>
          </a:p>
        </p:txBody>
      </p:sp>
    </p:spTree>
    <p:extLst>
      <p:ext uri="{BB962C8B-B14F-4D97-AF65-F5344CB8AC3E}">
        <p14:creationId xmlns:p14="http://schemas.microsoft.com/office/powerpoint/2010/main" val="96386601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slide 1">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tx1"/>
                </a:solidFill>
                <a:latin typeface="Montserrat" pitchFamily="2" charset="77"/>
                <a:ea typeface="+mj-ea"/>
                <a:cs typeface="+mj-cs"/>
              </a:defRPr>
            </a:lvl1pPr>
          </a:lstStyle>
          <a:p>
            <a:pPr lvl="0"/>
            <a:r>
              <a:rPr lang="en-US"/>
              <a:t>Click to edit Master text styles</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en-US"/>
              <a:t>Click to edit Master text styles</a:t>
            </a:r>
          </a:p>
        </p:txBody>
      </p:sp>
    </p:spTree>
    <p:extLst>
      <p:ext uri="{BB962C8B-B14F-4D97-AF65-F5344CB8AC3E}">
        <p14:creationId xmlns:p14="http://schemas.microsoft.com/office/powerpoint/2010/main" val="371975243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 slide 2">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bg1"/>
                </a:solidFill>
                <a:latin typeface="Montserrat" pitchFamily="2" charset="77"/>
                <a:ea typeface="+mj-ea"/>
                <a:cs typeface="+mj-cs"/>
              </a:defRPr>
            </a:lvl1pPr>
          </a:lstStyle>
          <a:p>
            <a:pPr lvl="0"/>
            <a:r>
              <a:rPr lang="en-US"/>
              <a:t>Click to edit Master text styles</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en-US"/>
              <a:t>Click to edit Master text styles</a:t>
            </a:r>
          </a:p>
        </p:txBody>
      </p:sp>
    </p:spTree>
    <p:extLst>
      <p:ext uri="{BB962C8B-B14F-4D97-AF65-F5344CB8AC3E}">
        <p14:creationId xmlns:p14="http://schemas.microsoft.com/office/powerpoint/2010/main" val="262181725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melin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cxnSp>
        <p:nvCxnSpPr>
          <p:cNvPr id="29" name="Straight Arrow Connector 28">
            <a:extLst>
              <a:ext uri="{FF2B5EF4-FFF2-40B4-BE49-F238E27FC236}">
                <a16:creationId xmlns:a16="http://schemas.microsoft.com/office/drawing/2014/main" id="{5B2EDB9E-36C5-331F-FE4B-FA11863C0368}"/>
              </a:ext>
            </a:extLst>
          </p:cNvPr>
          <p:cNvCxnSpPr>
            <a:cxnSpLocks/>
          </p:cNvCxnSpPr>
          <p:nvPr userDrawn="1"/>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0" name="Text Placeholder 22">
            <a:extLst>
              <a:ext uri="{FF2B5EF4-FFF2-40B4-BE49-F238E27FC236}">
                <a16:creationId xmlns:a16="http://schemas.microsoft.com/office/drawing/2014/main" id="{84A06105-1918-4D48-4012-403DC48E85B9}"/>
              </a:ext>
            </a:extLst>
          </p:cNvPr>
          <p:cNvSpPr>
            <a:spLocks noGrp="1"/>
          </p:cNvSpPr>
          <p:nvPr userDrawn="1">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2">
            <a:extLst>
              <a:ext uri="{FF2B5EF4-FFF2-40B4-BE49-F238E27FC236}">
                <a16:creationId xmlns:a16="http://schemas.microsoft.com/office/drawing/2014/main" id="{07D37555-56E0-B06A-2BF1-E0CC74C220AE}"/>
              </a:ext>
            </a:extLst>
          </p:cNvPr>
          <p:cNvSpPr>
            <a:spLocks noGrp="1"/>
          </p:cNvSpPr>
          <p:nvPr>
            <p:ph type="body" sz="quarter" idx="16" hasCustomPrompt="1"/>
          </p:nvPr>
        </p:nvSpPr>
        <p:spPr>
          <a:xfrm>
            <a:off x="2539982"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2">
            <a:extLst>
              <a:ext uri="{FF2B5EF4-FFF2-40B4-BE49-F238E27FC236}">
                <a16:creationId xmlns:a16="http://schemas.microsoft.com/office/drawing/2014/main" id="{C02FD89F-3D60-2FD1-485C-6221111E6C81}"/>
              </a:ext>
            </a:extLst>
          </p:cNvPr>
          <p:cNvSpPr>
            <a:spLocks noGrp="1"/>
          </p:cNvSpPr>
          <p:nvPr>
            <p:ph type="body" sz="quarter" idx="18" hasCustomPrompt="1"/>
          </p:nvPr>
        </p:nvSpPr>
        <p:spPr>
          <a:xfrm>
            <a:off x="7989012"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6" name="Text Placeholder 22">
            <a:extLst>
              <a:ext uri="{FF2B5EF4-FFF2-40B4-BE49-F238E27FC236}">
                <a16:creationId xmlns:a16="http://schemas.microsoft.com/office/drawing/2014/main" id="{0B9962A7-CD41-6118-6450-821D8B75B925}"/>
              </a:ext>
            </a:extLst>
          </p:cNvPr>
          <p:cNvSpPr>
            <a:spLocks noGrp="1"/>
          </p:cNvSpPr>
          <p:nvPr>
            <p:ph type="body" sz="quarter" idx="20" hasCustomPrompt="1"/>
          </p:nvPr>
        </p:nvSpPr>
        <p:spPr>
          <a:xfrm>
            <a:off x="4371605"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8" name="Text Placeholder 22">
            <a:extLst>
              <a:ext uri="{FF2B5EF4-FFF2-40B4-BE49-F238E27FC236}">
                <a16:creationId xmlns:a16="http://schemas.microsoft.com/office/drawing/2014/main" id="{692274A4-78DA-3E01-C255-AFE76F688619}"/>
              </a:ext>
            </a:extLst>
          </p:cNvPr>
          <p:cNvSpPr>
            <a:spLocks noGrp="1"/>
          </p:cNvSpPr>
          <p:nvPr>
            <p:ph type="body" sz="quarter" idx="22" hasCustomPrompt="1"/>
          </p:nvPr>
        </p:nvSpPr>
        <p:spPr>
          <a:xfrm>
            <a:off x="703957"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9">
            <a:extLst>
              <a:ext uri="{FF2B5EF4-FFF2-40B4-BE49-F238E27FC236}">
                <a16:creationId xmlns:a16="http://schemas.microsoft.com/office/drawing/2014/main" id="{8F708F00-742F-2C43-A211-F3150213CA01}"/>
              </a:ext>
            </a:extLst>
          </p:cNvPr>
          <p:cNvSpPr>
            <a:spLocks noGrp="1"/>
          </p:cNvSpPr>
          <p:nvPr>
            <p:ph type="body" sz="quarter" idx="23"/>
          </p:nvPr>
        </p:nvSpPr>
        <p:spPr>
          <a:xfrm>
            <a:off x="693737" y="2174875"/>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
        <p:nvSpPr>
          <p:cNvPr id="12" name="Text Placeholder 9">
            <a:extLst>
              <a:ext uri="{FF2B5EF4-FFF2-40B4-BE49-F238E27FC236}">
                <a16:creationId xmlns:a16="http://schemas.microsoft.com/office/drawing/2014/main" id="{E9162AE8-E357-35E9-508B-41339494E136}"/>
              </a:ext>
            </a:extLst>
          </p:cNvPr>
          <p:cNvSpPr>
            <a:spLocks noGrp="1"/>
          </p:cNvSpPr>
          <p:nvPr>
            <p:ph type="body" sz="quarter" idx="24"/>
          </p:nvPr>
        </p:nvSpPr>
        <p:spPr>
          <a:xfrm>
            <a:off x="4367194"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p:txBody>
      </p:sp>
      <p:sp>
        <p:nvSpPr>
          <p:cNvPr id="15" name="Text Placeholder 9">
            <a:extLst>
              <a:ext uri="{FF2B5EF4-FFF2-40B4-BE49-F238E27FC236}">
                <a16:creationId xmlns:a16="http://schemas.microsoft.com/office/drawing/2014/main" id="{63E3BD5D-175C-EF12-7FC9-0788773733F8}"/>
              </a:ext>
            </a:extLst>
          </p:cNvPr>
          <p:cNvSpPr>
            <a:spLocks noGrp="1"/>
          </p:cNvSpPr>
          <p:nvPr>
            <p:ph type="body" sz="quarter" idx="26"/>
          </p:nvPr>
        </p:nvSpPr>
        <p:spPr>
          <a:xfrm>
            <a:off x="7988400"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p:txBody>
      </p:sp>
      <p:sp>
        <p:nvSpPr>
          <p:cNvPr id="16" name="Text Placeholder 9">
            <a:extLst>
              <a:ext uri="{FF2B5EF4-FFF2-40B4-BE49-F238E27FC236}">
                <a16:creationId xmlns:a16="http://schemas.microsoft.com/office/drawing/2014/main" id="{945307B8-8C12-0385-C7BA-5F63407DF0C5}"/>
              </a:ext>
            </a:extLst>
          </p:cNvPr>
          <p:cNvSpPr>
            <a:spLocks noGrp="1"/>
          </p:cNvSpPr>
          <p:nvPr>
            <p:ph type="body" sz="quarter" idx="27"/>
          </p:nvPr>
        </p:nvSpPr>
        <p:spPr>
          <a:xfrm>
            <a:off x="25380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
        <p:nvSpPr>
          <p:cNvPr id="17" name="Text Placeholder 9">
            <a:extLst>
              <a:ext uri="{FF2B5EF4-FFF2-40B4-BE49-F238E27FC236}">
                <a16:creationId xmlns:a16="http://schemas.microsoft.com/office/drawing/2014/main" id="{94DF3858-039A-438A-E4A1-4CB305DFB256}"/>
              </a:ext>
            </a:extLst>
          </p:cNvPr>
          <p:cNvSpPr>
            <a:spLocks noGrp="1"/>
          </p:cNvSpPr>
          <p:nvPr>
            <p:ph type="body" sz="quarter" idx="28"/>
          </p:nvPr>
        </p:nvSpPr>
        <p:spPr>
          <a:xfrm>
            <a:off x="61776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88518751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6268726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blank" preserve="1">
  <p:cSld name="Brand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itle 1">
            <a:extLst>
              <a:ext uri="{FF2B5EF4-FFF2-40B4-BE49-F238E27FC236}">
                <a16:creationId xmlns:a16="http://schemas.microsoft.com/office/drawing/2014/main" id="{29F81D18-B8A7-4EA1-250C-DCC372BC8E13}"/>
              </a:ext>
            </a:extLst>
          </p:cNvPr>
          <p:cNvSpPr txBox="1">
            <a:spLocks/>
          </p:cNvSpPr>
          <p:nvPr/>
        </p:nvSpPr>
        <p:spPr>
          <a:xfrm>
            <a:off x="1084349" y="3514204"/>
            <a:ext cx="7506842" cy="396967"/>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a:t>Powering the world of work</a:t>
            </a:r>
          </a:p>
        </p:txBody>
      </p:sp>
      <p:grpSp>
        <p:nvGrpSpPr>
          <p:cNvPr id="8" name="Group 7">
            <a:extLst>
              <a:ext uri="{FF2B5EF4-FFF2-40B4-BE49-F238E27FC236}">
                <a16:creationId xmlns:a16="http://schemas.microsoft.com/office/drawing/2014/main" id="{84BC7164-FD22-490B-65DA-7F9AF62F72F7}"/>
              </a:ext>
            </a:extLst>
          </p:cNvPr>
          <p:cNvGrpSpPr/>
          <p:nvPr userDrawn="1"/>
        </p:nvGrpSpPr>
        <p:grpSpPr>
          <a:xfrm>
            <a:off x="6417903" y="5486"/>
            <a:ext cx="4883744" cy="6828826"/>
            <a:chOff x="6549356" y="5486"/>
            <a:chExt cx="4883744" cy="6828826"/>
          </a:xfrm>
        </p:grpSpPr>
        <p:sp>
          <p:nvSpPr>
            <p:cNvPr id="9" name="Freeform 8">
              <a:extLst>
                <a:ext uri="{FF2B5EF4-FFF2-40B4-BE49-F238E27FC236}">
                  <a16:creationId xmlns:a16="http://schemas.microsoft.com/office/drawing/2014/main" id="{C1AD5FDC-FA8F-CB6F-3F0F-232D86DC0038}"/>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41064200-2FDB-8854-6149-140FCEAC061C}"/>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F938A101-18F6-3C75-6073-A86841C7A113}"/>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3" name="Graphic 12">
            <a:extLst>
              <a:ext uri="{FF2B5EF4-FFF2-40B4-BE49-F238E27FC236}">
                <a16:creationId xmlns:a16="http://schemas.microsoft.com/office/drawing/2014/main" id="{7D060999-7EDC-78DA-BCA4-FF58F392538A}"/>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spTree>
    <p:extLst>
      <p:ext uri="{BB962C8B-B14F-4D97-AF65-F5344CB8AC3E}">
        <p14:creationId xmlns:p14="http://schemas.microsoft.com/office/powerpoint/2010/main" val="388337215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Thank you sign off">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2A73A0B3-E323-EBD2-098B-3E1A25761AA4}"/>
              </a:ext>
            </a:extLst>
          </p:cNvPr>
          <p:cNvSpPr txBox="1">
            <a:spLocks/>
          </p:cNvSpPr>
          <p:nvPr userDrawn="1"/>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6" name="Rectangle 5">
            <a:extLst>
              <a:ext uri="{FF2B5EF4-FFF2-40B4-BE49-F238E27FC236}">
                <a16:creationId xmlns:a16="http://schemas.microsoft.com/office/drawing/2014/main" id="{346AC2A8-EB63-76CF-4678-CFF34A06F01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2892257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reserve="1">
  <p:cSld name="Contact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46AC2A8-EB63-76CF-4678-CFF34A06F01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E3E9C4B1-8BBD-4A86-97E6-A05321731C6E}"/>
              </a:ext>
            </a:extLst>
          </p:cNvPr>
          <p:cNvGrpSpPr/>
          <p:nvPr userDrawn="1"/>
        </p:nvGrpSpPr>
        <p:grpSpPr>
          <a:xfrm>
            <a:off x="1161334" y="3581400"/>
            <a:ext cx="9922400" cy="372831"/>
            <a:chOff x="1383408" y="3927281"/>
            <a:chExt cx="9922400" cy="372831"/>
          </a:xfrm>
        </p:grpSpPr>
        <p:pic>
          <p:nvPicPr>
            <p:cNvPr id="8" name="Graphic 7">
              <a:extLst>
                <a:ext uri="{FF2B5EF4-FFF2-40B4-BE49-F238E27FC236}">
                  <a16:creationId xmlns:a16="http://schemas.microsoft.com/office/drawing/2014/main" id="{12258D66-EE6D-A115-1AB5-B4C27C73A4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9" name="Title 1">
              <a:extLst>
                <a:ext uri="{FF2B5EF4-FFF2-40B4-BE49-F238E27FC236}">
                  <a16:creationId xmlns:a16="http://schemas.microsoft.com/office/drawing/2014/main" id="{BA16597B-7B44-BE93-4394-1DA701C95A99}"/>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10" name="Graphic 9">
              <a:extLst>
                <a:ext uri="{FF2B5EF4-FFF2-40B4-BE49-F238E27FC236}">
                  <a16:creationId xmlns:a16="http://schemas.microsoft.com/office/drawing/2014/main" id="{F8CBC0C8-00D3-597B-95ED-2951CCF52B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11" name="Title 1">
              <a:extLst>
                <a:ext uri="{FF2B5EF4-FFF2-40B4-BE49-F238E27FC236}">
                  <a16:creationId xmlns:a16="http://schemas.microsoft.com/office/drawing/2014/main" id="{1E394DDB-95F4-C779-DDA8-2A6D4C37E464}"/>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12" name="Graphic 11">
              <a:extLst>
                <a:ext uri="{FF2B5EF4-FFF2-40B4-BE49-F238E27FC236}">
                  <a16:creationId xmlns:a16="http://schemas.microsoft.com/office/drawing/2014/main" id="{DB617B8F-439F-0846-C91B-0D0BE613EBE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13" name="Title 1">
              <a:hlinkClick r:id="rId8"/>
              <a:extLst>
                <a:ext uri="{FF2B5EF4-FFF2-40B4-BE49-F238E27FC236}">
                  <a16:creationId xmlns:a16="http://schemas.microsoft.com/office/drawing/2014/main" id="{0C9002D1-74E0-6CBD-9260-7B915AF42557}"/>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16" name="Title 1">
            <a:extLst>
              <a:ext uri="{FF2B5EF4-FFF2-40B4-BE49-F238E27FC236}">
                <a16:creationId xmlns:a16="http://schemas.microsoft.com/office/drawing/2014/main" id="{0BE4C725-FC06-DB3B-0F4B-89A77869B06D}"/>
              </a:ext>
            </a:extLst>
          </p:cNvPr>
          <p:cNvSpPr txBox="1">
            <a:spLocks/>
          </p:cNvSpPr>
          <p:nvPr userDrawn="1"/>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17" name="TextBox 16">
            <a:extLst>
              <a:ext uri="{FF2B5EF4-FFF2-40B4-BE49-F238E27FC236}">
                <a16:creationId xmlns:a16="http://schemas.microsoft.com/office/drawing/2014/main" id="{0958167D-1797-F786-9B8C-3BB1923D6493}"/>
              </a:ext>
            </a:extLst>
          </p:cNvPr>
          <p:cNvSpPr txBox="1"/>
          <p:nvPr userDrawn="1"/>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18" name="Graphic 17">
            <a:extLst>
              <a:ext uri="{FF2B5EF4-FFF2-40B4-BE49-F238E27FC236}">
                <a16:creationId xmlns:a16="http://schemas.microsoft.com/office/drawing/2014/main" id="{F8498B2A-6B78-C39B-1C69-0EA4C112C95D}"/>
              </a:ext>
            </a:extLst>
          </p:cNvPr>
          <p:cNvPicPr>
            <a:picLocks noChangeAspect="1"/>
          </p:cNvPicPr>
          <p:nvPr userDrawn="1"/>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spTree>
    <p:extLst>
      <p:ext uri="{BB962C8B-B14F-4D97-AF65-F5344CB8AC3E}">
        <p14:creationId xmlns:p14="http://schemas.microsoft.com/office/powerpoint/2010/main" val="346045571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userDrawn="1">
  <p:cSld name="Bulleted - Title two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801349" cy="687600"/>
          </a:xfrm>
        </p:spPr>
        <p:txBody>
          <a:bodyPr anchor="t" anchorCtr="0"/>
          <a:lstStyle>
            <a:lvl1pPr>
              <a:defRPr>
                <a:solidFill>
                  <a:schemeClr val="tx1"/>
                </a:solidFill>
              </a:defRPr>
            </a:lvl1pPr>
          </a:lstStyle>
          <a:p>
            <a:r>
              <a:rPr lang="en-GB"/>
              <a:t>Click to edit Master title style</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5292725" cy="4705200"/>
          </a:xfrm>
        </p:spPr>
        <p:txBody>
          <a:bodyPr/>
          <a:lstStyle>
            <a:lvl1pPr>
              <a:lnSpc>
                <a:spcPct val="140000"/>
              </a:lnSpc>
              <a:defRPr lang="en-GB" noProof="0" dirty="0" smtClean="0"/>
            </a:lvl1pPr>
            <a:lvl2pPr>
              <a:lnSpc>
                <a:spcPct val="140000"/>
              </a:lnSpc>
              <a:defRPr lang="en-GB" noProof="0" dirty="0" smtClean="0"/>
            </a:lvl2pPr>
            <a:lvl3pPr>
              <a:lnSpc>
                <a:spcPct val="140000"/>
              </a:lnSpc>
              <a:defRPr lang="en-GB" noProof="0" dirty="0" smtClean="0"/>
            </a:lvl3pPr>
            <a:lvl4pPr>
              <a:lnSpc>
                <a:spcPct val="140000"/>
              </a:lnSpc>
              <a:defRPr lang="en-GB" noProof="0" dirty="0"/>
            </a:lvl4p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en-GB"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Click to edit Master text styles</a:t>
            </a:r>
          </a:p>
          <a:p>
            <a:pPr marL="864000" marR="0" lvl="1" indent="-216000" algn="l" defTabSz="914400" rtl="0" eaLnBrk="1" fontAlgn="auto" latinLnBrk="0" hangingPunct="1">
              <a:lnSpc>
                <a:spcPct val="140000"/>
              </a:lnSpc>
              <a:spcBef>
                <a:spcPts val="200"/>
              </a:spcBef>
              <a:spcAft>
                <a:spcPts val="0"/>
              </a:spcAft>
              <a:buClr>
                <a:srgbClr val="F15D22"/>
              </a:buClr>
              <a:buSzPct val="110000"/>
              <a:buFont typeface="Arial" panose="020B0604020202020204" pitchFamily="34" charset="0"/>
              <a:buChar char="•"/>
              <a:tabLst/>
              <a:defRPr/>
            </a:pPr>
            <a:r>
              <a:rPr kumimoji="0" lang="en-GB" sz="18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Second level</a:t>
            </a:r>
          </a:p>
          <a:p>
            <a:pPr marL="1368000" marR="0" lvl="2" indent="-180000" algn="l" defTabSz="914400" rtl="0" eaLnBrk="1" fontAlgn="auto" latinLnBrk="0" hangingPunct="1">
              <a:lnSpc>
                <a:spcPct val="140000"/>
              </a:lnSpc>
              <a:spcBef>
                <a:spcPts val="100"/>
              </a:spcBef>
              <a:spcAft>
                <a:spcPts val="0"/>
              </a:spcAft>
              <a:buClr>
                <a:srgbClr val="25252C">
                  <a:lumMod val="75000"/>
                  <a:lumOff val="25000"/>
                </a:srgbClr>
              </a:buClr>
              <a:buSzPct val="130000"/>
              <a:buFont typeface="Open Sans" panose="020B0606030504020204" pitchFamily="34" charset="0"/>
              <a:buChar char="›"/>
              <a:tabLst/>
              <a:defRPr/>
            </a:pPr>
            <a:r>
              <a:rPr kumimoji="0" lang="en-GB" sz="14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Third level</a:t>
            </a:r>
          </a:p>
          <a:p>
            <a:pPr marL="1728000" marR="0" lvl="3" indent="-144000" algn="l" defTabSz="914400" rtl="0" eaLnBrk="1" fontAlgn="auto" latinLnBrk="0" hangingPunct="1">
              <a:lnSpc>
                <a:spcPct val="140000"/>
              </a:lnSpc>
              <a:spcBef>
                <a:spcPts val="100"/>
              </a:spcBef>
              <a:spcAft>
                <a:spcPts val="0"/>
              </a:spcAft>
              <a:buClr>
                <a:srgbClr val="F15D22"/>
              </a:buClr>
              <a:buSzPct val="120000"/>
              <a:buFont typeface="Open Sans" panose="020B0606030504020204" pitchFamily="34" charset="0"/>
              <a:buChar char="›"/>
              <a:tabLst/>
              <a:defRPr/>
            </a:pPr>
            <a:r>
              <a:rPr kumimoji="0" lang="en-GB" sz="12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Fourth Level</a:t>
            </a:r>
          </a:p>
        </p:txBody>
      </p:sp>
      <p:sp>
        <p:nvSpPr>
          <p:cNvPr id="12" name="Content Placeholder 11">
            <a:extLst>
              <a:ext uri="{FF2B5EF4-FFF2-40B4-BE49-F238E27FC236}">
                <a16:creationId xmlns:a16="http://schemas.microsoft.com/office/drawing/2014/main" id="{9F472F98-5AEE-6AB5-BBB2-A88EB9603F97}"/>
              </a:ext>
            </a:extLst>
          </p:cNvPr>
          <p:cNvSpPr>
            <a:spLocks noGrp="1"/>
          </p:cNvSpPr>
          <p:nvPr>
            <p:ph sz="quarter" idx="14"/>
          </p:nvPr>
        </p:nvSpPr>
        <p:spPr>
          <a:xfrm>
            <a:off x="6181725" y="1425599"/>
            <a:ext cx="5314950" cy="4705200"/>
          </a:xfrm>
        </p:spPr>
        <p:txBody>
          <a:body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en-GB"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Click to edit Master text styles</a:t>
            </a:r>
          </a:p>
          <a:p>
            <a:pPr marL="864000" marR="0" lvl="1" indent="-216000" algn="l" defTabSz="914400" rtl="0" eaLnBrk="1" fontAlgn="auto" latinLnBrk="0" hangingPunct="1">
              <a:lnSpc>
                <a:spcPct val="140000"/>
              </a:lnSpc>
              <a:spcBef>
                <a:spcPts val="200"/>
              </a:spcBef>
              <a:spcAft>
                <a:spcPts val="0"/>
              </a:spcAft>
              <a:buClr>
                <a:srgbClr val="F15D22"/>
              </a:buClr>
              <a:buSzPct val="110000"/>
              <a:buFont typeface="Arial" panose="020B0604020202020204" pitchFamily="34" charset="0"/>
              <a:buChar char="•"/>
              <a:tabLst/>
              <a:defRPr/>
            </a:pPr>
            <a:r>
              <a:rPr kumimoji="0" lang="en-GB" sz="18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Second level</a:t>
            </a:r>
          </a:p>
          <a:p>
            <a:pPr marL="1368000" marR="0" lvl="2" indent="-180000" algn="l" defTabSz="914400" rtl="0" eaLnBrk="1" fontAlgn="auto" latinLnBrk="0" hangingPunct="1">
              <a:lnSpc>
                <a:spcPct val="140000"/>
              </a:lnSpc>
              <a:spcBef>
                <a:spcPts val="100"/>
              </a:spcBef>
              <a:spcAft>
                <a:spcPts val="0"/>
              </a:spcAft>
              <a:buClr>
                <a:srgbClr val="25252C">
                  <a:lumMod val="75000"/>
                  <a:lumOff val="25000"/>
                </a:srgbClr>
              </a:buClr>
              <a:buSzPct val="130000"/>
              <a:buFont typeface="Open Sans" panose="020B0606030504020204" pitchFamily="34" charset="0"/>
              <a:buChar char="›"/>
              <a:tabLst/>
              <a:defRPr/>
            </a:pPr>
            <a:r>
              <a:rPr kumimoji="0" lang="en-GB" sz="14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Third level</a:t>
            </a:r>
          </a:p>
          <a:p>
            <a:pPr marL="1728000" marR="0" lvl="3" indent="-144000" algn="l" defTabSz="914400" rtl="0" eaLnBrk="1" fontAlgn="auto" latinLnBrk="0" hangingPunct="1">
              <a:lnSpc>
                <a:spcPct val="140000"/>
              </a:lnSpc>
              <a:spcBef>
                <a:spcPts val="100"/>
              </a:spcBef>
              <a:spcAft>
                <a:spcPts val="0"/>
              </a:spcAft>
              <a:buClr>
                <a:srgbClr val="F15D22"/>
              </a:buClr>
              <a:buSzPct val="120000"/>
              <a:buFont typeface="Open Sans" panose="020B0606030504020204" pitchFamily="34" charset="0"/>
              <a:buChar char="›"/>
              <a:tabLst/>
              <a:defRPr/>
            </a:pPr>
            <a:r>
              <a:rPr kumimoji="0" lang="en-GB" sz="12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Fourth Level</a:t>
            </a:r>
          </a:p>
        </p:txBody>
      </p:sp>
    </p:spTree>
    <p:extLst>
      <p:ext uri="{BB962C8B-B14F-4D97-AF65-F5344CB8AC3E}">
        <p14:creationId xmlns:p14="http://schemas.microsoft.com/office/powerpoint/2010/main" val="268304401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userDrawn="1">
  <p:cSld name="Title conten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lstStyle>
            <a:lvl1pPr>
              <a:lnSpc>
                <a:spcPct val="150000"/>
              </a:lnSpc>
              <a:defRPr>
                <a:solidFill>
                  <a:schemeClr val="tx1">
                    <a:lumMod val="10000"/>
                    <a:lumOff val="90000"/>
                  </a:schemeClr>
                </a:solidFill>
              </a:defRPr>
            </a:lvl1pPr>
            <a:lvl2pPr>
              <a:lnSpc>
                <a:spcPct val="150000"/>
              </a:lnSpc>
              <a:defRPr>
                <a:solidFill>
                  <a:schemeClr val="tx1">
                    <a:lumMod val="10000"/>
                    <a:lumOff val="90000"/>
                  </a:schemeClr>
                </a:solidFill>
              </a:defRPr>
            </a:lvl2pPr>
            <a:lvl3pPr>
              <a:lnSpc>
                <a:spcPct val="150000"/>
              </a:lnSpc>
              <a:defRPr>
                <a:solidFill>
                  <a:schemeClr val="tx1">
                    <a:lumMod val="10000"/>
                    <a:lumOff val="90000"/>
                  </a:schemeClr>
                </a:solidFill>
              </a:defRPr>
            </a:lvl3pPr>
            <a:lvl4pPr>
              <a:lnSpc>
                <a:spcPct val="150000"/>
              </a:lnSpc>
              <a:defRPr>
                <a:solidFill>
                  <a:schemeClr val="tx1">
                    <a:lumMod val="10000"/>
                    <a:lumOff val="90000"/>
                  </a:schemeClr>
                </a:solidFill>
              </a:defRPr>
            </a:lvl4pPr>
            <a:lvl5pPr>
              <a:lnSpc>
                <a:spcPct val="150000"/>
              </a:lnSpc>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6948237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1_Title list two tone dark">
    <p:bg>
      <p:bgPr>
        <a:solidFill>
          <a:schemeClr val="bg1"/>
        </a:solidFill>
        <a:effectLst/>
      </p:bgPr>
    </p:bg>
    <p:spTree>
      <p:nvGrpSpPr>
        <p:cNvPr id="1" name=""/>
        <p:cNvGrpSpPr/>
        <p:nvPr/>
      </p:nvGrpSpPr>
      <p:grpSpPr>
        <a:xfrm>
          <a:off x="0" y="0"/>
          <a:ext cx="0" cy="0"/>
          <a:chOff x="0" y="0"/>
          <a:chExt cx="0" cy="0"/>
        </a:xfrm>
      </p:grpSpPr>
      <p:pic>
        <p:nvPicPr>
          <p:cNvPr id="13" name="Picture 12" descr="A orange triangle on a black background&#10;&#10;Description automatically generated">
            <a:extLst>
              <a:ext uri="{FF2B5EF4-FFF2-40B4-BE49-F238E27FC236}">
                <a16:creationId xmlns:a16="http://schemas.microsoft.com/office/drawing/2014/main" id="{008AA23A-E33D-6297-008B-71F741560DA3}"/>
              </a:ext>
            </a:extLst>
          </p:cNvPr>
          <p:cNvPicPr>
            <a:picLocks noChangeAspect="1"/>
          </p:cNvPicPr>
          <p:nvPr userDrawn="1"/>
        </p:nvPicPr>
        <p:blipFill>
          <a:blip r:embed="rId2"/>
          <a:stretch>
            <a:fillRect/>
          </a:stretch>
        </p:blipFill>
        <p:spPr>
          <a:xfrm>
            <a:off x="11274221" y="125373"/>
            <a:ext cx="444903" cy="444903"/>
          </a:xfrm>
          <a:prstGeom prst="rect">
            <a:avLst/>
          </a:prstGeom>
        </p:spPr>
      </p:pic>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303362629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p:cSld name="Title Slid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B14551C-8DA6-7975-4AC8-8A180A4C60CF}"/>
              </a:ext>
            </a:extLst>
          </p:cNvPr>
          <p:cNvSpPr>
            <a:spLocks noGrp="1"/>
          </p:cNvSpPr>
          <p:nvPr>
            <p:ph type="subTitle" idx="1"/>
          </p:nvPr>
        </p:nvSpPr>
        <p:spPr>
          <a:xfrm>
            <a:off x="695325" y="3794264"/>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2" name="Title 1">
            <a:extLst>
              <a:ext uri="{FF2B5EF4-FFF2-40B4-BE49-F238E27FC236}">
                <a16:creationId xmlns:a16="http://schemas.microsoft.com/office/drawing/2014/main" id="{EA774C2F-C574-4EA9-44E0-B379B00831F7}"/>
              </a:ext>
            </a:extLst>
          </p:cNvPr>
          <p:cNvSpPr>
            <a:spLocks noGrp="1" noRot="1" noMove="1" noResize="1" noEditPoints="1" noAdjustHandles="1" noChangeArrowheads="1" noChangeShapeType="1"/>
          </p:cNvSpPr>
          <p:nvPr>
            <p:ph type="ctrTitle"/>
          </p:nvPr>
        </p:nvSpPr>
        <p:spPr>
          <a:xfrm>
            <a:off x="695325" y="1287508"/>
            <a:ext cx="5292724" cy="2251163"/>
          </a:xfrm>
        </p:spPr>
        <p:txBody>
          <a:bodyPr anchor="b">
            <a:noAutofit/>
          </a:bodyPr>
          <a:lstStyle>
            <a:lvl1pPr marL="0" algn="l" defTabSz="914400" rtl="0" eaLnBrk="1" latinLnBrk="0" hangingPunct="1">
              <a:lnSpc>
                <a:spcPct val="100000"/>
              </a:lnSpc>
              <a:spcBef>
                <a:spcPct val="0"/>
              </a:spcBef>
              <a:buNone/>
              <a:defRPr lang="en-US" sz="44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pic>
        <p:nvPicPr>
          <p:cNvPr id="10" name="Graphic 9">
            <a:extLst>
              <a:ext uri="{FF2B5EF4-FFF2-40B4-BE49-F238E27FC236}">
                <a16:creationId xmlns:a16="http://schemas.microsoft.com/office/drawing/2014/main" id="{2BA657EF-F445-0102-2BA7-44A9F51D8325}"/>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
        <p:nvSpPr>
          <p:cNvPr id="12" name="Text Placeholder 11">
            <a:extLst>
              <a:ext uri="{FF2B5EF4-FFF2-40B4-BE49-F238E27FC236}">
                <a16:creationId xmlns:a16="http://schemas.microsoft.com/office/drawing/2014/main" id="{0DB90FE5-9B10-DE0E-C798-6B53CC1B51BF}"/>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Picture Placeholder 13">
            <a:extLst>
              <a:ext uri="{FF2B5EF4-FFF2-40B4-BE49-F238E27FC236}">
                <a16:creationId xmlns:a16="http://schemas.microsoft.com/office/drawing/2014/main" id="{4516B070-9C5D-0E7C-E2ED-3FE385C3774C}"/>
              </a:ext>
            </a:extLst>
          </p:cNvPr>
          <p:cNvSpPr>
            <a:spLocks noGrp="1"/>
          </p:cNvSpPr>
          <p:nvPr>
            <p:ph type="pic" sz="quarter" idx="14"/>
          </p:nvPr>
        </p:nvSpPr>
        <p:spPr>
          <a:xfrm>
            <a:off x="6167438" y="730389"/>
            <a:ext cx="5668391" cy="5398949"/>
          </a:xfrm>
        </p:spPr>
        <p:txBody>
          <a:bodyPr anchor="ctr"/>
          <a:lstStyle>
            <a:lvl1pPr marL="90000" indent="0" algn="ctr">
              <a:buNone/>
              <a:defRPr/>
            </a:lvl1pPr>
          </a:lstStyle>
          <a:p>
            <a:r>
              <a:rPr lang="tr-TR"/>
              <a:t>Resim eklemek için simgeye tıklayın</a:t>
            </a:r>
            <a:endParaRPr lang="en-US"/>
          </a:p>
        </p:txBody>
      </p:sp>
      <p:pic>
        <p:nvPicPr>
          <p:cNvPr id="7" name="Graphic 9">
            <a:extLst>
              <a:ext uri="{FF2B5EF4-FFF2-40B4-BE49-F238E27FC236}">
                <a16:creationId xmlns:a16="http://schemas.microsoft.com/office/drawing/2014/main" id="{0C880040-8F99-F26C-0ED6-2021C2F4E86C}"/>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50906832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p:cSld name="Title Slide 2">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DCACB3E2-F3D6-FBFE-9D4D-122785B60FFF}"/>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21" name="Subtitle 2">
            <a:extLst>
              <a:ext uri="{FF2B5EF4-FFF2-40B4-BE49-F238E27FC236}">
                <a16:creationId xmlns:a16="http://schemas.microsoft.com/office/drawing/2014/main" id="{FE279612-A00D-9DA6-F257-9A62F420A74A}"/>
              </a:ext>
            </a:extLst>
          </p:cNvPr>
          <p:cNvSpPr>
            <a:spLocks noGrp="1"/>
          </p:cNvSpPr>
          <p:nvPr>
            <p:ph type="subTitle" idx="1" hasCustomPrompt="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 </a:t>
            </a:r>
            <a:endParaRPr lang="en-US"/>
          </a:p>
        </p:txBody>
      </p:sp>
      <p:sp>
        <p:nvSpPr>
          <p:cNvPr id="23" name="Text Placeholder 11">
            <a:extLst>
              <a:ext uri="{FF2B5EF4-FFF2-40B4-BE49-F238E27FC236}">
                <a16:creationId xmlns:a16="http://schemas.microsoft.com/office/drawing/2014/main" id="{157F8B76-BD18-D930-D55C-B6A1B10E82BE}"/>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8" name="Freeform 27">
            <a:extLst>
              <a:ext uri="{FF2B5EF4-FFF2-40B4-BE49-F238E27FC236}">
                <a16:creationId xmlns:a16="http://schemas.microsoft.com/office/drawing/2014/main" id="{36E4DEAF-BC4A-5DD9-036E-624FD7C4D0BA}"/>
              </a:ext>
            </a:extLst>
          </p:cNvPr>
          <p:cNvSpPr>
            <a:spLocks noGrp="1"/>
          </p:cNvSpPr>
          <p:nvPr>
            <p:ph type="pic" sz="quarter" idx="14"/>
          </p:nvPr>
        </p:nvSpPr>
        <p:spPr>
          <a:xfrm>
            <a:off x="6959600" y="1287463"/>
            <a:ext cx="4264025" cy="4273550"/>
          </a:xfrm>
          <a:custGeom>
            <a:avLst/>
            <a:gdLst>
              <a:gd name="connsiteX0" fmla="*/ 328842 w 4264025"/>
              <a:gd name="connsiteY0" fmla="*/ 0 h 4273550"/>
              <a:gd name="connsiteX1" fmla="*/ 3935183 w 4264025"/>
              <a:gd name="connsiteY1" fmla="*/ 0 h 4273550"/>
              <a:gd name="connsiteX2" fmla="*/ 4264025 w 4264025"/>
              <a:gd name="connsiteY2" fmla="*/ 328842 h 4273550"/>
              <a:gd name="connsiteX3" fmla="*/ 4264025 w 4264025"/>
              <a:gd name="connsiteY3" fmla="*/ 2397987 h 4273550"/>
              <a:gd name="connsiteX4" fmla="*/ 4187602 w 4264025"/>
              <a:gd name="connsiteY4" fmla="*/ 2540521 h 4273550"/>
              <a:gd name="connsiteX5" fmla="*/ 3434167 w 4264025"/>
              <a:gd name="connsiteY5" fmla="*/ 3594728 h 4273550"/>
              <a:gd name="connsiteX6" fmla="*/ 2977109 w 4264025"/>
              <a:gd name="connsiteY6" fmla="*/ 4084536 h 4273550"/>
              <a:gd name="connsiteX7" fmla="*/ 2776680 w 4264025"/>
              <a:gd name="connsiteY7" fmla="*/ 4273550 h 4273550"/>
              <a:gd name="connsiteX8" fmla="*/ 328842 w 4264025"/>
              <a:gd name="connsiteY8" fmla="*/ 4273550 h 4273550"/>
              <a:gd name="connsiteX9" fmla="*/ 0 w 4264025"/>
              <a:gd name="connsiteY9" fmla="*/ 3944708 h 4273550"/>
              <a:gd name="connsiteX10" fmla="*/ 0 w 4264025"/>
              <a:gd name="connsiteY10" fmla="*/ 328842 h 4273550"/>
              <a:gd name="connsiteX11" fmla="*/ 328842 w 4264025"/>
              <a:gd name="connsiteY11" fmla="*/ 0 h 427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64025" h="4273550">
                <a:moveTo>
                  <a:pt x="328842" y="0"/>
                </a:moveTo>
                <a:lnTo>
                  <a:pt x="3935183" y="0"/>
                </a:lnTo>
                <a:cubicBezTo>
                  <a:pt x="4116797" y="0"/>
                  <a:pt x="4264025" y="147228"/>
                  <a:pt x="4264025" y="328842"/>
                </a:cubicBezTo>
                <a:lnTo>
                  <a:pt x="4264025" y="2397987"/>
                </a:lnTo>
                <a:lnTo>
                  <a:pt x="4187602" y="2540521"/>
                </a:lnTo>
                <a:cubicBezTo>
                  <a:pt x="3989287" y="2884882"/>
                  <a:pt x="3729269" y="3244387"/>
                  <a:pt x="3434167" y="3594728"/>
                </a:cubicBezTo>
                <a:cubicBezTo>
                  <a:pt x="3294444" y="3760607"/>
                  <a:pt x="3140729" y="3924189"/>
                  <a:pt x="2977109" y="4084536"/>
                </a:cubicBezTo>
                <a:lnTo>
                  <a:pt x="2776680" y="4273550"/>
                </a:lnTo>
                <a:lnTo>
                  <a:pt x="328842" y="4273550"/>
                </a:lnTo>
                <a:cubicBezTo>
                  <a:pt x="147228" y="4273550"/>
                  <a:pt x="0" y="4126322"/>
                  <a:pt x="0" y="3944708"/>
                </a:cubicBezTo>
                <a:lnTo>
                  <a:pt x="0" y="328842"/>
                </a:lnTo>
                <a:cubicBezTo>
                  <a:pt x="0" y="147228"/>
                  <a:pt x="147228" y="0"/>
                  <a:pt x="328842" y="0"/>
                </a:cubicBezTo>
                <a:close/>
              </a:path>
            </a:pathLst>
          </a:custGeom>
          <a:solidFill>
            <a:schemeClr val="bg1">
              <a:lumMod val="95000"/>
            </a:schemeClr>
          </a:solidFill>
        </p:spPr>
        <p:txBody>
          <a:bodyPr wrap="square" anchor="ctr">
            <a:noAutofit/>
          </a:bodyPr>
          <a:lstStyle>
            <a:lvl1pPr marL="90000" indent="0" algn="ctr">
              <a:buNone/>
              <a:defRPr/>
            </a:lvl1pPr>
          </a:lstStyle>
          <a:p>
            <a:r>
              <a:rPr lang="tr-TR"/>
              <a:t>Resim eklemek için simgeye tıklayın</a:t>
            </a:r>
            <a:endParaRPr lang="en-US"/>
          </a:p>
        </p:txBody>
      </p:sp>
      <p:pic>
        <p:nvPicPr>
          <p:cNvPr id="14" name="Graphic 13">
            <a:extLst>
              <a:ext uri="{FF2B5EF4-FFF2-40B4-BE49-F238E27FC236}">
                <a16:creationId xmlns:a16="http://schemas.microsoft.com/office/drawing/2014/main" id="{EF632325-B368-E7E6-040E-5422C4DE6C14}"/>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grpSp>
        <p:nvGrpSpPr>
          <p:cNvPr id="2" name="Group 12">
            <a:extLst>
              <a:ext uri="{FF2B5EF4-FFF2-40B4-BE49-F238E27FC236}">
                <a16:creationId xmlns:a16="http://schemas.microsoft.com/office/drawing/2014/main" id="{225558D2-9A84-695A-2BE5-9C44A17B28E6}"/>
              </a:ext>
            </a:extLst>
          </p:cNvPr>
          <p:cNvGrpSpPr/>
          <p:nvPr userDrawn="1"/>
        </p:nvGrpSpPr>
        <p:grpSpPr>
          <a:xfrm>
            <a:off x="6478742" y="11724"/>
            <a:ext cx="5092742" cy="3234091"/>
            <a:chOff x="6478742" y="11724"/>
            <a:chExt cx="5092742" cy="3234091"/>
          </a:xfrm>
        </p:grpSpPr>
        <p:sp>
          <p:nvSpPr>
            <p:cNvPr id="3" name="Freeform 14">
              <a:extLst>
                <a:ext uri="{FF2B5EF4-FFF2-40B4-BE49-F238E27FC236}">
                  <a16:creationId xmlns:a16="http://schemas.microsoft.com/office/drawing/2014/main" id="{B0144F33-5E84-E405-BD3E-84CBC8C17D19}"/>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7" name="Freeform 15">
              <a:extLst>
                <a:ext uri="{FF2B5EF4-FFF2-40B4-BE49-F238E27FC236}">
                  <a16:creationId xmlns:a16="http://schemas.microsoft.com/office/drawing/2014/main" id="{9EE8F691-D3E2-867A-7B60-7EAFE2D781E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8" name="Freeform 17">
            <a:extLst>
              <a:ext uri="{FF2B5EF4-FFF2-40B4-BE49-F238E27FC236}">
                <a16:creationId xmlns:a16="http://schemas.microsoft.com/office/drawing/2014/main" id="{030C0B17-BA64-0C83-844F-DCADF0A03162}"/>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pic>
        <p:nvPicPr>
          <p:cNvPr id="9" name="Graphic 13">
            <a:extLst>
              <a:ext uri="{FF2B5EF4-FFF2-40B4-BE49-F238E27FC236}">
                <a16:creationId xmlns:a16="http://schemas.microsoft.com/office/drawing/2014/main" id="{423A607F-A31C-99A6-6610-BE4A922829AE}"/>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2373523909"/>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p:cSld name="Title Slid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349C5667-D53D-4431-E3F2-914E5141B487}"/>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Subtitle 2">
            <a:extLst>
              <a:ext uri="{FF2B5EF4-FFF2-40B4-BE49-F238E27FC236}">
                <a16:creationId xmlns:a16="http://schemas.microsoft.com/office/drawing/2014/main" id="{B064D20E-0688-A8CD-F668-241C3808DAAE}"/>
              </a:ext>
            </a:extLst>
          </p:cNvPr>
          <p:cNvSpPr>
            <a:spLocks noGrp="1"/>
          </p:cNvSpPr>
          <p:nvPr>
            <p:ph type="subTitle" idx="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7" name="Text Placeholder 11">
            <a:extLst>
              <a:ext uri="{FF2B5EF4-FFF2-40B4-BE49-F238E27FC236}">
                <a16:creationId xmlns:a16="http://schemas.microsoft.com/office/drawing/2014/main" id="{06A6473A-A022-609A-AF07-7030038A9767}"/>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8" name="Graphic 7">
            <a:extLst>
              <a:ext uri="{FF2B5EF4-FFF2-40B4-BE49-F238E27FC236}">
                <a16:creationId xmlns:a16="http://schemas.microsoft.com/office/drawing/2014/main" id="{6E5D0EF1-6B49-B967-1CC4-90ECFB619B41}"/>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grpSp>
        <p:nvGrpSpPr>
          <p:cNvPr id="9" name="Group 12">
            <a:extLst>
              <a:ext uri="{FF2B5EF4-FFF2-40B4-BE49-F238E27FC236}">
                <a16:creationId xmlns:a16="http://schemas.microsoft.com/office/drawing/2014/main" id="{C8BE3054-9B9A-9C4C-B88C-852270584161}"/>
              </a:ext>
            </a:extLst>
          </p:cNvPr>
          <p:cNvGrpSpPr/>
          <p:nvPr userDrawn="1"/>
        </p:nvGrpSpPr>
        <p:grpSpPr>
          <a:xfrm>
            <a:off x="6478742" y="11724"/>
            <a:ext cx="5092742" cy="3234091"/>
            <a:chOff x="6478742" y="11724"/>
            <a:chExt cx="5092742" cy="3234091"/>
          </a:xfrm>
        </p:grpSpPr>
        <p:sp>
          <p:nvSpPr>
            <p:cNvPr id="10" name="Freeform 14">
              <a:extLst>
                <a:ext uri="{FF2B5EF4-FFF2-40B4-BE49-F238E27FC236}">
                  <a16:creationId xmlns:a16="http://schemas.microsoft.com/office/drawing/2014/main" id="{63EA555B-208E-6D42-3EF4-B2BF4A66C52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1" name="Freeform 15">
              <a:extLst>
                <a:ext uri="{FF2B5EF4-FFF2-40B4-BE49-F238E27FC236}">
                  <a16:creationId xmlns:a16="http://schemas.microsoft.com/office/drawing/2014/main" id="{2F91AA14-5FD6-DEB3-EB66-CCFD352E8E8C}"/>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12" name="Freeform 17">
            <a:extLst>
              <a:ext uri="{FF2B5EF4-FFF2-40B4-BE49-F238E27FC236}">
                <a16:creationId xmlns:a16="http://schemas.microsoft.com/office/drawing/2014/main" id="{67601A5D-AC33-81DD-BD52-1183FE5D471C}"/>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pic>
        <p:nvPicPr>
          <p:cNvPr id="14" name="Graphic 7">
            <a:extLst>
              <a:ext uri="{FF2B5EF4-FFF2-40B4-BE49-F238E27FC236}">
                <a16:creationId xmlns:a16="http://schemas.microsoft.com/office/drawing/2014/main" id="{27D918D0-D4EA-778B-BD66-5A81D9B483AA}"/>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25898111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5325" y="3358244"/>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E154D43E-C3E5-A1E7-0D14-64C23D0F6ED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998AC5F4-E191-3E4D-929D-0C514E36CF56}"/>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E564D2E7-8280-1FDF-2AEA-6CE3FBDFB9AA}"/>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E0ED9E75-4789-8B21-30B6-B3A6EEB17C65}"/>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559F7D38-CAB8-10E6-2E99-C65B07D90FC9}"/>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95049007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Section Header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358800"/>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181787EE-57D9-B662-F5A8-BFEADAD71CF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6CEC7B0F-EAF6-42D4-C903-F9301DBA0570}"/>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808B4CF2-04CD-91C0-9B56-2E31AB0E6225}"/>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94020CA5-9751-694A-729E-C28DD7919D1F}"/>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FEFAB496-A208-FD7B-9374-3D0195830480}"/>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23599539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Number Section Header 1">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704377"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9139CF76-027E-8447-61A3-45B4508497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10C7E53C-BCC2-4FED-244E-35B033D5B0C3}"/>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69303F01-056B-57ED-D384-AC408DCB3E93}"/>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5B00AE61-6678-B6A1-09BA-A5D7A3285910}"/>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C65B090D-D30A-96E6-6645-22BA544EFC4B}"/>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070424348"/>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Number Section Header 2">
    <p:bg>
      <p:bgPr>
        <a:solidFill>
          <a:schemeClr val="tx1"/>
        </a:solidFill>
        <a:effectLst/>
      </p:bgPr>
    </p:bg>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C93CEBEC-785F-DFBA-55CE-332B089A164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FF69D3EE-13B6-7BF9-DD9C-C71AC8213CD9}"/>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B7934A6B-9DCE-507C-2A6E-1A05898EEEDE}"/>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567D0CC1-74FB-F9FA-9E83-BB8778F40AD9}"/>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E5938E8F-77C5-4EA8-9C80-72A9430AB3D5}"/>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904626274"/>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614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38" name="Graphic 37">
            <a:extLst>
              <a:ext uri="{FF2B5EF4-FFF2-40B4-BE49-F238E27FC236}">
                <a16:creationId xmlns:a16="http://schemas.microsoft.com/office/drawing/2014/main" id="{DB418724-83AC-4BA4-53E4-38273EA86C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1809653"/>
            <a:ext cx="360000" cy="360000"/>
          </a:xfrm>
          <a:prstGeom prst="rect">
            <a:avLst/>
          </a:prstGeom>
        </p:spPr>
      </p:pic>
      <p:pic>
        <p:nvPicPr>
          <p:cNvPr id="39" name="Graphic 38">
            <a:extLst>
              <a:ext uri="{FF2B5EF4-FFF2-40B4-BE49-F238E27FC236}">
                <a16:creationId xmlns:a16="http://schemas.microsoft.com/office/drawing/2014/main" id="{512CDF71-5986-90E7-436B-0FC63AF45C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3337001"/>
            <a:ext cx="360000" cy="360000"/>
          </a:xfrm>
          <a:prstGeom prst="rect">
            <a:avLst/>
          </a:prstGeom>
        </p:spPr>
      </p:pic>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6148"/>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46" name="Graphic 45">
            <a:extLst>
              <a:ext uri="{FF2B5EF4-FFF2-40B4-BE49-F238E27FC236}">
                <a16:creationId xmlns:a16="http://schemas.microsoft.com/office/drawing/2014/main" id="{3483A506-4640-0C11-7E76-4ADF601F85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1809653"/>
            <a:ext cx="360000" cy="360000"/>
          </a:xfrm>
          <a:prstGeom prst="rect">
            <a:avLst/>
          </a:prstGeom>
        </p:spPr>
      </p:pic>
      <p:pic>
        <p:nvPicPr>
          <p:cNvPr id="47" name="Graphic 46">
            <a:extLst>
              <a:ext uri="{FF2B5EF4-FFF2-40B4-BE49-F238E27FC236}">
                <a16:creationId xmlns:a16="http://schemas.microsoft.com/office/drawing/2014/main" id="{DB674452-D96D-4ED0-8BD6-C67163051C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3337001"/>
            <a:ext cx="360000" cy="360000"/>
          </a:xfrm>
          <a:prstGeom prst="rect">
            <a:avLst/>
          </a:prstGeom>
        </p:spPr>
      </p:pic>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5">
            <a:extLst>
              <a:ext uri="{FF2B5EF4-FFF2-40B4-BE49-F238E27FC236}">
                <a16:creationId xmlns:a16="http://schemas.microsoft.com/office/drawing/2014/main" id="{1291DDD3-4545-05AE-7A7A-743E4564512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7" name="Graphic 37">
            <a:extLst>
              <a:ext uri="{FF2B5EF4-FFF2-40B4-BE49-F238E27FC236}">
                <a16:creationId xmlns:a16="http://schemas.microsoft.com/office/drawing/2014/main" id="{FF251847-717B-E6AD-384E-953907DF8197}"/>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695325" y="1809653"/>
            <a:ext cx="360000" cy="360000"/>
          </a:xfrm>
          <a:prstGeom prst="rect">
            <a:avLst/>
          </a:prstGeom>
        </p:spPr>
      </p:pic>
      <p:pic>
        <p:nvPicPr>
          <p:cNvPr id="8" name="Graphic 38">
            <a:extLst>
              <a:ext uri="{FF2B5EF4-FFF2-40B4-BE49-F238E27FC236}">
                <a16:creationId xmlns:a16="http://schemas.microsoft.com/office/drawing/2014/main" id="{A455B247-F473-65A7-E28F-A9A3A8A68AAA}"/>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695325" y="3337001"/>
            <a:ext cx="360000" cy="360000"/>
          </a:xfrm>
          <a:prstGeom prst="rect">
            <a:avLst/>
          </a:prstGeom>
        </p:spPr>
      </p:pic>
      <p:pic>
        <p:nvPicPr>
          <p:cNvPr id="9" name="Graphic 45">
            <a:extLst>
              <a:ext uri="{FF2B5EF4-FFF2-40B4-BE49-F238E27FC236}">
                <a16:creationId xmlns:a16="http://schemas.microsoft.com/office/drawing/2014/main" id="{B0796942-3383-68DD-846D-A6D693F18E33}"/>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4332828" y="1809653"/>
            <a:ext cx="360000" cy="360000"/>
          </a:xfrm>
          <a:prstGeom prst="rect">
            <a:avLst/>
          </a:prstGeom>
        </p:spPr>
      </p:pic>
      <p:pic>
        <p:nvPicPr>
          <p:cNvPr id="10" name="Graphic 46">
            <a:extLst>
              <a:ext uri="{FF2B5EF4-FFF2-40B4-BE49-F238E27FC236}">
                <a16:creationId xmlns:a16="http://schemas.microsoft.com/office/drawing/2014/main" id="{1D545F40-8805-990E-88C0-3BEA7966CE8D}"/>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4332828" y="3337001"/>
            <a:ext cx="360000" cy="360000"/>
          </a:xfrm>
          <a:prstGeom prst="rect">
            <a:avLst/>
          </a:prstGeom>
        </p:spPr>
      </p:pic>
      <p:sp>
        <p:nvSpPr>
          <p:cNvPr id="11" name="Rectangle 47">
            <a:extLst>
              <a:ext uri="{FF2B5EF4-FFF2-40B4-BE49-F238E27FC236}">
                <a16:creationId xmlns:a16="http://schemas.microsoft.com/office/drawing/2014/main" id="{C7A133F8-6B46-A716-52A6-D2A6C8EEA619}"/>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1508112"/>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Agenda Style 2">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12">
            <a:extLst>
              <a:ext uri="{FF2B5EF4-FFF2-40B4-BE49-F238E27FC236}">
                <a16:creationId xmlns:a16="http://schemas.microsoft.com/office/drawing/2014/main" id="{A898EB03-8E33-56BF-12A4-1CC34E1361E2}"/>
              </a:ext>
            </a:extLst>
          </p:cNvPr>
          <p:cNvSpPr>
            <a:spLocks noGrp="1"/>
          </p:cNvSpPr>
          <p:nvPr>
            <p:ph type="body" sz="quarter" idx="25" hasCustomPrompt="1"/>
          </p:nvPr>
        </p:nvSpPr>
        <p:spPr>
          <a:xfrm>
            <a:off x="694801"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8" name="Text Placeholder 12">
            <a:extLst>
              <a:ext uri="{FF2B5EF4-FFF2-40B4-BE49-F238E27FC236}">
                <a16:creationId xmlns:a16="http://schemas.microsoft.com/office/drawing/2014/main" id="{025A403C-7874-825D-629B-91845DF858A3}"/>
              </a:ext>
            </a:extLst>
          </p:cNvPr>
          <p:cNvSpPr>
            <a:spLocks noGrp="1"/>
          </p:cNvSpPr>
          <p:nvPr>
            <p:ph type="body" sz="quarter" idx="26" hasCustomPrompt="1"/>
          </p:nvPr>
        </p:nvSpPr>
        <p:spPr>
          <a:xfrm>
            <a:off x="4373089"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02</a:t>
            </a:r>
            <a:endParaRPr lang="en-US"/>
          </a:p>
        </p:txBody>
      </p:sp>
      <p:sp>
        <p:nvSpPr>
          <p:cNvPr id="9" name="Text Placeholder 12">
            <a:extLst>
              <a:ext uri="{FF2B5EF4-FFF2-40B4-BE49-F238E27FC236}">
                <a16:creationId xmlns:a16="http://schemas.microsoft.com/office/drawing/2014/main" id="{37DA963A-F8CB-2788-34E3-9545F9452C3A}"/>
              </a:ext>
            </a:extLst>
          </p:cNvPr>
          <p:cNvSpPr>
            <a:spLocks noGrp="1"/>
          </p:cNvSpPr>
          <p:nvPr>
            <p:ph type="body" sz="quarter" idx="27" hasCustomPrompt="1"/>
          </p:nvPr>
        </p:nvSpPr>
        <p:spPr>
          <a:xfrm>
            <a:off x="694801"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04</a:t>
            </a:r>
            <a:endParaRPr lang="en-US"/>
          </a:p>
        </p:txBody>
      </p:sp>
      <p:sp>
        <p:nvSpPr>
          <p:cNvPr id="10" name="Text Placeholder 12">
            <a:extLst>
              <a:ext uri="{FF2B5EF4-FFF2-40B4-BE49-F238E27FC236}">
                <a16:creationId xmlns:a16="http://schemas.microsoft.com/office/drawing/2014/main" id="{12B504E0-4466-BAA4-C7FF-B42ED83C75C3}"/>
              </a:ext>
            </a:extLst>
          </p:cNvPr>
          <p:cNvSpPr>
            <a:spLocks noGrp="1"/>
          </p:cNvSpPr>
          <p:nvPr>
            <p:ph type="body" sz="quarter" idx="28" hasCustomPrompt="1"/>
          </p:nvPr>
        </p:nvSpPr>
        <p:spPr>
          <a:xfrm>
            <a:off x="4373089"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05</a:t>
            </a:r>
            <a:endParaRPr lang="en-US"/>
          </a:p>
        </p:txBody>
      </p:sp>
      <p:sp>
        <p:nvSpPr>
          <p:cNvPr id="11" name="Text Placeholder 21">
            <a:extLst>
              <a:ext uri="{FF2B5EF4-FFF2-40B4-BE49-F238E27FC236}">
                <a16:creationId xmlns:a16="http://schemas.microsoft.com/office/drawing/2014/main" id="{C1AEB284-7F0C-3187-B592-E1732E8ED9FB}"/>
              </a:ext>
            </a:extLst>
          </p:cNvPr>
          <p:cNvSpPr>
            <a:spLocks noGrp="1"/>
          </p:cNvSpPr>
          <p:nvPr>
            <p:ph type="body" sz="quarter" idx="29" hasCustomPrompt="1"/>
          </p:nvPr>
        </p:nvSpPr>
        <p:spPr>
          <a:xfrm>
            <a:off x="8426434"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23">
            <a:extLst>
              <a:ext uri="{FF2B5EF4-FFF2-40B4-BE49-F238E27FC236}">
                <a16:creationId xmlns:a16="http://schemas.microsoft.com/office/drawing/2014/main" id="{4B41B821-5DFB-B757-C0F7-DB0D030FBE52}"/>
              </a:ext>
            </a:extLst>
          </p:cNvPr>
          <p:cNvSpPr>
            <a:spLocks noGrp="1"/>
          </p:cNvSpPr>
          <p:nvPr>
            <p:ph type="body" sz="quarter" idx="30" hasCustomPrompt="1"/>
          </p:nvPr>
        </p:nvSpPr>
        <p:spPr>
          <a:xfrm>
            <a:off x="8426433"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3" name="Text Placeholder 21">
            <a:extLst>
              <a:ext uri="{FF2B5EF4-FFF2-40B4-BE49-F238E27FC236}">
                <a16:creationId xmlns:a16="http://schemas.microsoft.com/office/drawing/2014/main" id="{DF6AFE7A-748E-3094-E5DD-96068A1ADB22}"/>
              </a:ext>
            </a:extLst>
          </p:cNvPr>
          <p:cNvSpPr>
            <a:spLocks noGrp="1"/>
          </p:cNvSpPr>
          <p:nvPr>
            <p:ph type="body" sz="quarter" idx="31" hasCustomPrompt="1"/>
          </p:nvPr>
        </p:nvSpPr>
        <p:spPr>
          <a:xfrm>
            <a:off x="8426434"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4" name="Text Placeholder 23">
            <a:extLst>
              <a:ext uri="{FF2B5EF4-FFF2-40B4-BE49-F238E27FC236}">
                <a16:creationId xmlns:a16="http://schemas.microsoft.com/office/drawing/2014/main" id="{4A3630C7-F978-2556-4A23-C0C594F4D671}"/>
              </a:ext>
            </a:extLst>
          </p:cNvPr>
          <p:cNvSpPr>
            <a:spLocks noGrp="1"/>
          </p:cNvSpPr>
          <p:nvPr>
            <p:ph type="body" sz="quarter" idx="32" hasCustomPrompt="1"/>
          </p:nvPr>
        </p:nvSpPr>
        <p:spPr>
          <a:xfrm>
            <a:off x="8426433"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5" name="Text Placeholder 12">
            <a:extLst>
              <a:ext uri="{FF2B5EF4-FFF2-40B4-BE49-F238E27FC236}">
                <a16:creationId xmlns:a16="http://schemas.microsoft.com/office/drawing/2014/main" id="{3E8A0744-C495-285F-181E-6DC10F0DF496}"/>
              </a:ext>
            </a:extLst>
          </p:cNvPr>
          <p:cNvSpPr>
            <a:spLocks noGrp="1"/>
          </p:cNvSpPr>
          <p:nvPr>
            <p:ph type="body" sz="quarter" idx="33" hasCustomPrompt="1"/>
          </p:nvPr>
        </p:nvSpPr>
        <p:spPr>
          <a:xfrm>
            <a:off x="7989314"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03</a:t>
            </a:r>
            <a:endParaRPr lang="en-US"/>
          </a:p>
        </p:txBody>
      </p:sp>
      <p:sp>
        <p:nvSpPr>
          <p:cNvPr id="16" name="Text Placeholder 12">
            <a:extLst>
              <a:ext uri="{FF2B5EF4-FFF2-40B4-BE49-F238E27FC236}">
                <a16:creationId xmlns:a16="http://schemas.microsoft.com/office/drawing/2014/main" id="{BDFD6F31-A9EA-9929-A27C-F99215BAC5D0}"/>
              </a:ext>
            </a:extLst>
          </p:cNvPr>
          <p:cNvSpPr>
            <a:spLocks noGrp="1"/>
          </p:cNvSpPr>
          <p:nvPr>
            <p:ph type="body" sz="quarter" idx="34" hasCustomPrompt="1"/>
          </p:nvPr>
        </p:nvSpPr>
        <p:spPr>
          <a:xfrm>
            <a:off x="7989314"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06</a:t>
            </a:r>
            <a:endParaRPr lang="en-US"/>
          </a:p>
        </p:txBody>
      </p:sp>
      <p:cxnSp>
        <p:nvCxnSpPr>
          <p:cNvPr id="5" name="Straight Connector 5">
            <a:extLst>
              <a:ext uri="{FF2B5EF4-FFF2-40B4-BE49-F238E27FC236}">
                <a16:creationId xmlns:a16="http://schemas.microsoft.com/office/drawing/2014/main" id="{8FE7AEA7-AACE-84C8-F8D5-D65FF61023BA}"/>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FC7471E0-A051-08DB-08FF-F66DA868CBD5}"/>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56304309"/>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Agenda Style 3">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22">
            <a:extLst>
              <a:ext uri="{FF2B5EF4-FFF2-40B4-BE49-F238E27FC236}">
                <a16:creationId xmlns:a16="http://schemas.microsoft.com/office/drawing/2014/main" id="{5536B56F-F531-540F-8796-BAE4CC0E7607}"/>
              </a:ext>
            </a:extLst>
          </p:cNvPr>
          <p:cNvSpPr>
            <a:spLocks noGrp="1"/>
          </p:cNvSpPr>
          <p:nvPr>
            <p:ph type="body" sz="quarter" idx="13" hasCustomPrompt="1"/>
          </p:nvPr>
        </p:nvSpPr>
        <p:spPr>
          <a:xfrm>
            <a:off x="2532063" y="13880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8" name="Text Placeholder 24">
            <a:extLst>
              <a:ext uri="{FF2B5EF4-FFF2-40B4-BE49-F238E27FC236}">
                <a16:creationId xmlns:a16="http://schemas.microsoft.com/office/drawing/2014/main" id="{1804F481-5029-6614-64A1-EDA7EF95ECB9}"/>
              </a:ext>
            </a:extLst>
          </p:cNvPr>
          <p:cNvSpPr>
            <a:spLocks noGrp="1"/>
          </p:cNvSpPr>
          <p:nvPr>
            <p:ph type="body" sz="quarter" idx="15"/>
          </p:nvPr>
        </p:nvSpPr>
        <p:spPr>
          <a:xfrm>
            <a:off x="2531580" y="17803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9" name="Text Placeholder 22">
            <a:extLst>
              <a:ext uri="{FF2B5EF4-FFF2-40B4-BE49-F238E27FC236}">
                <a16:creationId xmlns:a16="http://schemas.microsoft.com/office/drawing/2014/main" id="{ABBF112A-5454-FE49-7AAC-CF484D953357}"/>
              </a:ext>
            </a:extLst>
          </p:cNvPr>
          <p:cNvSpPr>
            <a:spLocks noGrp="1"/>
          </p:cNvSpPr>
          <p:nvPr>
            <p:ph type="body" sz="quarter" idx="16" hasCustomPrompt="1"/>
          </p:nvPr>
        </p:nvSpPr>
        <p:spPr>
          <a:xfrm>
            <a:off x="2532081" y="2234192"/>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1" name="Text Placeholder 24">
            <a:extLst>
              <a:ext uri="{FF2B5EF4-FFF2-40B4-BE49-F238E27FC236}">
                <a16:creationId xmlns:a16="http://schemas.microsoft.com/office/drawing/2014/main" id="{1A150C75-E0E2-38DD-416D-91A21E88CB97}"/>
              </a:ext>
            </a:extLst>
          </p:cNvPr>
          <p:cNvSpPr>
            <a:spLocks noGrp="1"/>
          </p:cNvSpPr>
          <p:nvPr>
            <p:ph type="body" sz="quarter" idx="17"/>
          </p:nvPr>
        </p:nvSpPr>
        <p:spPr>
          <a:xfrm>
            <a:off x="2531580" y="2626447"/>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3" name="Text Placeholder 22">
            <a:extLst>
              <a:ext uri="{FF2B5EF4-FFF2-40B4-BE49-F238E27FC236}">
                <a16:creationId xmlns:a16="http://schemas.microsoft.com/office/drawing/2014/main" id="{C80484F3-A715-7D93-FF70-AF8370E1B324}"/>
              </a:ext>
            </a:extLst>
          </p:cNvPr>
          <p:cNvSpPr>
            <a:spLocks noGrp="1"/>
          </p:cNvSpPr>
          <p:nvPr>
            <p:ph type="body" sz="quarter" idx="18" hasCustomPrompt="1"/>
          </p:nvPr>
        </p:nvSpPr>
        <p:spPr>
          <a:xfrm>
            <a:off x="2532081" y="30796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AABCFCEF-6730-EA4C-DBFF-2CFF639B3FD5}"/>
              </a:ext>
            </a:extLst>
          </p:cNvPr>
          <p:cNvSpPr>
            <a:spLocks noGrp="1"/>
          </p:cNvSpPr>
          <p:nvPr>
            <p:ph type="body" sz="quarter" idx="19"/>
          </p:nvPr>
        </p:nvSpPr>
        <p:spPr>
          <a:xfrm>
            <a:off x="2531580" y="34719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12">
            <a:extLst>
              <a:ext uri="{FF2B5EF4-FFF2-40B4-BE49-F238E27FC236}">
                <a16:creationId xmlns:a16="http://schemas.microsoft.com/office/drawing/2014/main" id="{C2E974CF-5325-C835-8D53-30C45BE0FA82}"/>
              </a:ext>
            </a:extLst>
          </p:cNvPr>
          <p:cNvSpPr>
            <a:spLocks noGrp="1"/>
          </p:cNvSpPr>
          <p:nvPr>
            <p:ph type="body" sz="quarter" idx="26" hasCustomPrompt="1"/>
          </p:nvPr>
        </p:nvSpPr>
        <p:spPr>
          <a:xfrm>
            <a:off x="1810026" y="1388067"/>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9" name="Text Placeholder 12">
            <a:extLst>
              <a:ext uri="{FF2B5EF4-FFF2-40B4-BE49-F238E27FC236}">
                <a16:creationId xmlns:a16="http://schemas.microsoft.com/office/drawing/2014/main" id="{8766B7B2-1CEE-476D-CD98-C488FBD7491C}"/>
              </a:ext>
            </a:extLst>
          </p:cNvPr>
          <p:cNvSpPr>
            <a:spLocks noGrp="1"/>
          </p:cNvSpPr>
          <p:nvPr>
            <p:ph type="body" sz="quarter" idx="27" hasCustomPrompt="1"/>
          </p:nvPr>
        </p:nvSpPr>
        <p:spPr>
          <a:xfrm>
            <a:off x="1810026" y="2240692"/>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0" name="Text Placeholder 12">
            <a:extLst>
              <a:ext uri="{FF2B5EF4-FFF2-40B4-BE49-F238E27FC236}">
                <a16:creationId xmlns:a16="http://schemas.microsoft.com/office/drawing/2014/main" id="{D84AEBAE-9F18-73E1-0696-0E9858817C62}"/>
              </a:ext>
            </a:extLst>
          </p:cNvPr>
          <p:cNvSpPr>
            <a:spLocks noGrp="1"/>
          </p:cNvSpPr>
          <p:nvPr>
            <p:ph type="body" sz="quarter" idx="28" hasCustomPrompt="1"/>
          </p:nvPr>
        </p:nvSpPr>
        <p:spPr>
          <a:xfrm>
            <a:off x="1810026" y="3079666"/>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3" name="Text Placeholder 22">
            <a:extLst>
              <a:ext uri="{FF2B5EF4-FFF2-40B4-BE49-F238E27FC236}">
                <a16:creationId xmlns:a16="http://schemas.microsoft.com/office/drawing/2014/main" id="{A7EDDCDD-B4C2-59E6-19B3-6014DE489B6F}"/>
              </a:ext>
            </a:extLst>
          </p:cNvPr>
          <p:cNvSpPr>
            <a:spLocks noGrp="1"/>
          </p:cNvSpPr>
          <p:nvPr>
            <p:ph type="body" sz="quarter" idx="29" hasCustomPrompt="1"/>
          </p:nvPr>
        </p:nvSpPr>
        <p:spPr>
          <a:xfrm>
            <a:off x="2532081" y="3925140"/>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4">
            <a:extLst>
              <a:ext uri="{FF2B5EF4-FFF2-40B4-BE49-F238E27FC236}">
                <a16:creationId xmlns:a16="http://schemas.microsoft.com/office/drawing/2014/main" id="{CD8E8B20-BC80-2B9E-4915-D5339CD1EE55}"/>
              </a:ext>
            </a:extLst>
          </p:cNvPr>
          <p:cNvSpPr>
            <a:spLocks noGrp="1"/>
          </p:cNvSpPr>
          <p:nvPr>
            <p:ph type="body" sz="quarter" idx="30"/>
          </p:nvPr>
        </p:nvSpPr>
        <p:spPr>
          <a:xfrm>
            <a:off x="2531580" y="4317395"/>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5" name="Text Placeholder 12">
            <a:extLst>
              <a:ext uri="{FF2B5EF4-FFF2-40B4-BE49-F238E27FC236}">
                <a16:creationId xmlns:a16="http://schemas.microsoft.com/office/drawing/2014/main" id="{5B5B9C15-3731-CC21-4A7B-A5C374A1A53A}"/>
              </a:ext>
            </a:extLst>
          </p:cNvPr>
          <p:cNvSpPr>
            <a:spLocks noGrp="1"/>
          </p:cNvSpPr>
          <p:nvPr>
            <p:ph type="body" sz="quarter" idx="31" hasCustomPrompt="1"/>
          </p:nvPr>
        </p:nvSpPr>
        <p:spPr>
          <a:xfrm>
            <a:off x="1810026" y="3925140"/>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6" name="Text Placeholder 22">
            <a:extLst>
              <a:ext uri="{FF2B5EF4-FFF2-40B4-BE49-F238E27FC236}">
                <a16:creationId xmlns:a16="http://schemas.microsoft.com/office/drawing/2014/main" id="{13E1AAB4-635D-BF4A-5965-4B31253F314D}"/>
              </a:ext>
            </a:extLst>
          </p:cNvPr>
          <p:cNvSpPr>
            <a:spLocks noGrp="1"/>
          </p:cNvSpPr>
          <p:nvPr>
            <p:ph type="body" sz="quarter" idx="32" hasCustomPrompt="1"/>
          </p:nvPr>
        </p:nvSpPr>
        <p:spPr>
          <a:xfrm>
            <a:off x="2532081" y="4775125"/>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7" name="Text Placeholder 24">
            <a:extLst>
              <a:ext uri="{FF2B5EF4-FFF2-40B4-BE49-F238E27FC236}">
                <a16:creationId xmlns:a16="http://schemas.microsoft.com/office/drawing/2014/main" id="{25A78126-D46D-FF52-6586-D197EBED5447}"/>
              </a:ext>
            </a:extLst>
          </p:cNvPr>
          <p:cNvSpPr>
            <a:spLocks noGrp="1"/>
          </p:cNvSpPr>
          <p:nvPr>
            <p:ph type="body" sz="quarter" idx="33"/>
          </p:nvPr>
        </p:nvSpPr>
        <p:spPr>
          <a:xfrm>
            <a:off x="2531580" y="5167380"/>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8" name="Text Placeholder 12">
            <a:extLst>
              <a:ext uri="{FF2B5EF4-FFF2-40B4-BE49-F238E27FC236}">
                <a16:creationId xmlns:a16="http://schemas.microsoft.com/office/drawing/2014/main" id="{9AE9F7A2-511D-9C1D-CE95-14D3B8788A81}"/>
              </a:ext>
            </a:extLst>
          </p:cNvPr>
          <p:cNvSpPr>
            <a:spLocks noGrp="1"/>
          </p:cNvSpPr>
          <p:nvPr>
            <p:ph type="body" sz="quarter" idx="34" hasCustomPrompt="1"/>
          </p:nvPr>
        </p:nvSpPr>
        <p:spPr>
          <a:xfrm>
            <a:off x="1810026" y="4775125"/>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cxnSp>
        <p:nvCxnSpPr>
          <p:cNvPr id="5" name="Straight Connector 5">
            <a:extLst>
              <a:ext uri="{FF2B5EF4-FFF2-40B4-BE49-F238E27FC236}">
                <a16:creationId xmlns:a16="http://schemas.microsoft.com/office/drawing/2014/main" id="{9C9D571D-6AD0-C4B8-BF37-305B95B237FC}"/>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5A65B9FA-8D01-17BA-D0C5-75C20B8953B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524017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Speaker introduc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02487"/>
            <a:ext cx="3483438" cy="317667"/>
          </a:xfrm>
        </p:spPr>
        <p:txBody>
          <a:bodyPr/>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7" name="Text Placeholder 16">
            <a:extLst>
              <a:ext uri="{FF2B5EF4-FFF2-40B4-BE49-F238E27FC236}">
                <a16:creationId xmlns:a16="http://schemas.microsoft.com/office/drawing/2014/main" id="{BFCFD1A9-B1E6-239C-FBAB-267510721D0A}"/>
              </a:ext>
            </a:extLst>
          </p:cNvPr>
          <p:cNvSpPr>
            <a:spLocks noGrp="1"/>
          </p:cNvSpPr>
          <p:nvPr>
            <p:ph type="body" sz="quarter" idx="25"/>
          </p:nvPr>
        </p:nvSpPr>
        <p:spPr>
          <a:xfrm>
            <a:off x="4377261" y="2512088"/>
            <a:ext cx="5282675" cy="2308066"/>
          </a:xfrm>
        </p:spPr>
        <p:txBody>
          <a:bodyPr/>
          <a:lstStyle>
            <a:lvl1pPr marL="0" indent="0" algn="l" defTabSz="914400" rtl="0" eaLnBrk="1" latinLnBrk="0" hangingPunct="1">
              <a:lnSpc>
                <a:spcPct val="120000"/>
              </a:lnSpc>
              <a:spcBef>
                <a:spcPct val="0"/>
              </a:spcBef>
              <a:buNone/>
              <a:defRPr lang="en-GB" sz="1400" kern="1200" dirty="0" smtClean="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C388E6D2-5BAF-ED44-B2B1-6D908E524C0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CDA4255D-DBEA-2C57-DB91-0F72EE5DC39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35485218"/>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Multiple speakers">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7" name="Picture Placeholder 13">
            <a:extLst>
              <a:ext uri="{FF2B5EF4-FFF2-40B4-BE49-F238E27FC236}">
                <a16:creationId xmlns:a16="http://schemas.microsoft.com/office/drawing/2014/main" id="{2328CA78-E1CB-C82D-3890-7CE118FFA6F5}"/>
              </a:ext>
            </a:extLst>
          </p:cNvPr>
          <p:cNvSpPr>
            <a:spLocks noGrp="1"/>
          </p:cNvSpPr>
          <p:nvPr>
            <p:ph type="pic" sz="quarter" idx="25"/>
          </p:nvPr>
        </p:nvSpPr>
        <p:spPr>
          <a:xfrm>
            <a:off x="5083174"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8" name="Text Placeholder 21">
            <a:extLst>
              <a:ext uri="{FF2B5EF4-FFF2-40B4-BE49-F238E27FC236}">
                <a16:creationId xmlns:a16="http://schemas.microsoft.com/office/drawing/2014/main" id="{86042117-1A75-2036-9EB6-B3BAB40557A9}"/>
              </a:ext>
            </a:extLst>
          </p:cNvPr>
          <p:cNvSpPr>
            <a:spLocks noGrp="1"/>
          </p:cNvSpPr>
          <p:nvPr>
            <p:ph type="body" sz="quarter" idx="26" hasCustomPrompt="1"/>
          </p:nvPr>
        </p:nvSpPr>
        <p:spPr>
          <a:xfrm>
            <a:off x="4361976"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9" name="Text Placeholder 21">
            <a:extLst>
              <a:ext uri="{FF2B5EF4-FFF2-40B4-BE49-F238E27FC236}">
                <a16:creationId xmlns:a16="http://schemas.microsoft.com/office/drawing/2014/main" id="{0CD4D48C-EC00-94E4-69F3-EF51AC02762E}"/>
              </a:ext>
            </a:extLst>
          </p:cNvPr>
          <p:cNvSpPr>
            <a:spLocks noGrp="1"/>
          </p:cNvSpPr>
          <p:nvPr>
            <p:ph type="body" sz="quarter" idx="27" hasCustomPrompt="1"/>
          </p:nvPr>
        </p:nvSpPr>
        <p:spPr>
          <a:xfrm>
            <a:off x="4361973"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0" name="Picture Placeholder 13">
            <a:extLst>
              <a:ext uri="{FF2B5EF4-FFF2-40B4-BE49-F238E27FC236}">
                <a16:creationId xmlns:a16="http://schemas.microsoft.com/office/drawing/2014/main" id="{9A1D6FB7-B1FF-8326-8B31-3AC5954FA260}"/>
              </a:ext>
            </a:extLst>
          </p:cNvPr>
          <p:cNvSpPr>
            <a:spLocks noGrp="1"/>
          </p:cNvSpPr>
          <p:nvPr>
            <p:ph type="pic" sz="quarter" idx="28"/>
          </p:nvPr>
        </p:nvSpPr>
        <p:spPr>
          <a:xfrm>
            <a:off x="8720677"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11" name="Text Placeholder 21">
            <a:extLst>
              <a:ext uri="{FF2B5EF4-FFF2-40B4-BE49-F238E27FC236}">
                <a16:creationId xmlns:a16="http://schemas.microsoft.com/office/drawing/2014/main" id="{9ED438C1-B0A6-419C-0AC3-151D81BAE851}"/>
              </a:ext>
            </a:extLst>
          </p:cNvPr>
          <p:cNvSpPr>
            <a:spLocks noGrp="1"/>
          </p:cNvSpPr>
          <p:nvPr>
            <p:ph type="body" sz="quarter" idx="29" hasCustomPrompt="1"/>
          </p:nvPr>
        </p:nvSpPr>
        <p:spPr>
          <a:xfrm>
            <a:off x="7999479"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12" name="Text Placeholder 21">
            <a:extLst>
              <a:ext uri="{FF2B5EF4-FFF2-40B4-BE49-F238E27FC236}">
                <a16:creationId xmlns:a16="http://schemas.microsoft.com/office/drawing/2014/main" id="{A6B83889-1ECE-CF73-A5C2-C8DE7E9CA0B8}"/>
              </a:ext>
            </a:extLst>
          </p:cNvPr>
          <p:cNvSpPr>
            <a:spLocks noGrp="1"/>
          </p:cNvSpPr>
          <p:nvPr>
            <p:ph type="body" sz="quarter" idx="30" hasCustomPrompt="1"/>
          </p:nvPr>
        </p:nvSpPr>
        <p:spPr>
          <a:xfrm>
            <a:off x="7999476"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cxnSp>
        <p:nvCxnSpPr>
          <p:cNvPr id="5" name="Straight Connector 5">
            <a:extLst>
              <a:ext uri="{FF2B5EF4-FFF2-40B4-BE49-F238E27FC236}">
                <a16:creationId xmlns:a16="http://schemas.microsoft.com/office/drawing/2014/main" id="{CF9BC6B7-55B2-9894-BD2C-A0A760D055D2}"/>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3" name="Rectangle 47">
            <a:extLst>
              <a:ext uri="{FF2B5EF4-FFF2-40B4-BE49-F238E27FC236}">
                <a16:creationId xmlns:a16="http://schemas.microsoft.com/office/drawing/2014/main" id="{917DF6C1-8F42-864F-6DAE-AF91B64A600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872627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İçerik">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marL="0" indent="0">
              <a:lnSpc>
                <a:spcPct val="120000"/>
              </a:lnSpc>
              <a:spcBef>
                <a:spcPts val="500"/>
              </a:spcBef>
              <a:spcAft>
                <a:spcPts val="500"/>
              </a:spcAft>
              <a:buFontTx/>
              <a:buNone/>
              <a:defRPr/>
            </a:lvl1pPr>
            <a:lvl2pPr marL="0" indent="0">
              <a:lnSpc>
                <a:spcPct val="120000"/>
              </a:lnSpc>
              <a:spcBef>
                <a:spcPts val="500"/>
              </a:spcBef>
              <a:spcAft>
                <a:spcPts val="500"/>
              </a:spcAft>
              <a:buFontTx/>
              <a:buNone/>
              <a:defRPr/>
            </a:lvl2pPr>
            <a:lvl3pPr marL="0" indent="0">
              <a:lnSpc>
                <a:spcPct val="120000"/>
              </a:lnSpc>
              <a:spcBef>
                <a:spcPts val="500"/>
              </a:spcBef>
              <a:spcAft>
                <a:spcPts val="500"/>
              </a:spcAft>
              <a:buFontTx/>
              <a:buNone/>
              <a:defRPr/>
            </a:lvl3pPr>
            <a:lvl4pPr marL="0" indent="0">
              <a:lnSpc>
                <a:spcPct val="120000"/>
              </a:lnSpc>
              <a:spcBef>
                <a:spcPts val="500"/>
              </a:spcBef>
              <a:spcAft>
                <a:spcPts val="500"/>
              </a:spcAft>
              <a:buFontTx/>
              <a:buNone/>
              <a:defRPr/>
            </a:lvl4pPr>
            <a:lvl5pPr marL="0" indent="0">
              <a:lnSpc>
                <a:spcPct val="120000"/>
              </a:lnSpc>
              <a:spcBef>
                <a:spcPts val="500"/>
              </a:spcBef>
              <a:spcAft>
                <a:spcPts val="500"/>
              </a:spcAft>
              <a:buFontTx/>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3371082610"/>
      </p:ext>
    </p:extLst>
  </p:cSld>
  <p:clrMapOvr>
    <a:masterClrMapping/>
  </p:clrMapOvr>
  <p:hf hdr="0" ftr="0" dt="0"/>
  <p:extLst>
    <p:ext uri="{DCECCB84-F9BA-43D5-87BE-67443E8EF086}">
      <p15:sldGuideLst xmlns:p15="http://schemas.microsoft.com/office/powerpoint/2012/main"/>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cxnSp>
        <p:nvCxnSpPr>
          <p:cNvPr id="5" name="Straight Connector 5">
            <a:extLst>
              <a:ext uri="{FF2B5EF4-FFF2-40B4-BE49-F238E27FC236}">
                <a16:creationId xmlns:a16="http://schemas.microsoft.com/office/drawing/2014/main" id="{0EF82928-9B33-C7CD-DB84-51459AE8E85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1837D183-269E-F5F0-AABC-C247E55BE8B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8782537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3 Sütu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Tree>
    <p:extLst>
      <p:ext uri="{BB962C8B-B14F-4D97-AF65-F5344CB8AC3E}">
        <p14:creationId xmlns:p14="http://schemas.microsoft.com/office/powerpoint/2010/main" val="3852031890"/>
      </p:ext>
    </p:extLst>
  </p:cSld>
  <p:clrMapOvr>
    <a:masterClrMapping/>
  </p:clrMapOvr>
  <p:hf hdr="0" ftr="0" dt="0"/>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p:cSld name="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cxnSp>
        <p:nvCxnSpPr>
          <p:cNvPr id="5" name="Straight Connector 5">
            <a:extLst>
              <a:ext uri="{FF2B5EF4-FFF2-40B4-BE49-F238E27FC236}">
                <a16:creationId xmlns:a16="http://schemas.microsoft.com/office/drawing/2014/main" id="{975A7026-2302-D385-6C39-3FFE386D7721}"/>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9" name="Rectangle 47">
            <a:extLst>
              <a:ext uri="{FF2B5EF4-FFF2-40B4-BE49-F238E27FC236}">
                <a16:creationId xmlns:a16="http://schemas.microsoft.com/office/drawing/2014/main" id="{919CE32D-F20E-7817-5EEA-226F36B3579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8030348"/>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p:cSld name="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1" name="Text Placeholder 23">
            <a:extLst>
              <a:ext uri="{FF2B5EF4-FFF2-40B4-BE49-F238E27FC236}">
                <a16:creationId xmlns:a16="http://schemas.microsoft.com/office/drawing/2014/main" id="{7CC51DE0-F066-5324-2C99-81558D301C0E}"/>
              </a:ext>
            </a:extLst>
          </p:cNvPr>
          <p:cNvSpPr>
            <a:spLocks noGrp="1"/>
          </p:cNvSpPr>
          <p:nvPr>
            <p:ph type="body" sz="quarter" idx="14" hasCustomPrompt="1"/>
          </p:nvPr>
        </p:nvSpPr>
        <p:spPr>
          <a:xfrm>
            <a:off x="704376"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3" name="Text Placeholder 23">
            <a:extLst>
              <a:ext uri="{FF2B5EF4-FFF2-40B4-BE49-F238E27FC236}">
                <a16:creationId xmlns:a16="http://schemas.microsoft.com/office/drawing/2014/main" id="{179E0B83-D473-F57B-563A-6CFD62DBEE1C}"/>
              </a:ext>
            </a:extLst>
          </p:cNvPr>
          <p:cNvSpPr>
            <a:spLocks noGrp="1"/>
          </p:cNvSpPr>
          <p:nvPr>
            <p:ph type="body" sz="quarter" idx="20" hasCustomPrompt="1"/>
          </p:nvPr>
        </p:nvSpPr>
        <p:spPr>
          <a:xfrm>
            <a:off x="6170400"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5" name="Text Placeholder 23">
            <a:extLst>
              <a:ext uri="{FF2B5EF4-FFF2-40B4-BE49-F238E27FC236}">
                <a16:creationId xmlns:a16="http://schemas.microsoft.com/office/drawing/2014/main" id="{0874603D-7E3E-8180-F8FD-8504D8000B80}"/>
              </a:ext>
            </a:extLst>
          </p:cNvPr>
          <p:cNvSpPr>
            <a:spLocks noGrp="1"/>
          </p:cNvSpPr>
          <p:nvPr>
            <p:ph type="body" sz="quarter" idx="22" hasCustomPrompt="1"/>
          </p:nvPr>
        </p:nvSpPr>
        <p:spPr>
          <a:xfrm>
            <a:off x="704376"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7" name="Text Placeholder 23">
            <a:extLst>
              <a:ext uri="{FF2B5EF4-FFF2-40B4-BE49-F238E27FC236}">
                <a16:creationId xmlns:a16="http://schemas.microsoft.com/office/drawing/2014/main" id="{B512BF3A-A754-CFE5-9D8E-6A4A96ADD598}"/>
              </a:ext>
            </a:extLst>
          </p:cNvPr>
          <p:cNvSpPr>
            <a:spLocks noGrp="1"/>
          </p:cNvSpPr>
          <p:nvPr>
            <p:ph type="body" sz="quarter" idx="24" hasCustomPrompt="1"/>
          </p:nvPr>
        </p:nvSpPr>
        <p:spPr>
          <a:xfrm>
            <a:off x="6169004"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cxnSp>
        <p:nvCxnSpPr>
          <p:cNvPr id="5" name="Straight Connector 5">
            <a:extLst>
              <a:ext uri="{FF2B5EF4-FFF2-40B4-BE49-F238E27FC236}">
                <a16:creationId xmlns:a16="http://schemas.microsoft.com/office/drawing/2014/main" id="{FCCC759D-853F-46AB-2BDA-EFE106F10E9C}"/>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2FE4411C-3C8C-E9B3-3660-46FDCEB316FA}"/>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14">
            <a:extLst>
              <a:ext uri="{FF2B5EF4-FFF2-40B4-BE49-F238E27FC236}">
                <a16:creationId xmlns:a16="http://schemas.microsoft.com/office/drawing/2014/main" id="{774C172E-9168-6B09-13A6-E40E9D1E78BD}"/>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16">
            <a:extLst>
              <a:ext uri="{FF2B5EF4-FFF2-40B4-BE49-F238E27FC236}">
                <a16:creationId xmlns:a16="http://schemas.microsoft.com/office/drawing/2014/main" id="{E3F7C1CB-8C04-40F4-FDEC-79C1EDDE9C39}"/>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4248081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p:cSld name="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136087"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chemeClr val="bg1"/>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31014928-B237-9014-466D-376C40DB2949}"/>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cxnSp>
        <p:nvCxnSpPr>
          <p:cNvPr id="9" name="Straight Connector 5">
            <a:extLst>
              <a:ext uri="{FF2B5EF4-FFF2-40B4-BE49-F238E27FC236}">
                <a16:creationId xmlns:a16="http://schemas.microsoft.com/office/drawing/2014/main" id="{EB4F7843-9265-AC3A-B1F6-770BE7D5758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Rectangle 47">
            <a:extLst>
              <a:ext uri="{FF2B5EF4-FFF2-40B4-BE49-F238E27FC236}">
                <a16:creationId xmlns:a16="http://schemas.microsoft.com/office/drawing/2014/main" id="{B4EEDD57-1A50-3A71-D9D5-20CEC77083AD}"/>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73166247"/>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p:cSld name="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137200"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marL="0" indent="0">
              <a:lnSpc>
                <a:spcPct val="120000"/>
              </a:lnSpc>
              <a:spcBef>
                <a:spcPts val="500"/>
              </a:spcBef>
              <a:spcAft>
                <a:spcPts val="500"/>
              </a:spcAft>
              <a:buNone/>
              <a:defRPr>
                <a:solidFill>
                  <a:schemeClr val="tx1">
                    <a:lumMod val="75000"/>
                    <a:lumOff val="25000"/>
                  </a:schemeClr>
                </a:solidFill>
              </a:defRPr>
            </a:lvl1pPr>
            <a:lvl2pPr marL="0" indent="0">
              <a:lnSpc>
                <a:spcPct val="120000"/>
              </a:lnSpc>
              <a:spcBef>
                <a:spcPts val="500"/>
              </a:spcBef>
              <a:spcAft>
                <a:spcPts val="500"/>
              </a:spcAft>
              <a:buNone/>
              <a:defRPr>
                <a:solidFill>
                  <a:schemeClr val="tx1">
                    <a:lumMod val="75000"/>
                    <a:lumOff val="25000"/>
                  </a:schemeClr>
                </a:solidFill>
              </a:defRPr>
            </a:lvl2pPr>
            <a:lvl3pPr marL="0" indent="0">
              <a:lnSpc>
                <a:spcPct val="120000"/>
              </a:lnSpc>
              <a:spcBef>
                <a:spcPts val="500"/>
              </a:spcBef>
              <a:spcAft>
                <a:spcPts val="500"/>
              </a:spcAft>
              <a:buNone/>
              <a:defRPr>
                <a:solidFill>
                  <a:schemeClr val="tx1">
                    <a:lumMod val="75000"/>
                    <a:lumOff val="25000"/>
                  </a:schemeClr>
                </a:solidFill>
              </a:defRPr>
            </a:lvl3pPr>
            <a:lvl4pPr marL="0" indent="0">
              <a:lnSpc>
                <a:spcPct val="120000"/>
              </a:lnSpc>
              <a:spcBef>
                <a:spcPts val="500"/>
              </a:spcBef>
              <a:spcAft>
                <a:spcPts val="500"/>
              </a:spcAft>
              <a:buNone/>
              <a:defRPr>
                <a:solidFill>
                  <a:schemeClr val="tx1">
                    <a:lumMod val="75000"/>
                    <a:lumOff val="25000"/>
                  </a:schemeClr>
                </a:solidFill>
              </a:defRPr>
            </a:lvl4pPr>
            <a:lvl5pPr marL="0" indent="0">
              <a:lnSpc>
                <a:spcPct val="120000"/>
              </a:lnSpc>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51498229-9ED1-F8B1-165C-F65F19CA491E}"/>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378CD64D-D5B3-87C8-23BB-29E3017BCE18}"/>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E919E478-8CB3-9054-B366-F0883D3C23D6}"/>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05232418"/>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p:cSld name="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rgbClr val="FFFFFF"/>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1F5593E1-F694-13CD-4D54-C34421B0B0C5}"/>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F39F4794-14C7-817D-FE36-0AD0F58D6D9A}"/>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8E7F9761-A7DC-9353-8530-A40053CF6B5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46612974"/>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p:cSld name="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marL="0" indent="0">
              <a:spcBef>
                <a:spcPts val="500"/>
              </a:spcBef>
              <a:spcAft>
                <a:spcPts val="500"/>
              </a:spcAft>
              <a:buNone/>
              <a:defRPr>
                <a:solidFill>
                  <a:schemeClr val="tx1">
                    <a:lumMod val="75000"/>
                    <a:lumOff val="25000"/>
                  </a:schemeClr>
                </a:solidFill>
              </a:defRPr>
            </a:lvl1pPr>
            <a:lvl2pPr marL="0" indent="0">
              <a:spcBef>
                <a:spcPts val="500"/>
              </a:spcBef>
              <a:spcAft>
                <a:spcPts val="500"/>
              </a:spcAft>
              <a:buNone/>
              <a:defRPr>
                <a:solidFill>
                  <a:schemeClr val="tx1">
                    <a:lumMod val="75000"/>
                    <a:lumOff val="25000"/>
                  </a:schemeClr>
                </a:solidFill>
              </a:defRPr>
            </a:lvl2pPr>
            <a:lvl3pPr marL="0" indent="0">
              <a:spcBef>
                <a:spcPts val="500"/>
              </a:spcBef>
              <a:spcAft>
                <a:spcPts val="500"/>
              </a:spcAft>
              <a:buNone/>
              <a:defRPr>
                <a:solidFill>
                  <a:schemeClr val="tx1">
                    <a:lumMod val="75000"/>
                    <a:lumOff val="25000"/>
                  </a:schemeClr>
                </a:solidFill>
              </a:defRPr>
            </a:lvl3pPr>
            <a:lvl4pPr marL="0" indent="0">
              <a:spcBef>
                <a:spcPts val="500"/>
              </a:spcBef>
              <a:spcAft>
                <a:spcPts val="500"/>
              </a:spcAft>
              <a:buNone/>
              <a:defRPr>
                <a:solidFill>
                  <a:schemeClr val="tx1">
                    <a:lumMod val="75000"/>
                    <a:lumOff val="25000"/>
                  </a:schemeClr>
                </a:solidFill>
              </a:defRPr>
            </a:lvl4pPr>
            <a:lvl5pPr marL="0" indent="0">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D97ECE9A-FE43-CF1D-4ECA-A391BC028F83}"/>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77E4A7B9-92F3-4EEF-31E7-ED983F34A14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4DB4F4F2-0545-7083-3B4C-DD81A8226B4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15205054"/>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p:cSld name="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E7B2789D-7D69-5B7C-1F26-04C307AA021E}"/>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5">
            <a:extLst>
              <a:ext uri="{FF2B5EF4-FFF2-40B4-BE49-F238E27FC236}">
                <a16:creationId xmlns:a16="http://schemas.microsoft.com/office/drawing/2014/main" id="{08C4C618-5315-2E7D-74C4-16662254A8CC}"/>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A88C88E1-D6A2-06C9-B12A-BBA7D6793EC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80647946"/>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p:cSld name="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3A7F7438-DF7B-05D8-0411-3EE2768DC82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7DC75387-2818-167B-ECA9-414B8BB8502B}"/>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400757E9-A7B7-5FB3-F833-E015071915E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3075175"/>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p:cSld name="Image and list">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0" y="1597689"/>
            <a:ext cx="5314446" cy="4069582"/>
          </a:xfr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5600"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202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428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DE7E219A-9524-125A-9BCB-7B3FC9D7BBB9}"/>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ext Placeholder 22">
            <a:extLst>
              <a:ext uri="{FF2B5EF4-FFF2-40B4-BE49-F238E27FC236}">
                <a16:creationId xmlns:a16="http://schemas.microsoft.com/office/drawing/2014/main" id="{8B65FC8E-8961-6C19-72F6-5BAA14790EFC}"/>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Tree>
    <p:extLst>
      <p:ext uri="{BB962C8B-B14F-4D97-AF65-F5344CB8AC3E}">
        <p14:creationId xmlns:p14="http://schemas.microsoft.com/office/powerpoint/2010/main" val="1687095305"/>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p:cSld name="Image and list 2">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996794" y="1593767"/>
            <a:ext cx="4114800" cy="4107087"/>
          </a:xfrm>
          <a:prstGeom prst="roundRect">
            <a:avLst>
              <a:gd name="adj" fmla="val 7615"/>
            </a:avLst>
          </a:prstGeo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7480"/>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9735"/>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7" name="Rectangle 6">
            <a:extLst>
              <a:ext uri="{FF2B5EF4-FFF2-40B4-BE49-F238E27FC236}">
                <a16:creationId xmlns:a16="http://schemas.microsoft.com/office/drawing/2014/main" id="{052EE144-5BB5-C5BE-3211-4ACE9671E42F}"/>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5">
            <a:extLst>
              <a:ext uri="{FF2B5EF4-FFF2-40B4-BE49-F238E27FC236}">
                <a16:creationId xmlns:a16="http://schemas.microsoft.com/office/drawing/2014/main" id="{4DAE4075-4ADD-DEF6-BFEC-8848C7E025A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Text Placeholder 22">
            <a:extLst>
              <a:ext uri="{FF2B5EF4-FFF2-40B4-BE49-F238E27FC236}">
                <a16:creationId xmlns:a16="http://schemas.microsoft.com/office/drawing/2014/main" id="{3683874E-3383-107A-68C9-72A4902477B5}"/>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9" name="Rectangle 6">
            <a:extLst>
              <a:ext uri="{FF2B5EF4-FFF2-40B4-BE49-F238E27FC236}">
                <a16:creationId xmlns:a16="http://schemas.microsoft.com/office/drawing/2014/main" id="{45868B0A-B6A5-B488-ED1B-EED4FB77982B}"/>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6667001"/>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p:cSld name="Content image backgroun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B566984-B347-149E-5EF6-AAEE91A2E0DA}"/>
              </a:ext>
            </a:extLst>
          </p:cNvPr>
          <p:cNvSpPr/>
          <p:nvPr/>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sp>
        <p:nvSpPr>
          <p:cNvPr id="8" name="Slide Number Placeholder 1">
            <a:extLst>
              <a:ext uri="{FF2B5EF4-FFF2-40B4-BE49-F238E27FC236}">
                <a16:creationId xmlns:a16="http://schemas.microsoft.com/office/drawing/2014/main" id="{819C1E24-F3BE-1545-B466-259D2F466505}"/>
              </a:ext>
            </a:extLst>
          </p:cNvPr>
          <p:cNvSpPr txBox="1">
            <a:spLocks/>
          </p:cNvSpPr>
          <p:nvPr/>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
        <p:nvSpPr>
          <p:cNvPr id="26" name="Title 1">
            <a:extLst>
              <a:ext uri="{FF2B5EF4-FFF2-40B4-BE49-F238E27FC236}">
                <a16:creationId xmlns:a16="http://schemas.microsoft.com/office/drawing/2014/main" id="{A462540C-F753-3056-E12C-65BA9F963C69}"/>
              </a:ext>
            </a:extLst>
          </p:cNvPr>
          <p:cNvSpPr>
            <a:spLocks noGrp="1"/>
          </p:cNvSpPr>
          <p:nvPr>
            <p:ph type="title"/>
          </p:nvPr>
        </p:nvSpPr>
        <p:spPr>
          <a:xfrm>
            <a:off x="1077412" y="428399"/>
            <a:ext cx="5090026" cy="738000"/>
          </a:xfrm>
        </p:spPr>
        <p:txBody>
          <a:bodyPr anchor="t" anchorCtr="0"/>
          <a:lstStyle/>
          <a:p>
            <a:r>
              <a:rPr lang="tr-TR"/>
              <a:t>Asıl başlık stilini düzenlemek için tıklayın</a:t>
            </a:r>
            <a:endParaRPr lang="en-US"/>
          </a:p>
        </p:txBody>
      </p:sp>
      <p:sp>
        <p:nvSpPr>
          <p:cNvPr id="27" name="Text Placeholder 22">
            <a:extLst>
              <a:ext uri="{FF2B5EF4-FFF2-40B4-BE49-F238E27FC236}">
                <a16:creationId xmlns:a16="http://schemas.microsoft.com/office/drawing/2014/main" id="{AB79E9F5-9B26-D766-6D16-3F285766002C}"/>
              </a:ext>
            </a:extLst>
          </p:cNvPr>
          <p:cNvSpPr>
            <a:spLocks noGrp="1"/>
          </p:cNvSpPr>
          <p:nvPr>
            <p:ph type="body" sz="quarter" idx="14" hasCustomPrompt="1"/>
          </p:nvPr>
        </p:nvSpPr>
        <p:spPr>
          <a:xfrm>
            <a:off x="1077971" y="1944056"/>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8" name="Text Placeholder 24">
            <a:extLst>
              <a:ext uri="{FF2B5EF4-FFF2-40B4-BE49-F238E27FC236}">
                <a16:creationId xmlns:a16="http://schemas.microsoft.com/office/drawing/2014/main" id="{0EEF6B20-7D2D-8BE4-DEB0-1CB4EAA1F78E}"/>
              </a:ext>
            </a:extLst>
          </p:cNvPr>
          <p:cNvSpPr>
            <a:spLocks noGrp="1"/>
          </p:cNvSpPr>
          <p:nvPr>
            <p:ph type="body" sz="quarter" idx="15"/>
          </p:nvPr>
        </p:nvSpPr>
        <p:spPr>
          <a:xfrm>
            <a:off x="1077412" y="2336311"/>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9" name="Text Placeholder 22">
            <a:extLst>
              <a:ext uri="{FF2B5EF4-FFF2-40B4-BE49-F238E27FC236}">
                <a16:creationId xmlns:a16="http://schemas.microsoft.com/office/drawing/2014/main" id="{E2D47398-A81A-2F66-E483-91B10294E3CD}"/>
              </a:ext>
            </a:extLst>
          </p:cNvPr>
          <p:cNvSpPr>
            <a:spLocks noGrp="1"/>
          </p:cNvSpPr>
          <p:nvPr>
            <p:ph type="body" sz="quarter" idx="16" hasCustomPrompt="1"/>
          </p:nvPr>
        </p:nvSpPr>
        <p:spPr>
          <a:xfrm>
            <a:off x="1077971" y="3290538"/>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0" name="Text Placeholder 24">
            <a:extLst>
              <a:ext uri="{FF2B5EF4-FFF2-40B4-BE49-F238E27FC236}">
                <a16:creationId xmlns:a16="http://schemas.microsoft.com/office/drawing/2014/main" id="{EDA391CD-BF5E-4808-FA75-365989C2200E}"/>
              </a:ext>
            </a:extLst>
          </p:cNvPr>
          <p:cNvSpPr>
            <a:spLocks noGrp="1"/>
          </p:cNvSpPr>
          <p:nvPr>
            <p:ph type="body" sz="quarter" idx="17"/>
          </p:nvPr>
        </p:nvSpPr>
        <p:spPr>
          <a:xfrm>
            <a:off x="1077412" y="3682793"/>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1" name="Text Placeholder 22">
            <a:extLst>
              <a:ext uri="{FF2B5EF4-FFF2-40B4-BE49-F238E27FC236}">
                <a16:creationId xmlns:a16="http://schemas.microsoft.com/office/drawing/2014/main" id="{8B28A51F-7A4D-0432-A413-F17616ABC40C}"/>
              </a:ext>
            </a:extLst>
          </p:cNvPr>
          <p:cNvSpPr>
            <a:spLocks noGrp="1"/>
          </p:cNvSpPr>
          <p:nvPr>
            <p:ph type="body" sz="quarter" idx="18" hasCustomPrompt="1"/>
          </p:nvPr>
        </p:nvSpPr>
        <p:spPr>
          <a:xfrm>
            <a:off x="1077971" y="4637020"/>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4">
            <a:extLst>
              <a:ext uri="{FF2B5EF4-FFF2-40B4-BE49-F238E27FC236}">
                <a16:creationId xmlns:a16="http://schemas.microsoft.com/office/drawing/2014/main" id="{40B90ED3-2AF3-6557-DEDB-F226C1F67491}"/>
              </a:ext>
            </a:extLst>
          </p:cNvPr>
          <p:cNvSpPr>
            <a:spLocks noGrp="1"/>
          </p:cNvSpPr>
          <p:nvPr>
            <p:ph type="body" sz="quarter" idx="19"/>
          </p:nvPr>
        </p:nvSpPr>
        <p:spPr>
          <a:xfrm>
            <a:off x="1077412" y="5029275"/>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4" name="Freeform 33">
            <a:extLst>
              <a:ext uri="{FF2B5EF4-FFF2-40B4-BE49-F238E27FC236}">
                <a16:creationId xmlns:a16="http://schemas.microsoft.com/office/drawing/2014/main" id="{71B9B645-A9EB-1AA3-6ACA-3315C5441FE5}"/>
              </a:ext>
            </a:extLst>
          </p:cNvPr>
          <p:cNvSpPr>
            <a:spLocks noGrp="1"/>
          </p:cNvSpPr>
          <p:nvPr>
            <p:ph type="pic" sz="quarter" idx="13"/>
          </p:nvPr>
        </p:nvSpPr>
        <p:spPr>
          <a:xfrm>
            <a:off x="0" y="0"/>
            <a:ext cx="12191999" cy="6858000"/>
          </a:xfrm>
          <a:custGeom>
            <a:avLst/>
            <a:gdLst>
              <a:gd name="connsiteX0" fmla="*/ 6399839 w 12191999"/>
              <a:gd name="connsiteY0" fmla="*/ 0 h 6858000"/>
              <a:gd name="connsiteX1" fmla="*/ 12191999 w 12191999"/>
              <a:gd name="connsiteY1" fmla="*/ 0 h 6858000"/>
              <a:gd name="connsiteX2" fmla="*/ 12191999 w 12191999"/>
              <a:gd name="connsiteY2" fmla="*/ 6858000 h 6858000"/>
              <a:gd name="connsiteX3" fmla="*/ 6399839 w 12191999"/>
              <a:gd name="connsiteY3" fmla="*/ 6858000 h 6858000"/>
              <a:gd name="connsiteX4" fmla="*/ 0 w 12191999"/>
              <a:gd name="connsiteY4" fmla="*/ 0 h 6858000"/>
              <a:gd name="connsiteX5" fmla="*/ 488877 w 12191999"/>
              <a:gd name="connsiteY5" fmla="*/ 0 h 6858000"/>
              <a:gd name="connsiteX6" fmla="*/ 488877 w 12191999"/>
              <a:gd name="connsiteY6" fmla="*/ 6858000 h 6858000"/>
              <a:gd name="connsiteX7" fmla="*/ 0 w 1219199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6858000">
                <a:moveTo>
                  <a:pt x="6399839" y="0"/>
                </a:moveTo>
                <a:lnTo>
                  <a:pt x="12191999" y="0"/>
                </a:lnTo>
                <a:lnTo>
                  <a:pt x="12191999" y="6858000"/>
                </a:lnTo>
                <a:lnTo>
                  <a:pt x="6399839" y="6858000"/>
                </a:lnTo>
                <a:close/>
                <a:moveTo>
                  <a:pt x="0" y="0"/>
                </a:moveTo>
                <a:lnTo>
                  <a:pt x="488877" y="0"/>
                </a:lnTo>
                <a:lnTo>
                  <a:pt x="488877" y="6858000"/>
                </a:lnTo>
                <a:lnTo>
                  <a:pt x="0" y="6858000"/>
                </a:lnTo>
                <a:close/>
              </a:path>
            </a:pathLst>
          </a:custGeom>
          <a:solidFill>
            <a:srgbClr val="F0F0F5"/>
          </a:solidFill>
        </p:spPr>
        <p:txBody>
          <a:bodyPr wrap="square" anchor="ctr">
            <a:noAutofit/>
          </a:bodyPr>
          <a:lstStyle>
            <a:lvl1pPr marL="90000" indent="0" algn="r">
              <a:buNone/>
              <a:defRPr/>
            </a:lvl1pPr>
          </a:lstStyle>
          <a:p>
            <a:r>
              <a:rPr lang="tr-TR"/>
              <a:t>Resim eklemek için simgeye tıklayın</a:t>
            </a:r>
            <a:endParaRPr lang="en-US"/>
          </a:p>
        </p:txBody>
      </p:sp>
      <p:sp>
        <p:nvSpPr>
          <p:cNvPr id="5" name="Rectangle 21">
            <a:extLst>
              <a:ext uri="{FF2B5EF4-FFF2-40B4-BE49-F238E27FC236}">
                <a16:creationId xmlns:a16="http://schemas.microsoft.com/office/drawing/2014/main" id="{9E56BD2D-F744-1528-9E47-624DE31CC6C9}"/>
              </a:ext>
            </a:extLst>
          </p:cNvPr>
          <p:cNvSpPr/>
          <p:nvPr userDrawn="1"/>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1">
            <a:extLst>
              <a:ext uri="{FF2B5EF4-FFF2-40B4-BE49-F238E27FC236}">
                <a16:creationId xmlns:a16="http://schemas.microsoft.com/office/drawing/2014/main" id="{71B306C9-6090-98DC-0B8E-771BCB9CC44C}"/>
              </a:ext>
            </a:extLst>
          </p:cNvPr>
          <p:cNvSpPr txBox="1">
            <a:spLocks/>
          </p:cNvSpPr>
          <p:nvPr userDrawn="1"/>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Tree>
    <p:extLst>
      <p:ext uri="{BB962C8B-B14F-4D97-AF65-F5344CB8AC3E}">
        <p14:creationId xmlns:p14="http://schemas.microsoft.com/office/powerpoint/2010/main" val="2019082942"/>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p:cSld name="Bulleted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cxnSp>
        <p:nvCxnSpPr>
          <p:cNvPr id="5" name="Straight Connector 5">
            <a:extLst>
              <a:ext uri="{FF2B5EF4-FFF2-40B4-BE49-F238E27FC236}">
                <a16:creationId xmlns:a16="http://schemas.microsoft.com/office/drawing/2014/main" id="{EE0F0FB0-D13D-A26C-349D-F98D41F2A300}"/>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604C82F1-9BA5-3342-8BA3-EEC05E28C0B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51180096"/>
      </p:ext>
    </p:extLst>
  </p:cSld>
  <p:clrMapOvr>
    <a:masterClrMapping/>
  </p:clrMapOvr>
  <p:extLst>
    <p:ext uri="{DCECCB84-F9BA-43D5-87BE-67443E8EF086}">
      <p15:sldGuideLst xmlns:p15="http://schemas.microsoft.com/office/powerpoint/2012/main"/>
    </p:ext>
  </p:extLst>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p:cSld name="Bulleted 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cxnSp>
        <p:nvCxnSpPr>
          <p:cNvPr id="5" name="Straight Connector 5">
            <a:extLst>
              <a:ext uri="{FF2B5EF4-FFF2-40B4-BE49-F238E27FC236}">
                <a16:creationId xmlns:a16="http://schemas.microsoft.com/office/drawing/2014/main" id="{9D216B12-ED20-C45C-E770-CC9EF40BE0D7}"/>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B3D63F51-88B7-2BA3-6949-BBB64B129C01}"/>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96620642"/>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p:cSld name="Bulleted 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cxnSp>
        <p:nvCxnSpPr>
          <p:cNvPr id="8" name="Straight Connector 5">
            <a:extLst>
              <a:ext uri="{FF2B5EF4-FFF2-40B4-BE49-F238E27FC236}">
                <a16:creationId xmlns:a16="http://schemas.microsoft.com/office/drawing/2014/main" id="{231436AA-1DFD-8A1C-FF0B-48FEBBCD127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Rectangle 47">
            <a:extLst>
              <a:ext uri="{FF2B5EF4-FFF2-40B4-BE49-F238E27FC236}">
                <a16:creationId xmlns:a16="http://schemas.microsoft.com/office/drawing/2014/main" id="{D3181E3B-7383-2CFB-AF4B-BBFFF201DB92}"/>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6317060"/>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p:cSld name="Bulleted 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a:defRPr sz="1600"/>
            </a:lvl1pPr>
            <a:lvl2pPr>
              <a:defRPr sz="1400"/>
            </a:lvl2pPr>
            <a:lvl3pPr>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cxnSp>
        <p:nvCxnSpPr>
          <p:cNvPr id="5" name="Straight Connector 5">
            <a:extLst>
              <a:ext uri="{FF2B5EF4-FFF2-40B4-BE49-F238E27FC236}">
                <a16:creationId xmlns:a16="http://schemas.microsoft.com/office/drawing/2014/main" id="{D254C749-EFC7-DECC-BA63-0AB3682F86AB}"/>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9" name="Rectangle 47">
            <a:extLst>
              <a:ext uri="{FF2B5EF4-FFF2-40B4-BE49-F238E27FC236}">
                <a16:creationId xmlns:a16="http://schemas.microsoft.com/office/drawing/2014/main" id="{699F0D26-AB9A-AFF5-A038-D942CFF995AB}"/>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27023205"/>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Bulleted 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9F173DC7-07F3-ABA3-D297-B2C121C32F70}"/>
              </a:ext>
            </a:extLst>
          </p:cNvPr>
          <p:cNvSpPr>
            <a:spLocks noGrp="1"/>
          </p:cNvSpPr>
          <p:nvPr>
            <p:ph type="body" sz="quarter" idx="25"/>
          </p:nvPr>
        </p:nvSpPr>
        <p:spPr>
          <a:xfrm>
            <a:off x="704850"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Text Placeholder 9">
            <a:extLst>
              <a:ext uri="{FF2B5EF4-FFF2-40B4-BE49-F238E27FC236}">
                <a16:creationId xmlns:a16="http://schemas.microsoft.com/office/drawing/2014/main" id="{6135DC4F-2FA0-7E50-CF62-9AFB6B3E217D}"/>
              </a:ext>
            </a:extLst>
          </p:cNvPr>
          <p:cNvSpPr>
            <a:spLocks noGrp="1"/>
          </p:cNvSpPr>
          <p:nvPr>
            <p:ph type="body" sz="quarter" idx="26"/>
          </p:nvPr>
        </p:nvSpPr>
        <p:spPr>
          <a:xfrm>
            <a:off x="6169025"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2" name="Text Placeholder 11">
            <a:extLst>
              <a:ext uri="{FF2B5EF4-FFF2-40B4-BE49-F238E27FC236}">
                <a16:creationId xmlns:a16="http://schemas.microsoft.com/office/drawing/2014/main" id="{93E6E024-9AF9-8E7F-A55A-8D12D291FDEB}"/>
              </a:ext>
            </a:extLst>
          </p:cNvPr>
          <p:cNvSpPr>
            <a:spLocks noGrp="1"/>
          </p:cNvSpPr>
          <p:nvPr>
            <p:ph type="body" sz="quarter" idx="27"/>
          </p:nvPr>
        </p:nvSpPr>
        <p:spPr>
          <a:xfrm>
            <a:off x="705600" y="4381200"/>
            <a:ext cx="5122800"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4" name="Text Placeholder 13">
            <a:extLst>
              <a:ext uri="{FF2B5EF4-FFF2-40B4-BE49-F238E27FC236}">
                <a16:creationId xmlns:a16="http://schemas.microsoft.com/office/drawing/2014/main" id="{F4D3BF96-B778-BA87-9A0E-995A78533748}"/>
              </a:ext>
            </a:extLst>
          </p:cNvPr>
          <p:cNvSpPr>
            <a:spLocks noGrp="1"/>
          </p:cNvSpPr>
          <p:nvPr>
            <p:ph type="body" sz="quarter" idx="28"/>
          </p:nvPr>
        </p:nvSpPr>
        <p:spPr>
          <a:xfrm>
            <a:off x="6169025" y="4381500"/>
            <a:ext cx="5122800" cy="1717200"/>
          </a:xfrm>
        </p:spPr>
        <p:txBody>
          <a:bodyPr rIns="10800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cxnSp>
        <p:nvCxnSpPr>
          <p:cNvPr id="5" name="Straight Connector 5">
            <a:extLst>
              <a:ext uri="{FF2B5EF4-FFF2-40B4-BE49-F238E27FC236}">
                <a16:creationId xmlns:a16="http://schemas.microsoft.com/office/drawing/2014/main" id="{67997F0E-64B2-A497-C183-649E075E530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9" name="Rectangle 47">
            <a:extLst>
              <a:ext uri="{FF2B5EF4-FFF2-40B4-BE49-F238E27FC236}">
                <a16:creationId xmlns:a16="http://schemas.microsoft.com/office/drawing/2014/main" id="{55C5303D-232E-FAE9-D326-287E78F2150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4">
            <a:extLst>
              <a:ext uri="{FF2B5EF4-FFF2-40B4-BE49-F238E27FC236}">
                <a16:creationId xmlns:a16="http://schemas.microsoft.com/office/drawing/2014/main" id="{14FCB44B-3D93-0095-7C47-18440698B444}"/>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3" name="Straight Arrow Connector 16">
            <a:extLst>
              <a:ext uri="{FF2B5EF4-FFF2-40B4-BE49-F238E27FC236}">
                <a16:creationId xmlns:a16="http://schemas.microsoft.com/office/drawing/2014/main" id="{269C7EF0-40FD-3727-B2EB-63C8C521AA10}"/>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50276"/>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Bulleted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chemeClr val="bg1"/>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B744DA64-A36B-7ADC-7695-55805584F91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cxnSp>
        <p:nvCxnSpPr>
          <p:cNvPr id="9" name="Straight Connector 5">
            <a:extLst>
              <a:ext uri="{FF2B5EF4-FFF2-40B4-BE49-F238E27FC236}">
                <a16:creationId xmlns:a16="http://schemas.microsoft.com/office/drawing/2014/main" id="{28B83C6B-5102-E059-5018-35A9B8BED2D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Rectangle 47">
            <a:extLst>
              <a:ext uri="{FF2B5EF4-FFF2-40B4-BE49-F238E27FC236}">
                <a16:creationId xmlns:a16="http://schemas.microsoft.com/office/drawing/2014/main" id="{EAC8192D-15E4-325E-6E7D-9CA68F79DEE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30719763"/>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Bulleted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314446"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a:lnSpc>
                <a:spcPct val="120000"/>
              </a:lnSpc>
              <a:defRPr>
                <a:solidFill>
                  <a:schemeClr val="tx1">
                    <a:lumMod val="75000"/>
                    <a:lumOff val="25000"/>
                  </a:schemeClr>
                </a:solidFill>
              </a:defRPr>
            </a:lvl1pPr>
            <a:lvl2pPr>
              <a:lnSpc>
                <a:spcPct val="120000"/>
              </a:lnSpc>
              <a:defRPr>
                <a:solidFill>
                  <a:schemeClr val="tx1">
                    <a:lumMod val="75000"/>
                    <a:lumOff val="25000"/>
                  </a:schemeClr>
                </a:solidFill>
              </a:defRPr>
            </a:lvl2pPr>
            <a:lvl3pPr>
              <a:lnSpc>
                <a:spcPct val="120000"/>
              </a:lnSpc>
              <a:defRPr>
                <a:solidFill>
                  <a:schemeClr val="tx1">
                    <a:lumMod val="75000"/>
                    <a:lumOff val="25000"/>
                  </a:schemeClr>
                </a:solidFill>
              </a:defRPr>
            </a:lvl3pPr>
            <a:lvl4pPr>
              <a:lnSpc>
                <a:spcPct val="120000"/>
              </a:lnSpc>
              <a:defRPr>
                <a:solidFill>
                  <a:schemeClr val="tx1">
                    <a:lumMod val="75000"/>
                    <a:lumOff val="25000"/>
                  </a:schemeClr>
                </a:solidFill>
              </a:defRPr>
            </a:lvl4pPr>
            <a:lvl5pPr>
              <a:lnSpc>
                <a:spcPct val="120000"/>
              </a:lnSpc>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FED23412-1BA1-01F1-CB3E-4C0E138EADAB}"/>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DFEE6225-9833-AE3A-FB5F-DE0FFB1F9C3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306C3715-3D08-B5E8-FB69-B918410C9D69}"/>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46511136"/>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p:cSld name="Bulleted 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rgbClr val="FFFFFF"/>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C600DBC1-C406-8146-ED9A-46FF6051F2B4}"/>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65EEA3D3-B837-D15C-3828-2CB61FABFF8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04615FBE-260E-C298-D780-A8D7053CD9BC}"/>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93483857"/>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p:cSld name="Bulleted 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7F6AF1D1-3544-5C4B-6A1D-ABA37B406E6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207E8408-8A5C-598B-3E78-73FFBC19C2C0}"/>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E145C8A0-ECC4-A8BB-C5D4-4BA287B1E03A}"/>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5777859"/>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p:cSld name="Bulleted 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08DB4CF7-EAFF-3FCC-9D50-32228AD7B89A}"/>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5">
            <a:extLst>
              <a:ext uri="{FF2B5EF4-FFF2-40B4-BE49-F238E27FC236}">
                <a16:creationId xmlns:a16="http://schemas.microsoft.com/office/drawing/2014/main" id="{F2521089-1420-C1B5-6992-F0499E7DFBC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35AFA655-549E-56A6-CC17-4C5AF6DC832D}"/>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5021846"/>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Bulleted 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ABDDCED8-463B-EAB9-D206-EB7DFFE99C9C}"/>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3B89FAE5-AD8B-BB4C-168E-8D27ED4CB5C9}"/>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B42575B8-438F-4020-E636-BECEC4C359FA}"/>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91707325"/>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Insert Tabl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able Placeholder 8">
            <a:extLst>
              <a:ext uri="{FF2B5EF4-FFF2-40B4-BE49-F238E27FC236}">
                <a16:creationId xmlns:a16="http://schemas.microsoft.com/office/drawing/2014/main" id="{654B5D95-4F83-359C-8FCD-E14BC4AC9C28}"/>
              </a:ext>
            </a:extLst>
          </p:cNvPr>
          <p:cNvSpPr>
            <a:spLocks noGrp="1"/>
          </p:cNvSpPr>
          <p:nvPr>
            <p:ph type="tbl" sz="quarter" idx="13"/>
          </p:nvPr>
        </p:nvSpPr>
        <p:spPr>
          <a:xfrm>
            <a:off x="704377" y="1412878"/>
            <a:ext cx="9125120" cy="4724400"/>
          </a:xfrm>
        </p:spPr>
        <p:txBody>
          <a:bodyPr/>
          <a:lstStyle>
            <a:lvl1pPr marL="90000" indent="0">
              <a:buNone/>
              <a:defRPr/>
            </a:lvl1pPr>
          </a:lstStyle>
          <a:p>
            <a:r>
              <a:rPr lang="tr-TR"/>
              <a:t>Tablo eklemek için simgeye tıklayın</a:t>
            </a:r>
            <a:endParaRPr lang="en-GB"/>
          </a:p>
        </p:txBody>
      </p:sp>
      <p:cxnSp>
        <p:nvCxnSpPr>
          <p:cNvPr id="5" name="Straight Connector 5">
            <a:extLst>
              <a:ext uri="{FF2B5EF4-FFF2-40B4-BE49-F238E27FC236}">
                <a16:creationId xmlns:a16="http://schemas.microsoft.com/office/drawing/2014/main" id="{2830EFB1-D760-150F-9795-A20F5B9FF41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CFD1F3A5-A732-6E06-C2B1-C2EE59E9FC6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25445257"/>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Title only whit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5" name="Straight Connector 5">
            <a:extLst>
              <a:ext uri="{FF2B5EF4-FFF2-40B4-BE49-F238E27FC236}">
                <a16:creationId xmlns:a16="http://schemas.microsoft.com/office/drawing/2014/main" id="{D9ECC211-25FC-72C9-3F76-7DB05567C667}"/>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A149F6DC-27B5-8E12-9994-568D12AC5BF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20050414"/>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Title only grey">
    <p:bg>
      <p:bgPr>
        <a:solidFill>
          <a:srgbClr val="F0F0F5"/>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5" name="Straight Connector 5">
            <a:extLst>
              <a:ext uri="{FF2B5EF4-FFF2-40B4-BE49-F238E27FC236}">
                <a16:creationId xmlns:a16="http://schemas.microsoft.com/office/drawing/2014/main" id="{D7E04E66-EBE8-F773-382C-83FA2289E9B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1814F8D4-5037-4780-3AA0-37C6FBED737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53176687"/>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p:cSld name="Title only charcoal">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bg1"/>
                </a:solidFill>
              </a:defRPr>
            </a:lvl1pPr>
          </a:lstStyle>
          <a:p>
            <a:r>
              <a:rPr lang="tr-TR"/>
              <a:t>Asıl başlık stilini düzenlemek için tıklayın</a:t>
            </a:r>
            <a:endParaRPr lang="en-US"/>
          </a:p>
        </p:txBody>
      </p:sp>
      <p:cxnSp>
        <p:nvCxnSpPr>
          <p:cNvPr id="5" name="Straight Connector 5">
            <a:extLst>
              <a:ext uri="{FF2B5EF4-FFF2-40B4-BE49-F238E27FC236}">
                <a16:creationId xmlns:a16="http://schemas.microsoft.com/office/drawing/2014/main" id="{BDE426C4-3EF3-238B-09BE-6E1433D2CFBE}"/>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2E50DF57-0B4F-ABD2-5DC6-7C66C235CDE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17859984"/>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p:cSld name="Quote slide 1">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tx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628BDB2C-B635-5461-146A-A13F93DBFD02}"/>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7663338D-0C54-91C5-6035-26D2F44287F5}"/>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a:extLst>
              <a:ext uri="{FF2B5EF4-FFF2-40B4-BE49-F238E27FC236}">
                <a16:creationId xmlns:a16="http://schemas.microsoft.com/office/drawing/2014/main" id="{A44B8FA6-A974-5B78-1946-23E5126D7B40}"/>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Tree>
    <p:extLst>
      <p:ext uri="{BB962C8B-B14F-4D97-AF65-F5344CB8AC3E}">
        <p14:creationId xmlns:p14="http://schemas.microsoft.com/office/powerpoint/2010/main" val="2493342520"/>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p:cSld name="Quote slide 2">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bg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862F93B8-DF43-D734-FC27-A0C31ACE038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42BBF24D-C8DB-45A6-36CD-E7AE6F76EF3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a:extLst>
              <a:ext uri="{FF2B5EF4-FFF2-40B4-BE49-F238E27FC236}">
                <a16:creationId xmlns:a16="http://schemas.microsoft.com/office/drawing/2014/main" id="{F9F59041-CB63-C9F8-D2F9-687CB9BE392E}"/>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Tree>
    <p:extLst>
      <p:ext uri="{BB962C8B-B14F-4D97-AF65-F5344CB8AC3E}">
        <p14:creationId xmlns:p14="http://schemas.microsoft.com/office/powerpoint/2010/main" val="2530044783"/>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p:cSld name="Timelin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29" name="Straight Arrow Connector 28">
            <a:extLst>
              <a:ext uri="{FF2B5EF4-FFF2-40B4-BE49-F238E27FC236}">
                <a16:creationId xmlns:a16="http://schemas.microsoft.com/office/drawing/2014/main" id="{5B2EDB9E-36C5-331F-FE4B-FA11863C0368}"/>
              </a:ext>
            </a:extLst>
          </p:cNvPr>
          <p:cNvCxnSpPr>
            <a:cxnSpLocks/>
          </p:cNvCxnSpPr>
          <p:nvPr/>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0" name="Text Placeholder 22">
            <a:extLst>
              <a:ext uri="{FF2B5EF4-FFF2-40B4-BE49-F238E27FC236}">
                <a16:creationId xmlns:a16="http://schemas.microsoft.com/office/drawing/2014/main" id="{84A06105-1918-4D48-4012-403DC48E85B9}"/>
              </a:ext>
            </a:extLst>
          </p:cNvPr>
          <p:cNvSpPr>
            <a:spLocks noGrp="1"/>
          </p:cNvSpPr>
          <p:nvPr>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2">
            <a:extLst>
              <a:ext uri="{FF2B5EF4-FFF2-40B4-BE49-F238E27FC236}">
                <a16:creationId xmlns:a16="http://schemas.microsoft.com/office/drawing/2014/main" id="{07D37555-56E0-B06A-2BF1-E0CC74C220AE}"/>
              </a:ext>
            </a:extLst>
          </p:cNvPr>
          <p:cNvSpPr>
            <a:spLocks noGrp="1"/>
          </p:cNvSpPr>
          <p:nvPr>
            <p:ph type="body" sz="quarter" idx="16" hasCustomPrompt="1"/>
          </p:nvPr>
        </p:nvSpPr>
        <p:spPr>
          <a:xfrm>
            <a:off x="2539982"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2">
            <a:extLst>
              <a:ext uri="{FF2B5EF4-FFF2-40B4-BE49-F238E27FC236}">
                <a16:creationId xmlns:a16="http://schemas.microsoft.com/office/drawing/2014/main" id="{C02FD89F-3D60-2FD1-485C-6221111E6C81}"/>
              </a:ext>
            </a:extLst>
          </p:cNvPr>
          <p:cNvSpPr>
            <a:spLocks noGrp="1"/>
          </p:cNvSpPr>
          <p:nvPr>
            <p:ph type="body" sz="quarter" idx="18" hasCustomPrompt="1"/>
          </p:nvPr>
        </p:nvSpPr>
        <p:spPr>
          <a:xfrm>
            <a:off x="7989012"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6" name="Text Placeholder 22">
            <a:extLst>
              <a:ext uri="{FF2B5EF4-FFF2-40B4-BE49-F238E27FC236}">
                <a16:creationId xmlns:a16="http://schemas.microsoft.com/office/drawing/2014/main" id="{0B9962A7-CD41-6118-6450-821D8B75B925}"/>
              </a:ext>
            </a:extLst>
          </p:cNvPr>
          <p:cNvSpPr>
            <a:spLocks noGrp="1"/>
          </p:cNvSpPr>
          <p:nvPr>
            <p:ph type="body" sz="quarter" idx="20" hasCustomPrompt="1"/>
          </p:nvPr>
        </p:nvSpPr>
        <p:spPr>
          <a:xfrm>
            <a:off x="4371605"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8" name="Text Placeholder 22">
            <a:extLst>
              <a:ext uri="{FF2B5EF4-FFF2-40B4-BE49-F238E27FC236}">
                <a16:creationId xmlns:a16="http://schemas.microsoft.com/office/drawing/2014/main" id="{692274A4-78DA-3E01-C255-AFE76F688619}"/>
              </a:ext>
            </a:extLst>
          </p:cNvPr>
          <p:cNvSpPr>
            <a:spLocks noGrp="1"/>
          </p:cNvSpPr>
          <p:nvPr>
            <p:ph type="body" sz="quarter" idx="22" hasCustomPrompt="1"/>
          </p:nvPr>
        </p:nvSpPr>
        <p:spPr>
          <a:xfrm>
            <a:off x="703957"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9">
            <a:extLst>
              <a:ext uri="{FF2B5EF4-FFF2-40B4-BE49-F238E27FC236}">
                <a16:creationId xmlns:a16="http://schemas.microsoft.com/office/drawing/2014/main" id="{8F708F00-742F-2C43-A211-F3150213CA01}"/>
              </a:ext>
            </a:extLst>
          </p:cNvPr>
          <p:cNvSpPr>
            <a:spLocks noGrp="1"/>
          </p:cNvSpPr>
          <p:nvPr>
            <p:ph type="body" sz="quarter" idx="23"/>
          </p:nvPr>
        </p:nvSpPr>
        <p:spPr>
          <a:xfrm>
            <a:off x="693737" y="2174875"/>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2" name="Text Placeholder 9">
            <a:extLst>
              <a:ext uri="{FF2B5EF4-FFF2-40B4-BE49-F238E27FC236}">
                <a16:creationId xmlns:a16="http://schemas.microsoft.com/office/drawing/2014/main" id="{E9162AE8-E357-35E9-508B-41339494E136}"/>
              </a:ext>
            </a:extLst>
          </p:cNvPr>
          <p:cNvSpPr>
            <a:spLocks noGrp="1"/>
          </p:cNvSpPr>
          <p:nvPr>
            <p:ph type="body" sz="quarter" idx="24"/>
          </p:nvPr>
        </p:nvSpPr>
        <p:spPr>
          <a:xfrm>
            <a:off x="4367194"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5" name="Text Placeholder 9">
            <a:extLst>
              <a:ext uri="{FF2B5EF4-FFF2-40B4-BE49-F238E27FC236}">
                <a16:creationId xmlns:a16="http://schemas.microsoft.com/office/drawing/2014/main" id="{63E3BD5D-175C-EF12-7FC9-0788773733F8}"/>
              </a:ext>
            </a:extLst>
          </p:cNvPr>
          <p:cNvSpPr>
            <a:spLocks noGrp="1"/>
          </p:cNvSpPr>
          <p:nvPr>
            <p:ph type="body" sz="quarter" idx="26"/>
          </p:nvPr>
        </p:nvSpPr>
        <p:spPr>
          <a:xfrm>
            <a:off x="7988400"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6" name="Text Placeholder 9">
            <a:extLst>
              <a:ext uri="{FF2B5EF4-FFF2-40B4-BE49-F238E27FC236}">
                <a16:creationId xmlns:a16="http://schemas.microsoft.com/office/drawing/2014/main" id="{945307B8-8C12-0385-C7BA-5F63407DF0C5}"/>
              </a:ext>
            </a:extLst>
          </p:cNvPr>
          <p:cNvSpPr>
            <a:spLocks noGrp="1"/>
          </p:cNvSpPr>
          <p:nvPr>
            <p:ph type="body" sz="quarter" idx="27"/>
          </p:nvPr>
        </p:nvSpPr>
        <p:spPr>
          <a:xfrm>
            <a:off x="25380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7" name="Text Placeholder 9">
            <a:extLst>
              <a:ext uri="{FF2B5EF4-FFF2-40B4-BE49-F238E27FC236}">
                <a16:creationId xmlns:a16="http://schemas.microsoft.com/office/drawing/2014/main" id="{94DF3858-039A-438A-E4A1-4CB305DFB256}"/>
              </a:ext>
            </a:extLst>
          </p:cNvPr>
          <p:cNvSpPr>
            <a:spLocks noGrp="1"/>
          </p:cNvSpPr>
          <p:nvPr>
            <p:ph type="body" sz="quarter" idx="28"/>
          </p:nvPr>
        </p:nvSpPr>
        <p:spPr>
          <a:xfrm>
            <a:off x="61776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cxnSp>
        <p:nvCxnSpPr>
          <p:cNvPr id="5" name="Straight Connector 5">
            <a:extLst>
              <a:ext uri="{FF2B5EF4-FFF2-40B4-BE49-F238E27FC236}">
                <a16:creationId xmlns:a16="http://schemas.microsoft.com/office/drawing/2014/main" id="{573164C9-0840-8249-C276-1E6075BEBBF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DCBD498B-2160-830A-893B-84B3AD159153}"/>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28">
            <a:extLst>
              <a:ext uri="{FF2B5EF4-FFF2-40B4-BE49-F238E27FC236}">
                <a16:creationId xmlns:a16="http://schemas.microsoft.com/office/drawing/2014/main" id="{A3EE71FB-8622-CDF9-0B2E-1BA7F776BE55}"/>
              </a:ext>
            </a:extLst>
          </p:cNvPr>
          <p:cNvCxnSpPr>
            <a:cxnSpLocks/>
          </p:cNvCxnSpPr>
          <p:nvPr userDrawn="1"/>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Text Placeholder 22">
            <a:extLst>
              <a:ext uri="{FF2B5EF4-FFF2-40B4-BE49-F238E27FC236}">
                <a16:creationId xmlns:a16="http://schemas.microsoft.com/office/drawing/2014/main" id="{93636A6F-8997-1B99-7445-4F0E64511C5C}"/>
              </a:ext>
            </a:extLst>
          </p:cNvPr>
          <p:cNvSpPr>
            <a:spLocks noGrp="1"/>
          </p:cNvSpPr>
          <p:nvPr>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Tree>
    <p:extLst>
      <p:ext uri="{BB962C8B-B14F-4D97-AF65-F5344CB8AC3E}">
        <p14:creationId xmlns:p14="http://schemas.microsoft.com/office/powerpoint/2010/main" val="2133115118"/>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5" name="Straight Connector 14">
            <a:extLst>
              <a:ext uri="{FF2B5EF4-FFF2-40B4-BE49-F238E27FC236}">
                <a16:creationId xmlns:a16="http://schemas.microsoft.com/office/drawing/2014/main" id="{0815AF02-23A3-F406-F4D7-4C5C4A11D901}"/>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0785867"/>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type="blank" preserve="1">
  <p:cSld name="Brand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itle 1">
            <a:extLst>
              <a:ext uri="{FF2B5EF4-FFF2-40B4-BE49-F238E27FC236}">
                <a16:creationId xmlns:a16="http://schemas.microsoft.com/office/drawing/2014/main" id="{29F81D18-B8A7-4EA1-250C-DCC372BC8E13}"/>
              </a:ext>
            </a:extLst>
          </p:cNvPr>
          <p:cNvSpPr txBox="1">
            <a:spLocks/>
          </p:cNvSpPr>
          <p:nvPr/>
        </p:nvSpPr>
        <p:spPr>
          <a:xfrm>
            <a:off x="1084349" y="3514204"/>
            <a:ext cx="7506842" cy="396967"/>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a:t>Powering the world of work</a:t>
            </a:r>
          </a:p>
        </p:txBody>
      </p:sp>
      <p:grpSp>
        <p:nvGrpSpPr>
          <p:cNvPr id="8" name="Group 7">
            <a:extLst>
              <a:ext uri="{FF2B5EF4-FFF2-40B4-BE49-F238E27FC236}">
                <a16:creationId xmlns:a16="http://schemas.microsoft.com/office/drawing/2014/main" id="{84BC7164-FD22-490B-65DA-7F9AF62F72F7}"/>
              </a:ext>
            </a:extLst>
          </p:cNvPr>
          <p:cNvGrpSpPr/>
          <p:nvPr/>
        </p:nvGrpSpPr>
        <p:grpSpPr>
          <a:xfrm>
            <a:off x="6417903" y="5486"/>
            <a:ext cx="4883744" cy="6828826"/>
            <a:chOff x="6549356" y="5486"/>
            <a:chExt cx="4883744" cy="6828826"/>
          </a:xfrm>
        </p:grpSpPr>
        <p:sp>
          <p:nvSpPr>
            <p:cNvPr id="9" name="Freeform 8">
              <a:extLst>
                <a:ext uri="{FF2B5EF4-FFF2-40B4-BE49-F238E27FC236}">
                  <a16:creationId xmlns:a16="http://schemas.microsoft.com/office/drawing/2014/main" id="{C1AD5FDC-FA8F-CB6F-3F0F-232D86DC0038}"/>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41064200-2FDB-8854-6149-140FCEAC061C}"/>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F938A101-18F6-3C75-6073-A86841C7A113}"/>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3" name="Graphic 12">
            <a:extLst>
              <a:ext uri="{FF2B5EF4-FFF2-40B4-BE49-F238E27FC236}">
                <a16:creationId xmlns:a16="http://schemas.microsoft.com/office/drawing/2014/main" id="{7D060999-7EDC-78DA-BCA4-FF58F392538A}"/>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cxnSp>
        <p:nvCxnSpPr>
          <p:cNvPr id="5" name="Straight Connector 14">
            <a:extLst>
              <a:ext uri="{FF2B5EF4-FFF2-40B4-BE49-F238E27FC236}">
                <a16:creationId xmlns:a16="http://schemas.microsoft.com/office/drawing/2014/main" id="{9360E71B-3982-F64F-6498-6FB075919950}"/>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6" name="Group 7">
            <a:extLst>
              <a:ext uri="{FF2B5EF4-FFF2-40B4-BE49-F238E27FC236}">
                <a16:creationId xmlns:a16="http://schemas.microsoft.com/office/drawing/2014/main" id="{B05963FF-2215-FADC-41E1-336915F4CC14}"/>
              </a:ext>
            </a:extLst>
          </p:cNvPr>
          <p:cNvGrpSpPr/>
          <p:nvPr userDrawn="1"/>
        </p:nvGrpSpPr>
        <p:grpSpPr>
          <a:xfrm>
            <a:off x="6417903" y="5486"/>
            <a:ext cx="4883744" cy="6828826"/>
            <a:chOff x="6549356" y="5486"/>
            <a:chExt cx="4883744" cy="6828826"/>
          </a:xfrm>
        </p:grpSpPr>
        <p:sp>
          <p:nvSpPr>
            <p:cNvPr id="12" name="Freeform 8">
              <a:extLst>
                <a:ext uri="{FF2B5EF4-FFF2-40B4-BE49-F238E27FC236}">
                  <a16:creationId xmlns:a16="http://schemas.microsoft.com/office/drawing/2014/main" id="{27483C41-6A61-5A80-FC21-FD42A1D3E537}"/>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4" name="Freeform 9">
              <a:extLst>
                <a:ext uri="{FF2B5EF4-FFF2-40B4-BE49-F238E27FC236}">
                  <a16:creationId xmlns:a16="http://schemas.microsoft.com/office/drawing/2014/main" id="{0921EA16-33C6-A5C3-3F7A-EE73A2C64FBF}"/>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6" name="Freeform 10">
              <a:extLst>
                <a:ext uri="{FF2B5EF4-FFF2-40B4-BE49-F238E27FC236}">
                  <a16:creationId xmlns:a16="http://schemas.microsoft.com/office/drawing/2014/main" id="{4A051DA8-8C25-321E-D5BD-E5F2BF32172E}"/>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7" name="Graphic 12">
            <a:extLst>
              <a:ext uri="{FF2B5EF4-FFF2-40B4-BE49-F238E27FC236}">
                <a16:creationId xmlns:a16="http://schemas.microsoft.com/office/drawing/2014/main" id="{A817BFFB-4285-7B42-33EE-A5AED85FF2E3}"/>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spTree>
    <p:extLst>
      <p:ext uri="{BB962C8B-B14F-4D97-AF65-F5344CB8AC3E}">
        <p14:creationId xmlns:p14="http://schemas.microsoft.com/office/powerpoint/2010/main" val="2508240678"/>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type="blank" preserve="1">
  <p:cSld name="Thank you sign off">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2A73A0B3-E323-EBD2-098B-3E1A25761AA4}"/>
              </a:ext>
            </a:extLst>
          </p:cNvPr>
          <p:cNvSpPr txBox="1">
            <a:spLocks/>
          </p:cNvSpPr>
          <p:nvPr/>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14">
            <a:extLst>
              <a:ext uri="{FF2B5EF4-FFF2-40B4-BE49-F238E27FC236}">
                <a16:creationId xmlns:a16="http://schemas.microsoft.com/office/drawing/2014/main" id="{C7497C97-DE11-44BB-A2BC-34E0C3309D3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Title 1">
            <a:extLst>
              <a:ext uri="{FF2B5EF4-FFF2-40B4-BE49-F238E27FC236}">
                <a16:creationId xmlns:a16="http://schemas.microsoft.com/office/drawing/2014/main" id="{998ADD3B-81A7-2031-57F5-1A99D359AAF0}"/>
              </a:ext>
            </a:extLst>
          </p:cNvPr>
          <p:cNvSpPr txBox="1">
            <a:spLocks/>
          </p:cNvSpPr>
          <p:nvPr userDrawn="1"/>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9" name="Rectangle 5">
            <a:extLst>
              <a:ext uri="{FF2B5EF4-FFF2-40B4-BE49-F238E27FC236}">
                <a16:creationId xmlns:a16="http://schemas.microsoft.com/office/drawing/2014/main" id="{6E48ADB2-465F-F892-2DD3-B65538311EF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8388487"/>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type="blank" preserve="1">
  <p:cSld name="Contact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E3E9C4B1-8BBD-4A86-97E6-A05321731C6E}"/>
              </a:ext>
            </a:extLst>
          </p:cNvPr>
          <p:cNvGrpSpPr/>
          <p:nvPr/>
        </p:nvGrpSpPr>
        <p:grpSpPr>
          <a:xfrm>
            <a:off x="1161334" y="3581400"/>
            <a:ext cx="9922400" cy="372831"/>
            <a:chOff x="1383408" y="3927281"/>
            <a:chExt cx="9922400" cy="372831"/>
          </a:xfrm>
        </p:grpSpPr>
        <p:pic>
          <p:nvPicPr>
            <p:cNvPr id="8" name="Graphic 7">
              <a:extLst>
                <a:ext uri="{FF2B5EF4-FFF2-40B4-BE49-F238E27FC236}">
                  <a16:creationId xmlns:a16="http://schemas.microsoft.com/office/drawing/2014/main" id="{12258D66-EE6D-A115-1AB5-B4C27C73A4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9" name="Title 1">
              <a:extLst>
                <a:ext uri="{FF2B5EF4-FFF2-40B4-BE49-F238E27FC236}">
                  <a16:creationId xmlns:a16="http://schemas.microsoft.com/office/drawing/2014/main" id="{BA16597B-7B44-BE93-4394-1DA701C95A99}"/>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10" name="Graphic 9">
              <a:extLst>
                <a:ext uri="{FF2B5EF4-FFF2-40B4-BE49-F238E27FC236}">
                  <a16:creationId xmlns:a16="http://schemas.microsoft.com/office/drawing/2014/main" id="{F8CBC0C8-00D3-597B-95ED-2951CCF52B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11" name="Title 1">
              <a:extLst>
                <a:ext uri="{FF2B5EF4-FFF2-40B4-BE49-F238E27FC236}">
                  <a16:creationId xmlns:a16="http://schemas.microsoft.com/office/drawing/2014/main" id="{1E394DDB-95F4-C779-DDA8-2A6D4C37E464}"/>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12" name="Graphic 11">
              <a:extLst>
                <a:ext uri="{FF2B5EF4-FFF2-40B4-BE49-F238E27FC236}">
                  <a16:creationId xmlns:a16="http://schemas.microsoft.com/office/drawing/2014/main" id="{DB617B8F-439F-0846-C91B-0D0BE613EBE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13" name="Title 1">
              <a:hlinkClick r:id="rId8"/>
              <a:extLst>
                <a:ext uri="{FF2B5EF4-FFF2-40B4-BE49-F238E27FC236}">
                  <a16:creationId xmlns:a16="http://schemas.microsoft.com/office/drawing/2014/main" id="{0C9002D1-74E0-6CBD-9260-7B915AF42557}"/>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16" name="Title 1">
            <a:extLst>
              <a:ext uri="{FF2B5EF4-FFF2-40B4-BE49-F238E27FC236}">
                <a16:creationId xmlns:a16="http://schemas.microsoft.com/office/drawing/2014/main" id="{0BE4C725-FC06-DB3B-0F4B-89A77869B06D}"/>
              </a:ext>
            </a:extLst>
          </p:cNvPr>
          <p:cNvSpPr txBox="1">
            <a:spLocks/>
          </p:cNvSpPr>
          <p:nvPr/>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17" name="TextBox 16">
            <a:extLst>
              <a:ext uri="{FF2B5EF4-FFF2-40B4-BE49-F238E27FC236}">
                <a16:creationId xmlns:a16="http://schemas.microsoft.com/office/drawing/2014/main" id="{0958167D-1797-F786-9B8C-3BB1923D6493}"/>
              </a:ext>
            </a:extLst>
          </p:cNvPr>
          <p:cNvSpPr txBox="1"/>
          <p:nvPr/>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18" name="Graphic 17">
            <a:extLst>
              <a:ext uri="{FF2B5EF4-FFF2-40B4-BE49-F238E27FC236}">
                <a16:creationId xmlns:a16="http://schemas.microsoft.com/office/drawing/2014/main" id="{F8498B2A-6B78-C39B-1C69-0EA4C112C95D}"/>
              </a:ext>
            </a:extLst>
          </p:cNvPr>
          <p:cNvPicPr>
            <a:picLocks noChangeAspect="1"/>
          </p:cNvPicPr>
          <p:nvPr/>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cxnSp>
        <p:nvCxnSpPr>
          <p:cNvPr id="5" name="Straight Connector 14">
            <a:extLst>
              <a:ext uri="{FF2B5EF4-FFF2-40B4-BE49-F238E27FC236}">
                <a16:creationId xmlns:a16="http://schemas.microsoft.com/office/drawing/2014/main" id="{09FA32C9-476F-F67F-2814-FF8BF04CCAC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4" name="Rectangle 5">
            <a:extLst>
              <a:ext uri="{FF2B5EF4-FFF2-40B4-BE49-F238E27FC236}">
                <a16:creationId xmlns:a16="http://schemas.microsoft.com/office/drawing/2014/main" id="{32D6F5FD-F70E-9F0D-7FA0-3186B0C5BB9B}"/>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6">
            <a:extLst>
              <a:ext uri="{FF2B5EF4-FFF2-40B4-BE49-F238E27FC236}">
                <a16:creationId xmlns:a16="http://schemas.microsoft.com/office/drawing/2014/main" id="{B3C7A81B-EC9D-EF86-9EBE-BCDA38AC5A98}"/>
              </a:ext>
            </a:extLst>
          </p:cNvPr>
          <p:cNvGrpSpPr/>
          <p:nvPr userDrawn="1"/>
        </p:nvGrpSpPr>
        <p:grpSpPr>
          <a:xfrm>
            <a:off x="1161334" y="3581400"/>
            <a:ext cx="9922400" cy="372831"/>
            <a:chOff x="1383408" y="3927281"/>
            <a:chExt cx="9922400" cy="372831"/>
          </a:xfrm>
        </p:grpSpPr>
        <p:pic>
          <p:nvPicPr>
            <p:cNvPr id="20" name="Graphic 7">
              <a:extLst>
                <a:ext uri="{FF2B5EF4-FFF2-40B4-BE49-F238E27FC236}">
                  <a16:creationId xmlns:a16="http://schemas.microsoft.com/office/drawing/2014/main" id="{4DD988A2-172F-8CB1-DB56-F8DCACE02F2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21" name="Title 1">
              <a:extLst>
                <a:ext uri="{FF2B5EF4-FFF2-40B4-BE49-F238E27FC236}">
                  <a16:creationId xmlns:a16="http://schemas.microsoft.com/office/drawing/2014/main" id="{1044E069-4F62-C911-5414-948670F99A0B}"/>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22" name="Graphic 9">
              <a:extLst>
                <a:ext uri="{FF2B5EF4-FFF2-40B4-BE49-F238E27FC236}">
                  <a16:creationId xmlns:a16="http://schemas.microsoft.com/office/drawing/2014/main" id="{7A850EAB-F3EF-CC03-1EB8-9C5A3FEBF1A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23" name="Title 1">
              <a:extLst>
                <a:ext uri="{FF2B5EF4-FFF2-40B4-BE49-F238E27FC236}">
                  <a16:creationId xmlns:a16="http://schemas.microsoft.com/office/drawing/2014/main" id="{CC18C277-28F9-806E-8702-38F3D2F2C818}"/>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24" name="Graphic 11">
              <a:extLst>
                <a:ext uri="{FF2B5EF4-FFF2-40B4-BE49-F238E27FC236}">
                  <a16:creationId xmlns:a16="http://schemas.microsoft.com/office/drawing/2014/main" id="{50DB6799-53F8-A3D4-CA7A-0668E1884BC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25" name="Title 1">
              <a:hlinkClick r:id="rId8"/>
              <a:extLst>
                <a:ext uri="{FF2B5EF4-FFF2-40B4-BE49-F238E27FC236}">
                  <a16:creationId xmlns:a16="http://schemas.microsoft.com/office/drawing/2014/main" id="{5BC97EC9-4A7E-52ED-DD01-A3FC3D0E9469}"/>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26" name="Title 1">
            <a:extLst>
              <a:ext uri="{FF2B5EF4-FFF2-40B4-BE49-F238E27FC236}">
                <a16:creationId xmlns:a16="http://schemas.microsoft.com/office/drawing/2014/main" id="{9E9F954B-E7C8-4F95-9E9C-D2E6EFB85EBD}"/>
              </a:ext>
            </a:extLst>
          </p:cNvPr>
          <p:cNvSpPr txBox="1">
            <a:spLocks/>
          </p:cNvSpPr>
          <p:nvPr userDrawn="1"/>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27" name="TextBox 16">
            <a:extLst>
              <a:ext uri="{FF2B5EF4-FFF2-40B4-BE49-F238E27FC236}">
                <a16:creationId xmlns:a16="http://schemas.microsoft.com/office/drawing/2014/main" id="{576A44A6-0E95-F34A-48CF-A54A3DFC46F1}"/>
              </a:ext>
            </a:extLst>
          </p:cNvPr>
          <p:cNvSpPr txBox="1"/>
          <p:nvPr userDrawn="1"/>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28" name="Graphic 17">
            <a:extLst>
              <a:ext uri="{FF2B5EF4-FFF2-40B4-BE49-F238E27FC236}">
                <a16:creationId xmlns:a16="http://schemas.microsoft.com/office/drawing/2014/main" id="{7EE3277C-8735-8CD7-ED0D-4E54213CCF98}"/>
              </a:ext>
            </a:extLst>
          </p:cNvPr>
          <p:cNvPicPr>
            <a:picLocks noChangeAspect="1"/>
          </p:cNvPicPr>
          <p:nvPr userDrawn="1"/>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spTree>
    <p:extLst>
      <p:ext uri="{BB962C8B-B14F-4D97-AF65-F5344CB8AC3E}">
        <p14:creationId xmlns:p14="http://schemas.microsoft.com/office/powerpoint/2010/main" val="1947422784"/>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cSld name="Bulleted - Title two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801349"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5292725" cy="4705200"/>
          </a:xfrm>
        </p:spPr>
        <p:txBody>
          <a:bodyPr/>
          <a:lstStyle>
            <a:lvl1pPr>
              <a:lnSpc>
                <a:spcPct val="140000"/>
              </a:lnSpc>
              <a:defRPr lang="en-GB" noProof="0" dirty="0" smtClean="0"/>
            </a:lvl1pPr>
            <a:lvl2pPr>
              <a:lnSpc>
                <a:spcPct val="140000"/>
              </a:lnSpc>
              <a:defRPr lang="en-GB" noProof="0" dirty="0" smtClean="0"/>
            </a:lvl2pPr>
            <a:lvl3pPr>
              <a:lnSpc>
                <a:spcPct val="140000"/>
              </a:lnSpc>
              <a:defRPr lang="en-GB" noProof="0" dirty="0" smtClean="0"/>
            </a:lvl3pPr>
            <a:lvl4pPr>
              <a:lnSpc>
                <a:spcPct val="140000"/>
              </a:lnSpc>
              <a:defRPr lang="en-GB" noProof="0" dirty="0"/>
            </a:lvl4p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sp>
        <p:nvSpPr>
          <p:cNvPr id="12" name="Content Placeholder 11">
            <a:extLst>
              <a:ext uri="{FF2B5EF4-FFF2-40B4-BE49-F238E27FC236}">
                <a16:creationId xmlns:a16="http://schemas.microsoft.com/office/drawing/2014/main" id="{9F472F98-5AEE-6AB5-BBB2-A88EB9603F97}"/>
              </a:ext>
            </a:extLst>
          </p:cNvPr>
          <p:cNvSpPr>
            <a:spLocks noGrp="1"/>
          </p:cNvSpPr>
          <p:nvPr>
            <p:ph sz="quarter" idx="14"/>
          </p:nvPr>
        </p:nvSpPr>
        <p:spPr>
          <a:xfrm>
            <a:off x="6181725" y="1425599"/>
            <a:ext cx="5314950" cy="4705200"/>
          </a:xfrm>
        </p:spPr>
        <p:txBody>
          <a:body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pic>
        <p:nvPicPr>
          <p:cNvPr id="8" name="Picture 4" descr="Logo&#10;&#10;Description automatically generated">
            <a:extLst>
              <a:ext uri="{FF2B5EF4-FFF2-40B4-BE49-F238E27FC236}">
                <a16:creationId xmlns:a16="http://schemas.microsoft.com/office/drawing/2014/main" id="{D44FB507-C45B-27B3-4C3A-A961E0A3D88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0" name="Straight Connector 5">
            <a:extLst>
              <a:ext uri="{FF2B5EF4-FFF2-40B4-BE49-F238E27FC236}">
                <a16:creationId xmlns:a16="http://schemas.microsoft.com/office/drawing/2014/main" id="{43A5D2C8-A4CE-432A-D1E5-9815C3ACF03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836D344C-C765-60E2-BCAA-3D4199B1D979}"/>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3748188"/>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cSld name="Title conten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lstStyle>
            <a:lvl1pPr>
              <a:lnSpc>
                <a:spcPct val="150000"/>
              </a:lnSpc>
              <a:defRPr>
                <a:solidFill>
                  <a:schemeClr val="tx1">
                    <a:lumMod val="10000"/>
                    <a:lumOff val="90000"/>
                  </a:schemeClr>
                </a:solidFill>
              </a:defRPr>
            </a:lvl1pPr>
            <a:lvl2pPr>
              <a:lnSpc>
                <a:spcPct val="150000"/>
              </a:lnSpc>
              <a:defRPr>
                <a:solidFill>
                  <a:schemeClr val="tx1">
                    <a:lumMod val="10000"/>
                    <a:lumOff val="90000"/>
                  </a:schemeClr>
                </a:solidFill>
              </a:defRPr>
            </a:lvl2pPr>
            <a:lvl3pPr>
              <a:lnSpc>
                <a:spcPct val="150000"/>
              </a:lnSpc>
              <a:defRPr>
                <a:solidFill>
                  <a:schemeClr val="tx1">
                    <a:lumMod val="10000"/>
                    <a:lumOff val="90000"/>
                  </a:schemeClr>
                </a:solidFill>
              </a:defRPr>
            </a:lvl3pPr>
            <a:lvl4pPr>
              <a:lnSpc>
                <a:spcPct val="150000"/>
              </a:lnSpc>
              <a:defRPr>
                <a:solidFill>
                  <a:schemeClr val="tx1">
                    <a:lumMod val="10000"/>
                    <a:lumOff val="90000"/>
                  </a:schemeClr>
                </a:solidFill>
              </a:defRPr>
            </a:lvl4pPr>
            <a:lvl5pPr>
              <a:lnSpc>
                <a:spcPct val="150000"/>
              </a:lnSpc>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Rectangle 7">
            <a:extLst>
              <a:ext uri="{FF2B5EF4-FFF2-40B4-BE49-F238E27FC236}">
                <a16:creationId xmlns:a16="http://schemas.microsoft.com/office/drawing/2014/main" id="{2D1DA913-584B-7D42-A70E-80ADE2FD48FD}"/>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pic>
        <p:nvPicPr>
          <p:cNvPr id="10" name="Picture 4" descr="Logo&#10;&#10;Description automatically generated">
            <a:extLst>
              <a:ext uri="{FF2B5EF4-FFF2-40B4-BE49-F238E27FC236}">
                <a16:creationId xmlns:a16="http://schemas.microsoft.com/office/drawing/2014/main" id="{3CE0A8B9-2E67-E699-8E72-9AE9C3C44B0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1" name="Straight Connector 5">
            <a:extLst>
              <a:ext uri="{FF2B5EF4-FFF2-40B4-BE49-F238E27FC236}">
                <a16:creationId xmlns:a16="http://schemas.microsoft.com/office/drawing/2014/main" id="{D8A64A94-3A79-6ECE-3C12-FD2FCD1212F2}"/>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 name="Rectangle 47">
            <a:extLst>
              <a:ext uri="{FF2B5EF4-FFF2-40B4-BE49-F238E27FC236}">
                <a16:creationId xmlns:a16="http://schemas.microsoft.com/office/drawing/2014/main" id="{3076F59A-978A-A229-06F3-E6CDF47FBD31}"/>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50308999"/>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cSld name="1_Title list two tone dark">
    <p:bg>
      <p:bgPr>
        <a:solidFill>
          <a:schemeClr val="bg1"/>
        </a:solidFill>
        <a:effectLst/>
      </p:bgPr>
    </p:bg>
    <p:spTree>
      <p:nvGrpSpPr>
        <p:cNvPr id="1" name=""/>
        <p:cNvGrpSpPr/>
        <p:nvPr/>
      </p:nvGrpSpPr>
      <p:grpSpPr>
        <a:xfrm>
          <a:off x="0" y="0"/>
          <a:ext cx="0" cy="0"/>
          <a:chOff x="0" y="0"/>
          <a:chExt cx="0" cy="0"/>
        </a:xfrm>
      </p:grpSpPr>
      <p:pic>
        <p:nvPicPr>
          <p:cNvPr id="13" name="Picture 12" descr="A orange triangle on a black background&#10;&#10;Description automatically generated">
            <a:extLst>
              <a:ext uri="{FF2B5EF4-FFF2-40B4-BE49-F238E27FC236}">
                <a16:creationId xmlns:a16="http://schemas.microsoft.com/office/drawing/2014/main" id="{008AA23A-E33D-6297-008B-71F741560DA3}"/>
              </a:ext>
            </a:extLst>
          </p:cNvPr>
          <p:cNvPicPr>
            <a:picLocks noChangeAspect="1"/>
          </p:cNvPicPr>
          <p:nvPr/>
        </p:nvPicPr>
        <p:blipFill>
          <a:blip r:embed="rId2"/>
          <a:stretch>
            <a:fillRect/>
          </a:stretch>
        </p:blipFill>
        <p:spPr>
          <a:xfrm>
            <a:off x="11274221" y="125373"/>
            <a:ext cx="444903" cy="444903"/>
          </a:xfrm>
          <a:prstGeom prst="rect">
            <a:avLst/>
          </a:prstGeom>
        </p:spPr>
      </p:pic>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5" name="Picture 12" descr="A orange triangle on a black background&#10;&#10;Description automatically generated">
            <a:extLst>
              <a:ext uri="{FF2B5EF4-FFF2-40B4-BE49-F238E27FC236}">
                <a16:creationId xmlns:a16="http://schemas.microsoft.com/office/drawing/2014/main" id="{07659B8C-5443-29C0-79E5-01F2FE17D549}"/>
              </a:ext>
            </a:extLst>
          </p:cNvPr>
          <p:cNvPicPr>
            <a:picLocks noChangeAspect="1"/>
          </p:cNvPicPr>
          <p:nvPr userDrawn="1"/>
        </p:nvPicPr>
        <p:blipFill>
          <a:blip r:embed="rId2"/>
          <a:stretch>
            <a:fillRect/>
          </a:stretch>
        </p:blipFill>
        <p:spPr>
          <a:xfrm>
            <a:off x="11274221" y="125373"/>
            <a:ext cx="444903" cy="444903"/>
          </a:xfrm>
          <a:prstGeom prst="rect">
            <a:avLst/>
          </a:prstGeom>
        </p:spPr>
      </p:pic>
      <p:sp>
        <p:nvSpPr>
          <p:cNvPr id="17" name="Rectangle 7">
            <a:extLst>
              <a:ext uri="{FF2B5EF4-FFF2-40B4-BE49-F238E27FC236}">
                <a16:creationId xmlns:a16="http://schemas.microsoft.com/office/drawing/2014/main" id="{C3AEBAD4-B631-BA39-BD25-AFBC46309F42}"/>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5">
            <a:extLst>
              <a:ext uri="{FF2B5EF4-FFF2-40B4-BE49-F238E27FC236}">
                <a16:creationId xmlns:a16="http://schemas.microsoft.com/office/drawing/2014/main" id="{168CE717-EF42-7438-F8D7-0AC3018B9071}"/>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9" name="Rectangle 47">
            <a:extLst>
              <a:ext uri="{FF2B5EF4-FFF2-40B4-BE49-F238E27FC236}">
                <a16:creationId xmlns:a16="http://schemas.microsoft.com/office/drawing/2014/main" id="{60D1A625-9751-E8A8-EDE3-B9EC8BA86201}"/>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13868612"/>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p:cSld name="Title Slid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B14551C-8DA6-7975-4AC8-8A180A4C60CF}"/>
              </a:ext>
            </a:extLst>
          </p:cNvPr>
          <p:cNvSpPr>
            <a:spLocks noGrp="1"/>
          </p:cNvSpPr>
          <p:nvPr>
            <p:ph type="subTitle" idx="1"/>
          </p:nvPr>
        </p:nvSpPr>
        <p:spPr>
          <a:xfrm>
            <a:off x="695325" y="3794264"/>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2" name="Title 1">
            <a:extLst>
              <a:ext uri="{FF2B5EF4-FFF2-40B4-BE49-F238E27FC236}">
                <a16:creationId xmlns:a16="http://schemas.microsoft.com/office/drawing/2014/main" id="{EA774C2F-C574-4EA9-44E0-B379B00831F7}"/>
              </a:ext>
            </a:extLst>
          </p:cNvPr>
          <p:cNvSpPr>
            <a:spLocks noGrp="1" noRot="1" noMove="1" noResize="1" noEditPoints="1" noAdjustHandles="1" noChangeArrowheads="1" noChangeShapeType="1"/>
          </p:cNvSpPr>
          <p:nvPr>
            <p:ph type="ctrTitle"/>
          </p:nvPr>
        </p:nvSpPr>
        <p:spPr>
          <a:xfrm>
            <a:off x="695325" y="1287508"/>
            <a:ext cx="5292724" cy="2251163"/>
          </a:xfrm>
        </p:spPr>
        <p:txBody>
          <a:bodyPr anchor="b">
            <a:noAutofit/>
          </a:bodyPr>
          <a:lstStyle>
            <a:lvl1pPr marL="0" algn="l" defTabSz="914400" rtl="0" eaLnBrk="1" latinLnBrk="0" hangingPunct="1">
              <a:lnSpc>
                <a:spcPct val="100000"/>
              </a:lnSpc>
              <a:spcBef>
                <a:spcPct val="0"/>
              </a:spcBef>
              <a:buNone/>
              <a:defRPr lang="en-US" sz="44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GB" smtClean="0"/>
              <a:pPr/>
              <a:t>‹#›</a:t>
            </a:fld>
            <a:endParaRPr lang="en-GB"/>
          </a:p>
        </p:txBody>
      </p:sp>
      <p:pic>
        <p:nvPicPr>
          <p:cNvPr id="10" name="Graphic 9">
            <a:extLst>
              <a:ext uri="{FF2B5EF4-FFF2-40B4-BE49-F238E27FC236}">
                <a16:creationId xmlns:a16="http://schemas.microsoft.com/office/drawing/2014/main" id="{2BA657EF-F445-0102-2BA7-44A9F51D8325}"/>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
        <p:nvSpPr>
          <p:cNvPr id="12" name="Text Placeholder 11">
            <a:extLst>
              <a:ext uri="{FF2B5EF4-FFF2-40B4-BE49-F238E27FC236}">
                <a16:creationId xmlns:a16="http://schemas.microsoft.com/office/drawing/2014/main" id="{0DB90FE5-9B10-DE0E-C798-6B53CC1B51BF}"/>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Picture Placeholder 13">
            <a:extLst>
              <a:ext uri="{FF2B5EF4-FFF2-40B4-BE49-F238E27FC236}">
                <a16:creationId xmlns:a16="http://schemas.microsoft.com/office/drawing/2014/main" id="{4516B070-9C5D-0E7C-E2ED-3FE385C3774C}"/>
              </a:ext>
            </a:extLst>
          </p:cNvPr>
          <p:cNvSpPr>
            <a:spLocks noGrp="1"/>
          </p:cNvSpPr>
          <p:nvPr>
            <p:ph type="pic" sz="quarter" idx="14"/>
          </p:nvPr>
        </p:nvSpPr>
        <p:spPr>
          <a:xfrm>
            <a:off x="6167438" y="730389"/>
            <a:ext cx="5668391" cy="5398949"/>
          </a:xfrm>
        </p:spPr>
        <p:txBody>
          <a:bodyPr anchor="ctr"/>
          <a:lstStyle>
            <a:lvl1pPr marL="90000" indent="0" algn="ctr">
              <a:buNone/>
              <a:defRPr/>
            </a:lvl1pPr>
          </a:lstStyle>
          <a:p>
            <a:r>
              <a:rPr lang="tr-TR"/>
              <a:t>Resim eklemek için simgeye tıklayın</a:t>
            </a:r>
            <a:endParaRPr lang="en-US"/>
          </a:p>
        </p:txBody>
      </p:sp>
    </p:spTree>
    <p:extLst>
      <p:ext uri="{BB962C8B-B14F-4D97-AF65-F5344CB8AC3E}">
        <p14:creationId xmlns:p14="http://schemas.microsoft.com/office/powerpoint/2010/main" val="238233840"/>
      </p:ext>
    </p:extLst>
  </p:cSld>
  <p:clrMapOvr>
    <a:masterClrMapping/>
  </p:clrMapOvr>
  <p:hf hdr="0" ftr="0" dt="0"/>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preserve="1">
  <p:cSld name="Title Slide 2">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DCACB3E2-F3D6-FBFE-9D4D-122785B60FFF}"/>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21" name="Subtitle 2">
            <a:extLst>
              <a:ext uri="{FF2B5EF4-FFF2-40B4-BE49-F238E27FC236}">
                <a16:creationId xmlns:a16="http://schemas.microsoft.com/office/drawing/2014/main" id="{FE279612-A00D-9DA6-F257-9A62F420A74A}"/>
              </a:ext>
            </a:extLst>
          </p:cNvPr>
          <p:cNvSpPr>
            <a:spLocks noGrp="1"/>
          </p:cNvSpPr>
          <p:nvPr>
            <p:ph type="subTitle" idx="1" hasCustomPrompt="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 </a:t>
            </a:r>
            <a:endParaRPr lang="en-US"/>
          </a:p>
        </p:txBody>
      </p:sp>
      <p:sp>
        <p:nvSpPr>
          <p:cNvPr id="23" name="Text Placeholder 11">
            <a:extLst>
              <a:ext uri="{FF2B5EF4-FFF2-40B4-BE49-F238E27FC236}">
                <a16:creationId xmlns:a16="http://schemas.microsoft.com/office/drawing/2014/main" id="{157F8B76-BD18-D930-D55C-B6A1B10E82BE}"/>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8" name="Freeform 27">
            <a:extLst>
              <a:ext uri="{FF2B5EF4-FFF2-40B4-BE49-F238E27FC236}">
                <a16:creationId xmlns:a16="http://schemas.microsoft.com/office/drawing/2014/main" id="{36E4DEAF-BC4A-5DD9-036E-624FD7C4D0BA}"/>
              </a:ext>
            </a:extLst>
          </p:cNvPr>
          <p:cNvSpPr>
            <a:spLocks noGrp="1"/>
          </p:cNvSpPr>
          <p:nvPr>
            <p:ph type="pic" sz="quarter" idx="14"/>
          </p:nvPr>
        </p:nvSpPr>
        <p:spPr>
          <a:xfrm>
            <a:off x="6959600" y="1287463"/>
            <a:ext cx="4264025" cy="4273550"/>
          </a:xfrm>
          <a:custGeom>
            <a:avLst/>
            <a:gdLst>
              <a:gd name="connsiteX0" fmla="*/ 328842 w 4264025"/>
              <a:gd name="connsiteY0" fmla="*/ 0 h 4273550"/>
              <a:gd name="connsiteX1" fmla="*/ 3935183 w 4264025"/>
              <a:gd name="connsiteY1" fmla="*/ 0 h 4273550"/>
              <a:gd name="connsiteX2" fmla="*/ 4264025 w 4264025"/>
              <a:gd name="connsiteY2" fmla="*/ 328842 h 4273550"/>
              <a:gd name="connsiteX3" fmla="*/ 4264025 w 4264025"/>
              <a:gd name="connsiteY3" fmla="*/ 2397987 h 4273550"/>
              <a:gd name="connsiteX4" fmla="*/ 4187602 w 4264025"/>
              <a:gd name="connsiteY4" fmla="*/ 2540521 h 4273550"/>
              <a:gd name="connsiteX5" fmla="*/ 3434167 w 4264025"/>
              <a:gd name="connsiteY5" fmla="*/ 3594728 h 4273550"/>
              <a:gd name="connsiteX6" fmla="*/ 2977109 w 4264025"/>
              <a:gd name="connsiteY6" fmla="*/ 4084536 h 4273550"/>
              <a:gd name="connsiteX7" fmla="*/ 2776680 w 4264025"/>
              <a:gd name="connsiteY7" fmla="*/ 4273550 h 4273550"/>
              <a:gd name="connsiteX8" fmla="*/ 328842 w 4264025"/>
              <a:gd name="connsiteY8" fmla="*/ 4273550 h 4273550"/>
              <a:gd name="connsiteX9" fmla="*/ 0 w 4264025"/>
              <a:gd name="connsiteY9" fmla="*/ 3944708 h 4273550"/>
              <a:gd name="connsiteX10" fmla="*/ 0 w 4264025"/>
              <a:gd name="connsiteY10" fmla="*/ 328842 h 4273550"/>
              <a:gd name="connsiteX11" fmla="*/ 328842 w 4264025"/>
              <a:gd name="connsiteY11" fmla="*/ 0 h 427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64025" h="4273550">
                <a:moveTo>
                  <a:pt x="328842" y="0"/>
                </a:moveTo>
                <a:lnTo>
                  <a:pt x="3935183" y="0"/>
                </a:lnTo>
                <a:cubicBezTo>
                  <a:pt x="4116797" y="0"/>
                  <a:pt x="4264025" y="147228"/>
                  <a:pt x="4264025" y="328842"/>
                </a:cubicBezTo>
                <a:lnTo>
                  <a:pt x="4264025" y="2397987"/>
                </a:lnTo>
                <a:lnTo>
                  <a:pt x="4187602" y="2540521"/>
                </a:lnTo>
                <a:cubicBezTo>
                  <a:pt x="3989287" y="2884882"/>
                  <a:pt x="3729269" y="3244387"/>
                  <a:pt x="3434167" y="3594728"/>
                </a:cubicBezTo>
                <a:cubicBezTo>
                  <a:pt x="3294444" y="3760607"/>
                  <a:pt x="3140729" y="3924189"/>
                  <a:pt x="2977109" y="4084536"/>
                </a:cubicBezTo>
                <a:lnTo>
                  <a:pt x="2776680" y="4273550"/>
                </a:lnTo>
                <a:lnTo>
                  <a:pt x="328842" y="4273550"/>
                </a:lnTo>
                <a:cubicBezTo>
                  <a:pt x="147228" y="4273550"/>
                  <a:pt x="0" y="4126322"/>
                  <a:pt x="0" y="3944708"/>
                </a:cubicBezTo>
                <a:lnTo>
                  <a:pt x="0" y="328842"/>
                </a:lnTo>
                <a:cubicBezTo>
                  <a:pt x="0" y="147228"/>
                  <a:pt x="147228" y="0"/>
                  <a:pt x="328842" y="0"/>
                </a:cubicBezTo>
                <a:close/>
              </a:path>
            </a:pathLst>
          </a:custGeom>
          <a:solidFill>
            <a:schemeClr val="bg1">
              <a:lumMod val="95000"/>
            </a:schemeClr>
          </a:solidFill>
        </p:spPr>
        <p:txBody>
          <a:bodyPr wrap="square" anchor="ctr">
            <a:noAutofit/>
          </a:bodyPr>
          <a:lstStyle>
            <a:lvl1pPr marL="90000" indent="0" algn="ctr">
              <a:buNone/>
              <a:defRPr/>
            </a:lvl1pPr>
          </a:lstStyle>
          <a:p>
            <a:r>
              <a:rPr lang="tr-TR"/>
              <a:t>Resim eklemek için simgeye tıklayın</a:t>
            </a:r>
            <a:endParaRPr lang="en-US"/>
          </a:p>
        </p:txBody>
      </p:sp>
      <p:pic>
        <p:nvPicPr>
          <p:cNvPr id="14" name="Graphic 13">
            <a:extLst>
              <a:ext uri="{FF2B5EF4-FFF2-40B4-BE49-F238E27FC236}">
                <a16:creationId xmlns:a16="http://schemas.microsoft.com/office/drawing/2014/main" id="{EF632325-B368-E7E6-040E-5422C4DE6C14}"/>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grpSp>
        <p:nvGrpSpPr>
          <p:cNvPr id="2" name="Group 12">
            <a:extLst>
              <a:ext uri="{FF2B5EF4-FFF2-40B4-BE49-F238E27FC236}">
                <a16:creationId xmlns:a16="http://schemas.microsoft.com/office/drawing/2014/main" id="{A785323A-63BE-B928-B727-20A0E7272C72}"/>
              </a:ext>
            </a:extLst>
          </p:cNvPr>
          <p:cNvGrpSpPr/>
          <p:nvPr userDrawn="1"/>
        </p:nvGrpSpPr>
        <p:grpSpPr>
          <a:xfrm>
            <a:off x="6478742" y="11724"/>
            <a:ext cx="5092742" cy="3234091"/>
            <a:chOff x="6478742" y="11724"/>
            <a:chExt cx="5092742" cy="3234091"/>
          </a:xfrm>
        </p:grpSpPr>
        <p:sp>
          <p:nvSpPr>
            <p:cNvPr id="3" name="Freeform 14">
              <a:extLst>
                <a:ext uri="{FF2B5EF4-FFF2-40B4-BE49-F238E27FC236}">
                  <a16:creationId xmlns:a16="http://schemas.microsoft.com/office/drawing/2014/main" id="{D4E4E311-6BEF-928C-7082-5236551089E3}"/>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7" name="Freeform 15">
              <a:extLst>
                <a:ext uri="{FF2B5EF4-FFF2-40B4-BE49-F238E27FC236}">
                  <a16:creationId xmlns:a16="http://schemas.microsoft.com/office/drawing/2014/main" id="{D6E39DD6-FA1D-E01E-5609-CAC2B9C657E0}"/>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8" name="Freeform 17">
            <a:extLst>
              <a:ext uri="{FF2B5EF4-FFF2-40B4-BE49-F238E27FC236}">
                <a16:creationId xmlns:a16="http://schemas.microsoft.com/office/drawing/2014/main" id="{09969526-747A-51FD-A3F1-44DDEDEB41C1}"/>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pic>
        <p:nvPicPr>
          <p:cNvPr id="9" name="Graphic 13">
            <a:extLst>
              <a:ext uri="{FF2B5EF4-FFF2-40B4-BE49-F238E27FC236}">
                <a16:creationId xmlns:a16="http://schemas.microsoft.com/office/drawing/2014/main" id="{77F2CA08-F305-15EA-6478-5BB8BEA5D1CE}"/>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914723602"/>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preserve="1">
  <p:cSld name="Title Slid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GB" smtClean="0"/>
              <a:pPr/>
              <a:t>‹#›</a:t>
            </a:fld>
            <a:endParaRPr lang="en-GB"/>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349C5667-D53D-4431-E3F2-914E5141B487}"/>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Subtitle 2">
            <a:extLst>
              <a:ext uri="{FF2B5EF4-FFF2-40B4-BE49-F238E27FC236}">
                <a16:creationId xmlns:a16="http://schemas.microsoft.com/office/drawing/2014/main" id="{B064D20E-0688-A8CD-F668-241C3808DAAE}"/>
              </a:ext>
            </a:extLst>
          </p:cNvPr>
          <p:cNvSpPr>
            <a:spLocks noGrp="1"/>
          </p:cNvSpPr>
          <p:nvPr>
            <p:ph type="subTitle" idx="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7" name="Text Placeholder 11">
            <a:extLst>
              <a:ext uri="{FF2B5EF4-FFF2-40B4-BE49-F238E27FC236}">
                <a16:creationId xmlns:a16="http://schemas.microsoft.com/office/drawing/2014/main" id="{06A6473A-A022-609A-AF07-7030038A9767}"/>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8" name="Graphic 7">
            <a:extLst>
              <a:ext uri="{FF2B5EF4-FFF2-40B4-BE49-F238E27FC236}">
                <a16:creationId xmlns:a16="http://schemas.microsoft.com/office/drawing/2014/main" id="{6E5D0EF1-6B49-B967-1CC4-90ECFB619B41}"/>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1834761385"/>
      </p:ext>
    </p:extLst>
  </p:cSld>
  <p:clrMapOvr>
    <a:masterClrMapping/>
  </p:clrMapOvr>
  <p:hf hdr="0" ftr="0" dt="0"/>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5325" y="3358244"/>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062768871"/>
      </p:ext>
    </p:extLst>
  </p:cSld>
  <p:clrMapOvr>
    <a:masterClrMapping/>
  </p:clrMapOvr>
  <p:hf hdr="0" ftr="0" dt="0"/>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p:cSld name="Section Header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358800"/>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3874783575"/>
      </p:ext>
    </p:extLst>
  </p:cSld>
  <p:clrMapOvr>
    <a:masterClrMapping/>
  </p:clrMapOvr>
  <p:hf hdr="0" ftr="0" dt="0"/>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p:cSld name="Number Section Header 1">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704377"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316106443"/>
      </p:ext>
    </p:extLst>
  </p:cSld>
  <p:clrMapOvr>
    <a:masterClrMapping/>
  </p:clrMapOvr>
  <p:hf hdr="0" ftr="0" dt="0"/>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p:cSld name="Number Section Header 2">
    <p:bg>
      <p:bgPr>
        <a:solidFill>
          <a:schemeClr val="tx1"/>
        </a:solidFill>
        <a:effectLst/>
      </p:bgPr>
    </p:bg>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410691328"/>
      </p:ext>
    </p:extLst>
  </p:cSld>
  <p:clrMapOvr>
    <a:masterClrMapping/>
  </p:clrMapOvr>
  <p:hf hdr="0" ftr="0" dt="0"/>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614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38" name="Graphic 37">
            <a:extLst>
              <a:ext uri="{FF2B5EF4-FFF2-40B4-BE49-F238E27FC236}">
                <a16:creationId xmlns:a16="http://schemas.microsoft.com/office/drawing/2014/main" id="{DB418724-83AC-4BA4-53E4-38273EA86C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1809653"/>
            <a:ext cx="360000" cy="360000"/>
          </a:xfrm>
          <a:prstGeom prst="rect">
            <a:avLst/>
          </a:prstGeom>
        </p:spPr>
      </p:pic>
      <p:pic>
        <p:nvPicPr>
          <p:cNvPr id="39" name="Graphic 38">
            <a:extLst>
              <a:ext uri="{FF2B5EF4-FFF2-40B4-BE49-F238E27FC236}">
                <a16:creationId xmlns:a16="http://schemas.microsoft.com/office/drawing/2014/main" id="{512CDF71-5986-90E7-436B-0FC63AF45C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3337001"/>
            <a:ext cx="360000" cy="360000"/>
          </a:xfrm>
          <a:prstGeom prst="rect">
            <a:avLst/>
          </a:prstGeom>
        </p:spPr>
      </p:pic>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6148"/>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46" name="Graphic 45">
            <a:extLst>
              <a:ext uri="{FF2B5EF4-FFF2-40B4-BE49-F238E27FC236}">
                <a16:creationId xmlns:a16="http://schemas.microsoft.com/office/drawing/2014/main" id="{3483A506-4640-0C11-7E76-4ADF601F85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1809653"/>
            <a:ext cx="360000" cy="360000"/>
          </a:xfrm>
          <a:prstGeom prst="rect">
            <a:avLst/>
          </a:prstGeom>
        </p:spPr>
      </p:pic>
      <p:pic>
        <p:nvPicPr>
          <p:cNvPr id="47" name="Graphic 46">
            <a:extLst>
              <a:ext uri="{FF2B5EF4-FFF2-40B4-BE49-F238E27FC236}">
                <a16:creationId xmlns:a16="http://schemas.microsoft.com/office/drawing/2014/main" id="{DB674452-D96D-4ED0-8BD6-C67163051C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3337001"/>
            <a:ext cx="360000" cy="360000"/>
          </a:xfrm>
          <a:prstGeom prst="rect">
            <a:avLst/>
          </a:prstGeom>
        </p:spPr>
      </p:pic>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28845"/>
      </p:ext>
    </p:extLst>
  </p:cSld>
  <p:clrMapOvr>
    <a:masterClrMapping/>
  </p:clrMapOvr>
  <p:hf hdr="0" ftr="0" dt="0"/>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p:cSld name="Agenda Style 2">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12">
            <a:extLst>
              <a:ext uri="{FF2B5EF4-FFF2-40B4-BE49-F238E27FC236}">
                <a16:creationId xmlns:a16="http://schemas.microsoft.com/office/drawing/2014/main" id="{A898EB03-8E33-56BF-12A4-1CC34E1361E2}"/>
              </a:ext>
            </a:extLst>
          </p:cNvPr>
          <p:cNvSpPr>
            <a:spLocks noGrp="1"/>
          </p:cNvSpPr>
          <p:nvPr>
            <p:ph type="body" sz="quarter" idx="25" hasCustomPrompt="1"/>
          </p:nvPr>
        </p:nvSpPr>
        <p:spPr>
          <a:xfrm>
            <a:off x="694801"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8" name="Text Placeholder 12">
            <a:extLst>
              <a:ext uri="{FF2B5EF4-FFF2-40B4-BE49-F238E27FC236}">
                <a16:creationId xmlns:a16="http://schemas.microsoft.com/office/drawing/2014/main" id="{025A403C-7874-825D-629B-91845DF858A3}"/>
              </a:ext>
            </a:extLst>
          </p:cNvPr>
          <p:cNvSpPr>
            <a:spLocks noGrp="1"/>
          </p:cNvSpPr>
          <p:nvPr>
            <p:ph type="body" sz="quarter" idx="26" hasCustomPrompt="1"/>
          </p:nvPr>
        </p:nvSpPr>
        <p:spPr>
          <a:xfrm>
            <a:off x="4373089"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02</a:t>
            </a:r>
            <a:endParaRPr lang="en-US"/>
          </a:p>
        </p:txBody>
      </p:sp>
      <p:sp>
        <p:nvSpPr>
          <p:cNvPr id="9" name="Text Placeholder 12">
            <a:extLst>
              <a:ext uri="{FF2B5EF4-FFF2-40B4-BE49-F238E27FC236}">
                <a16:creationId xmlns:a16="http://schemas.microsoft.com/office/drawing/2014/main" id="{37DA963A-F8CB-2788-34E3-9545F9452C3A}"/>
              </a:ext>
            </a:extLst>
          </p:cNvPr>
          <p:cNvSpPr>
            <a:spLocks noGrp="1"/>
          </p:cNvSpPr>
          <p:nvPr>
            <p:ph type="body" sz="quarter" idx="27" hasCustomPrompt="1"/>
          </p:nvPr>
        </p:nvSpPr>
        <p:spPr>
          <a:xfrm>
            <a:off x="694801"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04</a:t>
            </a:r>
            <a:endParaRPr lang="en-US"/>
          </a:p>
        </p:txBody>
      </p:sp>
      <p:sp>
        <p:nvSpPr>
          <p:cNvPr id="10" name="Text Placeholder 12">
            <a:extLst>
              <a:ext uri="{FF2B5EF4-FFF2-40B4-BE49-F238E27FC236}">
                <a16:creationId xmlns:a16="http://schemas.microsoft.com/office/drawing/2014/main" id="{12B504E0-4466-BAA4-C7FF-B42ED83C75C3}"/>
              </a:ext>
            </a:extLst>
          </p:cNvPr>
          <p:cNvSpPr>
            <a:spLocks noGrp="1"/>
          </p:cNvSpPr>
          <p:nvPr>
            <p:ph type="body" sz="quarter" idx="28" hasCustomPrompt="1"/>
          </p:nvPr>
        </p:nvSpPr>
        <p:spPr>
          <a:xfrm>
            <a:off x="4373089"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05</a:t>
            </a:r>
            <a:endParaRPr lang="en-US"/>
          </a:p>
        </p:txBody>
      </p:sp>
      <p:sp>
        <p:nvSpPr>
          <p:cNvPr id="11" name="Text Placeholder 21">
            <a:extLst>
              <a:ext uri="{FF2B5EF4-FFF2-40B4-BE49-F238E27FC236}">
                <a16:creationId xmlns:a16="http://schemas.microsoft.com/office/drawing/2014/main" id="{C1AEB284-7F0C-3187-B592-E1732E8ED9FB}"/>
              </a:ext>
            </a:extLst>
          </p:cNvPr>
          <p:cNvSpPr>
            <a:spLocks noGrp="1"/>
          </p:cNvSpPr>
          <p:nvPr>
            <p:ph type="body" sz="quarter" idx="29" hasCustomPrompt="1"/>
          </p:nvPr>
        </p:nvSpPr>
        <p:spPr>
          <a:xfrm>
            <a:off x="8426434"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23">
            <a:extLst>
              <a:ext uri="{FF2B5EF4-FFF2-40B4-BE49-F238E27FC236}">
                <a16:creationId xmlns:a16="http://schemas.microsoft.com/office/drawing/2014/main" id="{4B41B821-5DFB-B757-C0F7-DB0D030FBE52}"/>
              </a:ext>
            </a:extLst>
          </p:cNvPr>
          <p:cNvSpPr>
            <a:spLocks noGrp="1"/>
          </p:cNvSpPr>
          <p:nvPr>
            <p:ph type="body" sz="quarter" idx="30" hasCustomPrompt="1"/>
          </p:nvPr>
        </p:nvSpPr>
        <p:spPr>
          <a:xfrm>
            <a:off x="8426433"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3" name="Text Placeholder 21">
            <a:extLst>
              <a:ext uri="{FF2B5EF4-FFF2-40B4-BE49-F238E27FC236}">
                <a16:creationId xmlns:a16="http://schemas.microsoft.com/office/drawing/2014/main" id="{DF6AFE7A-748E-3094-E5DD-96068A1ADB22}"/>
              </a:ext>
            </a:extLst>
          </p:cNvPr>
          <p:cNvSpPr>
            <a:spLocks noGrp="1"/>
          </p:cNvSpPr>
          <p:nvPr>
            <p:ph type="body" sz="quarter" idx="31" hasCustomPrompt="1"/>
          </p:nvPr>
        </p:nvSpPr>
        <p:spPr>
          <a:xfrm>
            <a:off x="8426434"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4" name="Text Placeholder 23">
            <a:extLst>
              <a:ext uri="{FF2B5EF4-FFF2-40B4-BE49-F238E27FC236}">
                <a16:creationId xmlns:a16="http://schemas.microsoft.com/office/drawing/2014/main" id="{4A3630C7-F978-2556-4A23-C0C594F4D671}"/>
              </a:ext>
            </a:extLst>
          </p:cNvPr>
          <p:cNvSpPr>
            <a:spLocks noGrp="1"/>
          </p:cNvSpPr>
          <p:nvPr>
            <p:ph type="body" sz="quarter" idx="32" hasCustomPrompt="1"/>
          </p:nvPr>
        </p:nvSpPr>
        <p:spPr>
          <a:xfrm>
            <a:off x="8426433"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5" name="Text Placeholder 12">
            <a:extLst>
              <a:ext uri="{FF2B5EF4-FFF2-40B4-BE49-F238E27FC236}">
                <a16:creationId xmlns:a16="http://schemas.microsoft.com/office/drawing/2014/main" id="{3E8A0744-C495-285F-181E-6DC10F0DF496}"/>
              </a:ext>
            </a:extLst>
          </p:cNvPr>
          <p:cNvSpPr>
            <a:spLocks noGrp="1"/>
          </p:cNvSpPr>
          <p:nvPr>
            <p:ph type="body" sz="quarter" idx="33" hasCustomPrompt="1"/>
          </p:nvPr>
        </p:nvSpPr>
        <p:spPr>
          <a:xfrm>
            <a:off x="7989314"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03</a:t>
            </a:r>
            <a:endParaRPr lang="en-US"/>
          </a:p>
        </p:txBody>
      </p:sp>
      <p:sp>
        <p:nvSpPr>
          <p:cNvPr id="16" name="Text Placeholder 12">
            <a:extLst>
              <a:ext uri="{FF2B5EF4-FFF2-40B4-BE49-F238E27FC236}">
                <a16:creationId xmlns:a16="http://schemas.microsoft.com/office/drawing/2014/main" id="{BDFD6F31-A9EA-9929-A27C-F99215BAC5D0}"/>
              </a:ext>
            </a:extLst>
          </p:cNvPr>
          <p:cNvSpPr>
            <a:spLocks noGrp="1"/>
          </p:cNvSpPr>
          <p:nvPr>
            <p:ph type="body" sz="quarter" idx="34" hasCustomPrompt="1"/>
          </p:nvPr>
        </p:nvSpPr>
        <p:spPr>
          <a:xfrm>
            <a:off x="7989314"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06</a:t>
            </a:r>
            <a:endParaRPr lang="en-US"/>
          </a:p>
        </p:txBody>
      </p:sp>
    </p:spTree>
    <p:extLst>
      <p:ext uri="{BB962C8B-B14F-4D97-AF65-F5344CB8AC3E}">
        <p14:creationId xmlns:p14="http://schemas.microsoft.com/office/powerpoint/2010/main" val="1003955165"/>
      </p:ext>
    </p:extLst>
  </p:cSld>
  <p:clrMapOvr>
    <a:masterClrMapping/>
  </p:clrMapOvr>
  <p:hf hdr="0" ftr="0" dt="0"/>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p:cSld name="Agenda Style 3">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22">
            <a:extLst>
              <a:ext uri="{FF2B5EF4-FFF2-40B4-BE49-F238E27FC236}">
                <a16:creationId xmlns:a16="http://schemas.microsoft.com/office/drawing/2014/main" id="{5536B56F-F531-540F-8796-BAE4CC0E7607}"/>
              </a:ext>
            </a:extLst>
          </p:cNvPr>
          <p:cNvSpPr>
            <a:spLocks noGrp="1"/>
          </p:cNvSpPr>
          <p:nvPr>
            <p:ph type="body" sz="quarter" idx="13" hasCustomPrompt="1"/>
          </p:nvPr>
        </p:nvSpPr>
        <p:spPr>
          <a:xfrm>
            <a:off x="2532063" y="13880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8" name="Text Placeholder 24">
            <a:extLst>
              <a:ext uri="{FF2B5EF4-FFF2-40B4-BE49-F238E27FC236}">
                <a16:creationId xmlns:a16="http://schemas.microsoft.com/office/drawing/2014/main" id="{1804F481-5029-6614-64A1-EDA7EF95ECB9}"/>
              </a:ext>
            </a:extLst>
          </p:cNvPr>
          <p:cNvSpPr>
            <a:spLocks noGrp="1"/>
          </p:cNvSpPr>
          <p:nvPr>
            <p:ph type="body" sz="quarter" idx="15"/>
          </p:nvPr>
        </p:nvSpPr>
        <p:spPr>
          <a:xfrm>
            <a:off x="2531580" y="17803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9" name="Text Placeholder 22">
            <a:extLst>
              <a:ext uri="{FF2B5EF4-FFF2-40B4-BE49-F238E27FC236}">
                <a16:creationId xmlns:a16="http://schemas.microsoft.com/office/drawing/2014/main" id="{ABBF112A-5454-FE49-7AAC-CF484D953357}"/>
              </a:ext>
            </a:extLst>
          </p:cNvPr>
          <p:cNvSpPr>
            <a:spLocks noGrp="1"/>
          </p:cNvSpPr>
          <p:nvPr>
            <p:ph type="body" sz="quarter" idx="16" hasCustomPrompt="1"/>
          </p:nvPr>
        </p:nvSpPr>
        <p:spPr>
          <a:xfrm>
            <a:off x="2532081" y="2234192"/>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1" name="Text Placeholder 24">
            <a:extLst>
              <a:ext uri="{FF2B5EF4-FFF2-40B4-BE49-F238E27FC236}">
                <a16:creationId xmlns:a16="http://schemas.microsoft.com/office/drawing/2014/main" id="{1A150C75-E0E2-38DD-416D-91A21E88CB97}"/>
              </a:ext>
            </a:extLst>
          </p:cNvPr>
          <p:cNvSpPr>
            <a:spLocks noGrp="1"/>
          </p:cNvSpPr>
          <p:nvPr>
            <p:ph type="body" sz="quarter" idx="17"/>
          </p:nvPr>
        </p:nvSpPr>
        <p:spPr>
          <a:xfrm>
            <a:off x="2531580" y="2626447"/>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3" name="Text Placeholder 22">
            <a:extLst>
              <a:ext uri="{FF2B5EF4-FFF2-40B4-BE49-F238E27FC236}">
                <a16:creationId xmlns:a16="http://schemas.microsoft.com/office/drawing/2014/main" id="{C80484F3-A715-7D93-FF70-AF8370E1B324}"/>
              </a:ext>
            </a:extLst>
          </p:cNvPr>
          <p:cNvSpPr>
            <a:spLocks noGrp="1"/>
          </p:cNvSpPr>
          <p:nvPr>
            <p:ph type="body" sz="quarter" idx="18" hasCustomPrompt="1"/>
          </p:nvPr>
        </p:nvSpPr>
        <p:spPr>
          <a:xfrm>
            <a:off x="2532081" y="30796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AABCFCEF-6730-EA4C-DBFF-2CFF639B3FD5}"/>
              </a:ext>
            </a:extLst>
          </p:cNvPr>
          <p:cNvSpPr>
            <a:spLocks noGrp="1"/>
          </p:cNvSpPr>
          <p:nvPr>
            <p:ph type="body" sz="quarter" idx="19"/>
          </p:nvPr>
        </p:nvSpPr>
        <p:spPr>
          <a:xfrm>
            <a:off x="2531580" y="34719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12">
            <a:extLst>
              <a:ext uri="{FF2B5EF4-FFF2-40B4-BE49-F238E27FC236}">
                <a16:creationId xmlns:a16="http://schemas.microsoft.com/office/drawing/2014/main" id="{C2E974CF-5325-C835-8D53-30C45BE0FA82}"/>
              </a:ext>
            </a:extLst>
          </p:cNvPr>
          <p:cNvSpPr>
            <a:spLocks noGrp="1"/>
          </p:cNvSpPr>
          <p:nvPr>
            <p:ph type="body" sz="quarter" idx="26" hasCustomPrompt="1"/>
          </p:nvPr>
        </p:nvSpPr>
        <p:spPr>
          <a:xfrm>
            <a:off x="1810026" y="1388067"/>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9" name="Text Placeholder 12">
            <a:extLst>
              <a:ext uri="{FF2B5EF4-FFF2-40B4-BE49-F238E27FC236}">
                <a16:creationId xmlns:a16="http://schemas.microsoft.com/office/drawing/2014/main" id="{8766B7B2-1CEE-476D-CD98-C488FBD7491C}"/>
              </a:ext>
            </a:extLst>
          </p:cNvPr>
          <p:cNvSpPr>
            <a:spLocks noGrp="1"/>
          </p:cNvSpPr>
          <p:nvPr>
            <p:ph type="body" sz="quarter" idx="27" hasCustomPrompt="1"/>
          </p:nvPr>
        </p:nvSpPr>
        <p:spPr>
          <a:xfrm>
            <a:off x="1810026" y="2240692"/>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0" name="Text Placeholder 12">
            <a:extLst>
              <a:ext uri="{FF2B5EF4-FFF2-40B4-BE49-F238E27FC236}">
                <a16:creationId xmlns:a16="http://schemas.microsoft.com/office/drawing/2014/main" id="{D84AEBAE-9F18-73E1-0696-0E9858817C62}"/>
              </a:ext>
            </a:extLst>
          </p:cNvPr>
          <p:cNvSpPr>
            <a:spLocks noGrp="1"/>
          </p:cNvSpPr>
          <p:nvPr>
            <p:ph type="body" sz="quarter" idx="28" hasCustomPrompt="1"/>
          </p:nvPr>
        </p:nvSpPr>
        <p:spPr>
          <a:xfrm>
            <a:off x="1810026" y="3079666"/>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3" name="Text Placeholder 22">
            <a:extLst>
              <a:ext uri="{FF2B5EF4-FFF2-40B4-BE49-F238E27FC236}">
                <a16:creationId xmlns:a16="http://schemas.microsoft.com/office/drawing/2014/main" id="{A7EDDCDD-B4C2-59E6-19B3-6014DE489B6F}"/>
              </a:ext>
            </a:extLst>
          </p:cNvPr>
          <p:cNvSpPr>
            <a:spLocks noGrp="1"/>
          </p:cNvSpPr>
          <p:nvPr>
            <p:ph type="body" sz="quarter" idx="29" hasCustomPrompt="1"/>
          </p:nvPr>
        </p:nvSpPr>
        <p:spPr>
          <a:xfrm>
            <a:off x="2532081" y="3925140"/>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4">
            <a:extLst>
              <a:ext uri="{FF2B5EF4-FFF2-40B4-BE49-F238E27FC236}">
                <a16:creationId xmlns:a16="http://schemas.microsoft.com/office/drawing/2014/main" id="{CD8E8B20-BC80-2B9E-4915-D5339CD1EE55}"/>
              </a:ext>
            </a:extLst>
          </p:cNvPr>
          <p:cNvSpPr>
            <a:spLocks noGrp="1"/>
          </p:cNvSpPr>
          <p:nvPr>
            <p:ph type="body" sz="quarter" idx="30"/>
          </p:nvPr>
        </p:nvSpPr>
        <p:spPr>
          <a:xfrm>
            <a:off x="2531580" y="4317395"/>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5" name="Text Placeholder 12">
            <a:extLst>
              <a:ext uri="{FF2B5EF4-FFF2-40B4-BE49-F238E27FC236}">
                <a16:creationId xmlns:a16="http://schemas.microsoft.com/office/drawing/2014/main" id="{5B5B9C15-3731-CC21-4A7B-A5C374A1A53A}"/>
              </a:ext>
            </a:extLst>
          </p:cNvPr>
          <p:cNvSpPr>
            <a:spLocks noGrp="1"/>
          </p:cNvSpPr>
          <p:nvPr>
            <p:ph type="body" sz="quarter" idx="31" hasCustomPrompt="1"/>
          </p:nvPr>
        </p:nvSpPr>
        <p:spPr>
          <a:xfrm>
            <a:off x="1810026" y="3925140"/>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6" name="Text Placeholder 22">
            <a:extLst>
              <a:ext uri="{FF2B5EF4-FFF2-40B4-BE49-F238E27FC236}">
                <a16:creationId xmlns:a16="http://schemas.microsoft.com/office/drawing/2014/main" id="{13E1AAB4-635D-BF4A-5965-4B31253F314D}"/>
              </a:ext>
            </a:extLst>
          </p:cNvPr>
          <p:cNvSpPr>
            <a:spLocks noGrp="1"/>
          </p:cNvSpPr>
          <p:nvPr>
            <p:ph type="body" sz="quarter" idx="32" hasCustomPrompt="1"/>
          </p:nvPr>
        </p:nvSpPr>
        <p:spPr>
          <a:xfrm>
            <a:off x="2532081" y="4775125"/>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7" name="Text Placeholder 24">
            <a:extLst>
              <a:ext uri="{FF2B5EF4-FFF2-40B4-BE49-F238E27FC236}">
                <a16:creationId xmlns:a16="http://schemas.microsoft.com/office/drawing/2014/main" id="{25A78126-D46D-FF52-6586-D197EBED5447}"/>
              </a:ext>
            </a:extLst>
          </p:cNvPr>
          <p:cNvSpPr>
            <a:spLocks noGrp="1"/>
          </p:cNvSpPr>
          <p:nvPr>
            <p:ph type="body" sz="quarter" idx="33"/>
          </p:nvPr>
        </p:nvSpPr>
        <p:spPr>
          <a:xfrm>
            <a:off x="2531580" y="5167380"/>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8" name="Text Placeholder 12">
            <a:extLst>
              <a:ext uri="{FF2B5EF4-FFF2-40B4-BE49-F238E27FC236}">
                <a16:creationId xmlns:a16="http://schemas.microsoft.com/office/drawing/2014/main" id="{9AE9F7A2-511D-9C1D-CE95-14D3B8788A81}"/>
              </a:ext>
            </a:extLst>
          </p:cNvPr>
          <p:cNvSpPr>
            <a:spLocks noGrp="1"/>
          </p:cNvSpPr>
          <p:nvPr>
            <p:ph type="body" sz="quarter" idx="34" hasCustomPrompt="1"/>
          </p:nvPr>
        </p:nvSpPr>
        <p:spPr>
          <a:xfrm>
            <a:off x="1810026" y="4775125"/>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Tree>
    <p:extLst>
      <p:ext uri="{BB962C8B-B14F-4D97-AF65-F5344CB8AC3E}">
        <p14:creationId xmlns:p14="http://schemas.microsoft.com/office/powerpoint/2010/main" val="1863835312"/>
      </p:ext>
    </p:extLst>
  </p:cSld>
  <p:clrMapOvr>
    <a:masterClrMapping/>
  </p:clrMapOvr>
  <p:hf hdr="0" ftr="0" dt="0"/>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p:cSld name="Speaker introduc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02487"/>
            <a:ext cx="3483438" cy="317667"/>
          </a:xfrm>
        </p:spPr>
        <p:txBody>
          <a:bodyPr/>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7" name="Text Placeholder 16">
            <a:extLst>
              <a:ext uri="{FF2B5EF4-FFF2-40B4-BE49-F238E27FC236}">
                <a16:creationId xmlns:a16="http://schemas.microsoft.com/office/drawing/2014/main" id="{BFCFD1A9-B1E6-239C-FBAB-267510721D0A}"/>
              </a:ext>
            </a:extLst>
          </p:cNvPr>
          <p:cNvSpPr>
            <a:spLocks noGrp="1"/>
          </p:cNvSpPr>
          <p:nvPr>
            <p:ph type="body" sz="quarter" idx="25"/>
          </p:nvPr>
        </p:nvSpPr>
        <p:spPr>
          <a:xfrm>
            <a:off x="4377261" y="2512088"/>
            <a:ext cx="5282675" cy="2308066"/>
          </a:xfrm>
        </p:spPr>
        <p:txBody>
          <a:bodyPr/>
          <a:lstStyle>
            <a:lvl1pPr marL="0" indent="0" algn="l" defTabSz="914400" rtl="0" eaLnBrk="1" latinLnBrk="0" hangingPunct="1">
              <a:lnSpc>
                <a:spcPct val="120000"/>
              </a:lnSpc>
              <a:spcBef>
                <a:spcPct val="0"/>
              </a:spcBef>
              <a:buNone/>
              <a:defRPr lang="en-GB" sz="1400" kern="1200" dirty="0" smtClean="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3625912379"/>
      </p:ext>
    </p:extLst>
  </p:cSld>
  <p:clrMapOvr>
    <a:masterClrMapping/>
  </p:clrMapOvr>
  <p:hf hdr="0" ftr="0" dt="0"/>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p:cSld name="Multiple speakers">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7" name="Picture Placeholder 13">
            <a:extLst>
              <a:ext uri="{FF2B5EF4-FFF2-40B4-BE49-F238E27FC236}">
                <a16:creationId xmlns:a16="http://schemas.microsoft.com/office/drawing/2014/main" id="{2328CA78-E1CB-C82D-3890-7CE118FFA6F5}"/>
              </a:ext>
            </a:extLst>
          </p:cNvPr>
          <p:cNvSpPr>
            <a:spLocks noGrp="1"/>
          </p:cNvSpPr>
          <p:nvPr>
            <p:ph type="pic" sz="quarter" idx="25"/>
          </p:nvPr>
        </p:nvSpPr>
        <p:spPr>
          <a:xfrm>
            <a:off x="5083174"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8" name="Text Placeholder 21">
            <a:extLst>
              <a:ext uri="{FF2B5EF4-FFF2-40B4-BE49-F238E27FC236}">
                <a16:creationId xmlns:a16="http://schemas.microsoft.com/office/drawing/2014/main" id="{86042117-1A75-2036-9EB6-B3BAB40557A9}"/>
              </a:ext>
            </a:extLst>
          </p:cNvPr>
          <p:cNvSpPr>
            <a:spLocks noGrp="1"/>
          </p:cNvSpPr>
          <p:nvPr>
            <p:ph type="body" sz="quarter" idx="26" hasCustomPrompt="1"/>
          </p:nvPr>
        </p:nvSpPr>
        <p:spPr>
          <a:xfrm>
            <a:off x="4361976"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9" name="Text Placeholder 21">
            <a:extLst>
              <a:ext uri="{FF2B5EF4-FFF2-40B4-BE49-F238E27FC236}">
                <a16:creationId xmlns:a16="http://schemas.microsoft.com/office/drawing/2014/main" id="{0CD4D48C-EC00-94E4-69F3-EF51AC02762E}"/>
              </a:ext>
            </a:extLst>
          </p:cNvPr>
          <p:cNvSpPr>
            <a:spLocks noGrp="1"/>
          </p:cNvSpPr>
          <p:nvPr>
            <p:ph type="body" sz="quarter" idx="27" hasCustomPrompt="1"/>
          </p:nvPr>
        </p:nvSpPr>
        <p:spPr>
          <a:xfrm>
            <a:off x="4361973"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0" name="Picture Placeholder 13">
            <a:extLst>
              <a:ext uri="{FF2B5EF4-FFF2-40B4-BE49-F238E27FC236}">
                <a16:creationId xmlns:a16="http://schemas.microsoft.com/office/drawing/2014/main" id="{9A1D6FB7-B1FF-8326-8B31-3AC5954FA260}"/>
              </a:ext>
            </a:extLst>
          </p:cNvPr>
          <p:cNvSpPr>
            <a:spLocks noGrp="1"/>
          </p:cNvSpPr>
          <p:nvPr>
            <p:ph type="pic" sz="quarter" idx="28"/>
          </p:nvPr>
        </p:nvSpPr>
        <p:spPr>
          <a:xfrm>
            <a:off x="8720677"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11" name="Text Placeholder 21">
            <a:extLst>
              <a:ext uri="{FF2B5EF4-FFF2-40B4-BE49-F238E27FC236}">
                <a16:creationId xmlns:a16="http://schemas.microsoft.com/office/drawing/2014/main" id="{9ED438C1-B0A6-419C-0AC3-151D81BAE851}"/>
              </a:ext>
            </a:extLst>
          </p:cNvPr>
          <p:cNvSpPr>
            <a:spLocks noGrp="1"/>
          </p:cNvSpPr>
          <p:nvPr>
            <p:ph type="body" sz="quarter" idx="29" hasCustomPrompt="1"/>
          </p:nvPr>
        </p:nvSpPr>
        <p:spPr>
          <a:xfrm>
            <a:off x="7999479"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12" name="Text Placeholder 21">
            <a:extLst>
              <a:ext uri="{FF2B5EF4-FFF2-40B4-BE49-F238E27FC236}">
                <a16:creationId xmlns:a16="http://schemas.microsoft.com/office/drawing/2014/main" id="{A6B83889-1ECE-CF73-A5C2-C8DE7E9CA0B8}"/>
              </a:ext>
            </a:extLst>
          </p:cNvPr>
          <p:cNvSpPr>
            <a:spLocks noGrp="1"/>
          </p:cNvSpPr>
          <p:nvPr>
            <p:ph type="body" sz="quarter" idx="30" hasCustomPrompt="1"/>
          </p:nvPr>
        </p:nvSpPr>
        <p:spPr>
          <a:xfrm>
            <a:off x="7999476"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Tree>
    <p:extLst>
      <p:ext uri="{BB962C8B-B14F-4D97-AF65-F5344CB8AC3E}">
        <p14:creationId xmlns:p14="http://schemas.microsoft.com/office/powerpoint/2010/main" val="327412283"/>
      </p:ext>
    </p:extLst>
  </p:cSld>
  <p:clrMapOvr>
    <a:masterClrMapping/>
  </p:clrMapOvr>
  <p:hf hdr="0" ftr="0" dt="0"/>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p:cSld name="İçerik">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marL="0" indent="0">
              <a:lnSpc>
                <a:spcPct val="120000"/>
              </a:lnSpc>
              <a:spcBef>
                <a:spcPts val="500"/>
              </a:spcBef>
              <a:spcAft>
                <a:spcPts val="500"/>
              </a:spcAft>
              <a:buFontTx/>
              <a:buNone/>
              <a:defRPr/>
            </a:lvl1pPr>
            <a:lvl2pPr marL="0" indent="0">
              <a:lnSpc>
                <a:spcPct val="120000"/>
              </a:lnSpc>
              <a:spcBef>
                <a:spcPts val="500"/>
              </a:spcBef>
              <a:spcAft>
                <a:spcPts val="500"/>
              </a:spcAft>
              <a:buFontTx/>
              <a:buNone/>
              <a:defRPr/>
            </a:lvl2pPr>
            <a:lvl3pPr marL="0" indent="0">
              <a:lnSpc>
                <a:spcPct val="120000"/>
              </a:lnSpc>
              <a:spcBef>
                <a:spcPts val="500"/>
              </a:spcBef>
              <a:spcAft>
                <a:spcPts val="500"/>
              </a:spcAft>
              <a:buFontTx/>
              <a:buNone/>
              <a:defRPr/>
            </a:lvl3pPr>
            <a:lvl4pPr marL="0" indent="0">
              <a:lnSpc>
                <a:spcPct val="120000"/>
              </a:lnSpc>
              <a:spcBef>
                <a:spcPts val="500"/>
              </a:spcBef>
              <a:spcAft>
                <a:spcPts val="500"/>
              </a:spcAft>
              <a:buFontTx/>
              <a:buNone/>
              <a:defRPr/>
            </a:lvl4pPr>
            <a:lvl5pPr marL="0" indent="0">
              <a:lnSpc>
                <a:spcPct val="120000"/>
              </a:lnSpc>
              <a:spcBef>
                <a:spcPts val="500"/>
              </a:spcBef>
              <a:spcAft>
                <a:spcPts val="500"/>
              </a:spcAft>
              <a:buFontTx/>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13436110"/>
      </p:ext>
    </p:extLst>
  </p:cSld>
  <p:clrMapOvr>
    <a:masterClrMapping/>
  </p:clrMapOvr>
  <p:hf hdr="0" ftr="0" dt="0"/>
  <p:extLst>
    <p:ext uri="{DCECCB84-F9BA-43D5-87BE-67443E8EF086}">
      <p15:sldGuideLst xmlns:p15="http://schemas.microsoft.com/office/powerpoint/2012/main"/>
    </p:ext>
  </p:extLst>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p:cSld name="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597140159"/>
      </p:ext>
    </p:extLst>
  </p:cSld>
  <p:clrMapOvr>
    <a:masterClrMapping/>
  </p:clrMapOvr>
  <p:hf hdr="0" ftr="0" dt="0"/>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p:cSld name="3 Sütu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Tree>
    <p:extLst>
      <p:ext uri="{BB962C8B-B14F-4D97-AF65-F5344CB8AC3E}">
        <p14:creationId xmlns:p14="http://schemas.microsoft.com/office/powerpoint/2010/main" val="2463053738"/>
      </p:ext>
    </p:extLst>
  </p:cSld>
  <p:clrMapOvr>
    <a:masterClrMapping/>
  </p:clrMapOvr>
  <p:hf hdr="0" ftr="0" dt="0"/>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p:cSld name="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Tree>
    <p:extLst>
      <p:ext uri="{BB962C8B-B14F-4D97-AF65-F5344CB8AC3E}">
        <p14:creationId xmlns:p14="http://schemas.microsoft.com/office/powerpoint/2010/main" val="1497695463"/>
      </p:ext>
    </p:extLst>
  </p:cSld>
  <p:clrMapOvr>
    <a:masterClrMapping/>
  </p:clrMapOvr>
  <p:hf hdr="0" ftr="0" dt="0"/>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p:cSld name="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1" name="Text Placeholder 23">
            <a:extLst>
              <a:ext uri="{FF2B5EF4-FFF2-40B4-BE49-F238E27FC236}">
                <a16:creationId xmlns:a16="http://schemas.microsoft.com/office/drawing/2014/main" id="{7CC51DE0-F066-5324-2C99-81558D301C0E}"/>
              </a:ext>
            </a:extLst>
          </p:cNvPr>
          <p:cNvSpPr>
            <a:spLocks noGrp="1"/>
          </p:cNvSpPr>
          <p:nvPr>
            <p:ph type="body" sz="quarter" idx="14" hasCustomPrompt="1"/>
          </p:nvPr>
        </p:nvSpPr>
        <p:spPr>
          <a:xfrm>
            <a:off x="704376"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3" name="Text Placeholder 23">
            <a:extLst>
              <a:ext uri="{FF2B5EF4-FFF2-40B4-BE49-F238E27FC236}">
                <a16:creationId xmlns:a16="http://schemas.microsoft.com/office/drawing/2014/main" id="{179E0B83-D473-F57B-563A-6CFD62DBEE1C}"/>
              </a:ext>
            </a:extLst>
          </p:cNvPr>
          <p:cNvSpPr>
            <a:spLocks noGrp="1"/>
          </p:cNvSpPr>
          <p:nvPr>
            <p:ph type="body" sz="quarter" idx="20" hasCustomPrompt="1"/>
          </p:nvPr>
        </p:nvSpPr>
        <p:spPr>
          <a:xfrm>
            <a:off x="6170400"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5" name="Text Placeholder 23">
            <a:extLst>
              <a:ext uri="{FF2B5EF4-FFF2-40B4-BE49-F238E27FC236}">
                <a16:creationId xmlns:a16="http://schemas.microsoft.com/office/drawing/2014/main" id="{0874603D-7E3E-8180-F8FD-8504D8000B80}"/>
              </a:ext>
            </a:extLst>
          </p:cNvPr>
          <p:cNvSpPr>
            <a:spLocks noGrp="1"/>
          </p:cNvSpPr>
          <p:nvPr>
            <p:ph type="body" sz="quarter" idx="22" hasCustomPrompt="1"/>
          </p:nvPr>
        </p:nvSpPr>
        <p:spPr>
          <a:xfrm>
            <a:off x="704376"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7" name="Text Placeholder 23">
            <a:extLst>
              <a:ext uri="{FF2B5EF4-FFF2-40B4-BE49-F238E27FC236}">
                <a16:creationId xmlns:a16="http://schemas.microsoft.com/office/drawing/2014/main" id="{B512BF3A-A754-CFE5-9D8E-6A4A96ADD598}"/>
              </a:ext>
            </a:extLst>
          </p:cNvPr>
          <p:cNvSpPr>
            <a:spLocks noGrp="1"/>
          </p:cNvSpPr>
          <p:nvPr>
            <p:ph type="body" sz="quarter" idx="24" hasCustomPrompt="1"/>
          </p:nvPr>
        </p:nvSpPr>
        <p:spPr>
          <a:xfrm>
            <a:off x="6169004"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Tree>
    <p:extLst>
      <p:ext uri="{BB962C8B-B14F-4D97-AF65-F5344CB8AC3E}">
        <p14:creationId xmlns:p14="http://schemas.microsoft.com/office/powerpoint/2010/main" val="1219636109"/>
      </p:ext>
    </p:extLst>
  </p:cSld>
  <p:clrMapOvr>
    <a:masterClrMapping/>
  </p:clrMapOvr>
  <p:hf hdr="0" ftr="0" dt="0"/>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p:cSld name="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136087"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chemeClr val="bg1"/>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2854337869"/>
      </p:ext>
    </p:extLst>
  </p:cSld>
  <p:clrMapOvr>
    <a:masterClrMapping/>
  </p:clrMapOvr>
  <p:hf hdr="0" ftr="0" dt="0"/>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p:cSld name="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137200"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marL="0" indent="0">
              <a:lnSpc>
                <a:spcPct val="120000"/>
              </a:lnSpc>
              <a:spcBef>
                <a:spcPts val="500"/>
              </a:spcBef>
              <a:spcAft>
                <a:spcPts val="500"/>
              </a:spcAft>
              <a:buNone/>
              <a:defRPr>
                <a:solidFill>
                  <a:schemeClr val="tx1">
                    <a:lumMod val="75000"/>
                    <a:lumOff val="25000"/>
                  </a:schemeClr>
                </a:solidFill>
              </a:defRPr>
            </a:lvl1pPr>
            <a:lvl2pPr marL="0" indent="0">
              <a:lnSpc>
                <a:spcPct val="120000"/>
              </a:lnSpc>
              <a:spcBef>
                <a:spcPts val="500"/>
              </a:spcBef>
              <a:spcAft>
                <a:spcPts val="500"/>
              </a:spcAft>
              <a:buNone/>
              <a:defRPr>
                <a:solidFill>
                  <a:schemeClr val="tx1">
                    <a:lumMod val="75000"/>
                    <a:lumOff val="25000"/>
                  </a:schemeClr>
                </a:solidFill>
              </a:defRPr>
            </a:lvl2pPr>
            <a:lvl3pPr marL="0" indent="0">
              <a:lnSpc>
                <a:spcPct val="120000"/>
              </a:lnSpc>
              <a:spcBef>
                <a:spcPts val="500"/>
              </a:spcBef>
              <a:spcAft>
                <a:spcPts val="500"/>
              </a:spcAft>
              <a:buNone/>
              <a:defRPr>
                <a:solidFill>
                  <a:schemeClr val="tx1">
                    <a:lumMod val="75000"/>
                    <a:lumOff val="25000"/>
                  </a:schemeClr>
                </a:solidFill>
              </a:defRPr>
            </a:lvl3pPr>
            <a:lvl4pPr marL="0" indent="0">
              <a:lnSpc>
                <a:spcPct val="120000"/>
              </a:lnSpc>
              <a:spcBef>
                <a:spcPts val="500"/>
              </a:spcBef>
              <a:spcAft>
                <a:spcPts val="500"/>
              </a:spcAft>
              <a:buNone/>
              <a:defRPr>
                <a:solidFill>
                  <a:schemeClr val="tx1">
                    <a:lumMod val="75000"/>
                    <a:lumOff val="25000"/>
                  </a:schemeClr>
                </a:solidFill>
              </a:defRPr>
            </a:lvl4pPr>
            <a:lvl5pPr marL="0" indent="0">
              <a:lnSpc>
                <a:spcPct val="120000"/>
              </a:lnSpc>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546100654"/>
      </p:ext>
    </p:extLst>
  </p:cSld>
  <p:clrMapOvr>
    <a:masterClrMapping/>
  </p:clrMapOvr>
  <p:hf hdr="0" ftr="0" dt="0"/>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p:cSld name="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rgbClr val="FFFFFF"/>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2676014592"/>
      </p:ext>
    </p:extLst>
  </p:cSld>
  <p:clrMapOvr>
    <a:masterClrMapping/>
  </p:clrMapOvr>
  <p:hf hdr="0" ftr="0" dt="0"/>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p:cSld name="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marL="0" indent="0">
              <a:spcBef>
                <a:spcPts val="500"/>
              </a:spcBef>
              <a:spcAft>
                <a:spcPts val="500"/>
              </a:spcAft>
              <a:buNone/>
              <a:defRPr>
                <a:solidFill>
                  <a:schemeClr val="tx1">
                    <a:lumMod val="75000"/>
                    <a:lumOff val="25000"/>
                  </a:schemeClr>
                </a:solidFill>
              </a:defRPr>
            </a:lvl1pPr>
            <a:lvl2pPr marL="0" indent="0">
              <a:spcBef>
                <a:spcPts val="500"/>
              </a:spcBef>
              <a:spcAft>
                <a:spcPts val="500"/>
              </a:spcAft>
              <a:buNone/>
              <a:defRPr>
                <a:solidFill>
                  <a:schemeClr val="tx1">
                    <a:lumMod val="75000"/>
                    <a:lumOff val="25000"/>
                  </a:schemeClr>
                </a:solidFill>
              </a:defRPr>
            </a:lvl2pPr>
            <a:lvl3pPr marL="0" indent="0">
              <a:spcBef>
                <a:spcPts val="500"/>
              </a:spcBef>
              <a:spcAft>
                <a:spcPts val="500"/>
              </a:spcAft>
              <a:buNone/>
              <a:defRPr>
                <a:solidFill>
                  <a:schemeClr val="tx1">
                    <a:lumMod val="75000"/>
                    <a:lumOff val="25000"/>
                  </a:schemeClr>
                </a:solidFill>
              </a:defRPr>
            </a:lvl3pPr>
            <a:lvl4pPr marL="0" indent="0">
              <a:spcBef>
                <a:spcPts val="500"/>
              </a:spcBef>
              <a:spcAft>
                <a:spcPts val="500"/>
              </a:spcAft>
              <a:buNone/>
              <a:defRPr>
                <a:solidFill>
                  <a:schemeClr val="tx1">
                    <a:lumMod val="75000"/>
                    <a:lumOff val="25000"/>
                  </a:schemeClr>
                </a:solidFill>
              </a:defRPr>
            </a:lvl4pPr>
            <a:lvl5pPr marL="0" indent="0">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1541500572"/>
      </p:ext>
    </p:extLst>
  </p:cSld>
  <p:clrMapOvr>
    <a:masterClrMapping/>
  </p:clrMapOvr>
  <p:hf hdr="0" ftr="0" dt="0"/>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p:cSld name="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2824888915"/>
      </p:ext>
    </p:extLst>
  </p:cSld>
  <p:clrMapOvr>
    <a:masterClrMapping/>
  </p:clrMapOvr>
  <p:hf hdr="0" ftr="0" dt="0"/>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p:cSld name="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496973302"/>
      </p:ext>
    </p:extLst>
  </p:cSld>
  <p:clrMapOvr>
    <a:masterClrMapping/>
  </p:clrMapOvr>
  <p:hf hdr="0" ftr="0" dt="0"/>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p:cSld name="Image and list">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0" y="1597689"/>
            <a:ext cx="5314446" cy="4069582"/>
          </a:xfr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5600"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202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428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559240109"/>
      </p:ext>
    </p:extLst>
  </p:cSld>
  <p:clrMapOvr>
    <a:masterClrMapping/>
  </p:clrMapOvr>
  <p:hf hdr="0" ftr="0" dt="0"/>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p:cSld name="Image and list 2">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996794" y="1593767"/>
            <a:ext cx="4114800" cy="4107087"/>
          </a:xfrm>
          <a:prstGeom prst="roundRect">
            <a:avLst>
              <a:gd name="adj" fmla="val 7615"/>
            </a:avLst>
          </a:prstGeo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7480"/>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9735"/>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7" name="Rectangle 6">
            <a:extLst>
              <a:ext uri="{FF2B5EF4-FFF2-40B4-BE49-F238E27FC236}">
                <a16:creationId xmlns:a16="http://schemas.microsoft.com/office/drawing/2014/main" id="{052EE144-5BB5-C5BE-3211-4ACE9671E42F}"/>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90312155"/>
      </p:ext>
    </p:extLst>
  </p:cSld>
  <p:clrMapOvr>
    <a:masterClrMapping/>
  </p:clrMapOvr>
  <p:hf hdr="0" ftr="0" dt="0"/>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p:cSld name="Content image backgroun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B566984-B347-149E-5EF6-AAEE91A2E0DA}"/>
              </a:ext>
            </a:extLst>
          </p:cNvPr>
          <p:cNvSpPr/>
          <p:nvPr/>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sp>
        <p:nvSpPr>
          <p:cNvPr id="8" name="Slide Number Placeholder 1">
            <a:extLst>
              <a:ext uri="{FF2B5EF4-FFF2-40B4-BE49-F238E27FC236}">
                <a16:creationId xmlns:a16="http://schemas.microsoft.com/office/drawing/2014/main" id="{819C1E24-F3BE-1545-B466-259D2F466505}"/>
              </a:ext>
            </a:extLst>
          </p:cNvPr>
          <p:cNvSpPr txBox="1">
            <a:spLocks/>
          </p:cNvSpPr>
          <p:nvPr/>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
        <p:nvSpPr>
          <p:cNvPr id="26" name="Title 1">
            <a:extLst>
              <a:ext uri="{FF2B5EF4-FFF2-40B4-BE49-F238E27FC236}">
                <a16:creationId xmlns:a16="http://schemas.microsoft.com/office/drawing/2014/main" id="{A462540C-F753-3056-E12C-65BA9F963C69}"/>
              </a:ext>
            </a:extLst>
          </p:cNvPr>
          <p:cNvSpPr>
            <a:spLocks noGrp="1"/>
          </p:cNvSpPr>
          <p:nvPr>
            <p:ph type="title"/>
          </p:nvPr>
        </p:nvSpPr>
        <p:spPr>
          <a:xfrm>
            <a:off x="1077412" y="428399"/>
            <a:ext cx="5090026" cy="738000"/>
          </a:xfrm>
        </p:spPr>
        <p:txBody>
          <a:bodyPr anchor="t" anchorCtr="0"/>
          <a:lstStyle/>
          <a:p>
            <a:r>
              <a:rPr lang="tr-TR"/>
              <a:t>Asıl başlık stilini düzenlemek için tıklayın</a:t>
            </a:r>
            <a:endParaRPr lang="en-US"/>
          </a:p>
        </p:txBody>
      </p:sp>
      <p:sp>
        <p:nvSpPr>
          <p:cNvPr id="27" name="Text Placeholder 22">
            <a:extLst>
              <a:ext uri="{FF2B5EF4-FFF2-40B4-BE49-F238E27FC236}">
                <a16:creationId xmlns:a16="http://schemas.microsoft.com/office/drawing/2014/main" id="{AB79E9F5-9B26-D766-6D16-3F285766002C}"/>
              </a:ext>
            </a:extLst>
          </p:cNvPr>
          <p:cNvSpPr>
            <a:spLocks noGrp="1"/>
          </p:cNvSpPr>
          <p:nvPr>
            <p:ph type="body" sz="quarter" idx="14" hasCustomPrompt="1"/>
          </p:nvPr>
        </p:nvSpPr>
        <p:spPr>
          <a:xfrm>
            <a:off x="1077971" y="1944056"/>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8" name="Text Placeholder 24">
            <a:extLst>
              <a:ext uri="{FF2B5EF4-FFF2-40B4-BE49-F238E27FC236}">
                <a16:creationId xmlns:a16="http://schemas.microsoft.com/office/drawing/2014/main" id="{0EEF6B20-7D2D-8BE4-DEB0-1CB4EAA1F78E}"/>
              </a:ext>
            </a:extLst>
          </p:cNvPr>
          <p:cNvSpPr>
            <a:spLocks noGrp="1"/>
          </p:cNvSpPr>
          <p:nvPr>
            <p:ph type="body" sz="quarter" idx="15"/>
          </p:nvPr>
        </p:nvSpPr>
        <p:spPr>
          <a:xfrm>
            <a:off x="1077412" y="2336311"/>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9" name="Text Placeholder 22">
            <a:extLst>
              <a:ext uri="{FF2B5EF4-FFF2-40B4-BE49-F238E27FC236}">
                <a16:creationId xmlns:a16="http://schemas.microsoft.com/office/drawing/2014/main" id="{E2D47398-A81A-2F66-E483-91B10294E3CD}"/>
              </a:ext>
            </a:extLst>
          </p:cNvPr>
          <p:cNvSpPr>
            <a:spLocks noGrp="1"/>
          </p:cNvSpPr>
          <p:nvPr>
            <p:ph type="body" sz="quarter" idx="16" hasCustomPrompt="1"/>
          </p:nvPr>
        </p:nvSpPr>
        <p:spPr>
          <a:xfrm>
            <a:off x="1077971" y="3290538"/>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0" name="Text Placeholder 24">
            <a:extLst>
              <a:ext uri="{FF2B5EF4-FFF2-40B4-BE49-F238E27FC236}">
                <a16:creationId xmlns:a16="http://schemas.microsoft.com/office/drawing/2014/main" id="{EDA391CD-BF5E-4808-FA75-365989C2200E}"/>
              </a:ext>
            </a:extLst>
          </p:cNvPr>
          <p:cNvSpPr>
            <a:spLocks noGrp="1"/>
          </p:cNvSpPr>
          <p:nvPr>
            <p:ph type="body" sz="quarter" idx="17"/>
          </p:nvPr>
        </p:nvSpPr>
        <p:spPr>
          <a:xfrm>
            <a:off x="1077412" y="3682793"/>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1" name="Text Placeholder 22">
            <a:extLst>
              <a:ext uri="{FF2B5EF4-FFF2-40B4-BE49-F238E27FC236}">
                <a16:creationId xmlns:a16="http://schemas.microsoft.com/office/drawing/2014/main" id="{8B28A51F-7A4D-0432-A413-F17616ABC40C}"/>
              </a:ext>
            </a:extLst>
          </p:cNvPr>
          <p:cNvSpPr>
            <a:spLocks noGrp="1"/>
          </p:cNvSpPr>
          <p:nvPr>
            <p:ph type="body" sz="quarter" idx="18" hasCustomPrompt="1"/>
          </p:nvPr>
        </p:nvSpPr>
        <p:spPr>
          <a:xfrm>
            <a:off x="1077971" y="4637020"/>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4">
            <a:extLst>
              <a:ext uri="{FF2B5EF4-FFF2-40B4-BE49-F238E27FC236}">
                <a16:creationId xmlns:a16="http://schemas.microsoft.com/office/drawing/2014/main" id="{40B90ED3-2AF3-6557-DEDB-F226C1F67491}"/>
              </a:ext>
            </a:extLst>
          </p:cNvPr>
          <p:cNvSpPr>
            <a:spLocks noGrp="1"/>
          </p:cNvSpPr>
          <p:nvPr>
            <p:ph type="body" sz="quarter" idx="19"/>
          </p:nvPr>
        </p:nvSpPr>
        <p:spPr>
          <a:xfrm>
            <a:off x="1077412" y="5029275"/>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4" name="Freeform 33">
            <a:extLst>
              <a:ext uri="{FF2B5EF4-FFF2-40B4-BE49-F238E27FC236}">
                <a16:creationId xmlns:a16="http://schemas.microsoft.com/office/drawing/2014/main" id="{71B9B645-A9EB-1AA3-6ACA-3315C5441FE5}"/>
              </a:ext>
            </a:extLst>
          </p:cNvPr>
          <p:cNvSpPr>
            <a:spLocks noGrp="1"/>
          </p:cNvSpPr>
          <p:nvPr>
            <p:ph type="pic" sz="quarter" idx="13"/>
          </p:nvPr>
        </p:nvSpPr>
        <p:spPr>
          <a:xfrm>
            <a:off x="0" y="0"/>
            <a:ext cx="12191999" cy="6858000"/>
          </a:xfrm>
          <a:custGeom>
            <a:avLst/>
            <a:gdLst>
              <a:gd name="connsiteX0" fmla="*/ 6399839 w 12191999"/>
              <a:gd name="connsiteY0" fmla="*/ 0 h 6858000"/>
              <a:gd name="connsiteX1" fmla="*/ 12191999 w 12191999"/>
              <a:gd name="connsiteY1" fmla="*/ 0 h 6858000"/>
              <a:gd name="connsiteX2" fmla="*/ 12191999 w 12191999"/>
              <a:gd name="connsiteY2" fmla="*/ 6858000 h 6858000"/>
              <a:gd name="connsiteX3" fmla="*/ 6399839 w 12191999"/>
              <a:gd name="connsiteY3" fmla="*/ 6858000 h 6858000"/>
              <a:gd name="connsiteX4" fmla="*/ 0 w 12191999"/>
              <a:gd name="connsiteY4" fmla="*/ 0 h 6858000"/>
              <a:gd name="connsiteX5" fmla="*/ 488877 w 12191999"/>
              <a:gd name="connsiteY5" fmla="*/ 0 h 6858000"/>
              <a:gd name="connsiteX6" fmla="*/ 488877 w 12191999"/>
              <a:gd name="connsiteY6" fmla="*/ 6858000 h 6858000"/>
              <a:gd name="connsiteX7" fmla="*/ 0 w 1219199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6858000">
                <a:moveTo>
                  <a:pt x="6399839" y="0"/>
                </a:moveTo>
                <a:lnTo>
                  <a:pt x="12191999" y="0"/>
                </a:lnTo>
                <a:lnTo>
                  <a:pt x="12191999" y="6858000"/>
                </a:lnTo>
                <a:lnTo>
                  <a:pt x="6399839" y="6858000"/>
                </a:lnTo>
                <a:close/>
                <a:moveTo>
                  <a:pt x="0" y="0"/>
                </a:moveTo>
                <a:lnTo>
                  <a:pt x="488877" y="0"/>
                </a:lnTo>
                <a:lnTo>
                  <a:pt x="488877" y="6858000"/>
                </a:lnTo>
                <a:lnTo>
                  <a:pt x="0" y="6858000"/>
                </a:lnTo>
                <a:close/>
              </a:path>
            </a:pathLst>
          </a:custGeom>
          <a:solidFill>
            <a:srgbClr val="F0F0F5"/>
          </a:solidFill>
        </p:spPr>
        <p:txBody>
          <a:bodyPr wrap="square" anchor="ctr">
            <a:noAutofit/>
          </a:bodyPr>
          <a:lstStyle>
            <a:lvl1pPr marL="90000" indent="0" algn="r">
              <a:buNone/>
              <a:defRPr/>
            </a:lvl1pPr>
          </a:lstStyle>
          <a:p>
            <a:r>
              <a:rPr lang="tr-TR"/>
              <a:t>Resim eklemek için simgeye tıklayın</a:t>
            </a:r>
            <a:endParaRPr lang="en-US"/>
          </a:p>
        </p:txBody>
      </p:sp>
    </p:spTree>
    <p:extLst>
      <p:ext uri="{BB962C8B-B14F-4D97-AF65-F5344CB8AC3E}">
        <p14:creationId xmlns:p14="http://schemas.microsoft.com/office/powerpoint/2010/main" val="1274559613"/>
      </p:ext>
    </p:extLst>
  </p:cSld>
  <p:clrMapOvr>
    <a:masterClrMapping/>
  </p:clrMapOvr>
  <p:hf hdr="0" ftr="0" dt="0"/>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p:cSld name="Bulleted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2427515163"/>
      </p:ext>
    </p:extLst>
  </p:cSld>
  <p:clrMapOvr>
    <a:masterClrMapping/>
  </p:clrMapOvr>
  <p:hf hdr="0" ftr="0" dt="0"/>
  <p:extLst>
    <p:ext uri="{DCECCB84-F9BA-43D5-87BE-67443E8EF086}">
      <p15:sldGuideLst xmlns:p15="http://schemas.microsoft.com/office/powerpoint/2012/main"/>
    </p:ext>
  </p:extLst>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p:cSld name="Bulleted 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4070070323"/>
      </p:ext>
    </p:extLst>
  </p:cSld>
  <p:clrMapOvr>
    <a:masterClrMapping/>
  </p:clrMapOvr>
  <p:hf hdr="0" ftr="0" dt="0"/>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p:cSld name="Bulleted 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Tree>
    <p:extLst>
      <p:ext uri="{BB962C8B-B14F-4D97-AF65-F5344CB8AC3E}">
        <p14:creationId xmlns:p14="http://schemas.microsoft.com/office/powerpoint/2010/main" val="1535404391"/>
      </p:ext>
    </p:extLst>
  </p:cSld>
  <p:clrMapOvr>
    <a:masterClrMapping/>
  </p:clrMapOvr>
  <p:hf hdr="0" ftr="0" dt="0"/>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p:cSld name="Bulleted 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a:defRPr sz="1600"/>
            </a:lvl1pPr>
            <a:lvl2pPr>
              <a:defRPr sz="1400"/>
            </a:lvl2pPr>
            <a:lvl3pPr>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Tree>
    <p:extLst>
      <p:ext uri="{BB962C8B-B14F-4D97-AF65-F5344CB8AC3E}">
        <p14:creationId xmlns:p14="http://schemas.microsoft.com/office/powerpoint/2010/main" val="651565188"/>
      </p:ext>
    </p:extLst>
  </p:cSld>
  <p:clrMapOvr>
    <a:masterClrMapping/>
  </p:clrMapOvr>
  <p:hf hdr="0" ftr="0" dt="0"/>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p:cSld name="Bulleted 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9F173DC7-07F3-ABA3-D297-B2C121C32F70}"/>
              </a:ext>
            </a:extLst>
          </p:cNvPr>
          <p:cNvSpPr>
            <a:spLocks noGrp="1"/>
          </p:cNvSpPr>
          <p:nvPr>
            <p:ph type="body" sz="quarter" idx="25"/>
          </p:nvPr>
        </p:nvSpPr>
        <p:spPr>
          <a:xfrm>
            <a:off x="704850"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Text Placeholder 9">
            <a:extLst>
              <a:ext uri="{FF2B5EF4-FFF2-40B4-BE49-F238E27FC236}">
                <a16:creationId xmlns:a16="http://schemas.microsoft.com/office/drawing/2014/main" id="{6135DC4F-2FA0-7E50-CF62-9AFB6B3E217D}"/>
              </a:ext>
            </a:extLst>
          </p:cNvPr>
          <p:cNvSpPr>
            <a:spLocks noGrp="1"/>
          </p:cNvSpPr>
          <p:nvPr>
            <p:ph type="body" sz="quarter" idx="26"/>
          </p:nvPr>
        </p:nvSpPr>
        <p:spPr>
          <a:xfrm>
            <a:off x="6169025"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2" name="Text Placeholder 11">
            <a:extLst>
              <a:ext uri="{FF2B5EF4-FFF2-40B4-BE49-F238E27FC236}">
                <a16:creationId xmlns:a16="http://schemas.microsoft.com/office/drawing/2014/main" id="{93E6E024-9AF9-8E7F-A55A-8D12D291FDEB}"/>
              </a:ext>
            </a:extLst>
          </p:cNvPr>
          <p:cNvSpPr>
            <a:spLocks noGrp="1"/>
          </p:cNvSpPr>
          <p:nvPr>
            <p:ph type="body" sz="quarter" idx="27"/>
          </p:nvPr>
        </p:nvSpPr>
        <p:spPr>
          <a:xfrm>
            <a:off x="705600" y="4381200"/>
            <a:ext cx="5122800"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4" name="Text Placeholder 13">
            <a:extLst>
              <a:ext uri="{FF2B5EF4-FFF2-40B4-BE49-F238E27FC236}">
                <a16:creationId xmlns:a16="http://schemas.microsoft.com/office/drawing/2014/main" id="{F4D3BF96-B778-BA87-9A0E-995A78533748}"/>
              </a:ext>
            </a:extLst>
          </p:cNvPr>
          <p:cNvSpPr>
            <a:spLocks noGrp="1"/>
          </p:cNvSpPr>
          <p:nvPr>
            <p:ph type="body" sz="quarter" idx="28"/>
          </p:nvPr>
        </p:nvSpPr>
        <p:spPr>
          <a:xfrm>
            <a:off x="6169025" y="4381500"/>
            <a:ext cx="5122800" cy="1717200"/>
          </a:xfrm>
        </p:spPr>
        <p:txBody>
          <a:bodyPr rIns="10800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2288145485"/>
      </p:ext>
    </p:extLst>
  </p:cSld>
  <p:clrMapOvr>
    <a:masterClrMapping/>
  </p:clrMapOvr>
  <p:hf hdr="0" ftr="0" dt="0"/>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p:cSld name="Bulleted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chemeClr val="bg1"/>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334216346"/>
      </p:ext>
    </p:extLst>
  </p:cSld>
  <p:clrMapOvr>
    <a:masterClrMapping/>
  </p:clrMapOvr>
  <p:hf hdr="0" ftr="0" dt="0"/>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p:cSld name="Bulleted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314446"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a:lnSpc>
                <a:spcPct val="120000"/>
              </a:lnSpc>
              <a:defRPr>
                <a:solidFill>
                  <a:schemeClr val="tx1">
                    <a:lumMod val="75000"/>
                    <a:lumOff val="25000"/>
                  </a:schemeClr>
                </a:solidFill>
              </a:defRPr>
            </a:lvl1pPr>
            <a:lvl2pPr>
              <a:lnSpc>
                <a:spcPct val="120000"/>
              </a:lnSpc>
              <a:defRPr>
                <a:solidFill>
                  <a:schemeClr val="tx1">
                    <a:lumMod val="75000"/>
                    <a:lumOff val="25000"/>
                  </a:schemeClr>
                </a:solidFill>
              </a:defRPr>
            </a:lvl2pPr>
            <a:lvl3pPr>
              <a:lnSpc>
                <a:spcPct val="120000"/>
              </a:lnSpc>
              <a:defRPr>
                <a:solidFill>
                  <a:schemeClr val="tx1">
                    <a:lumMod val="75000"/>
                    <a:lumOff val="25000"/>
                  </a:schemeClr>
                </a:solidFill>
              </a:defRPr>
            </a:lvl3pPr>
            <a:lvl4pPr>
              <a:lnSpc>
                <a:spcPct val="120000"/>
              </a:lnSpc>
              <a:defRPr>
                <a:solidFill>
                  <a:schemeClr val="tx1">
                    <a:lumMod val="75000"/>
                    <a:lumOff val="25000"/>
                  </a:schemeClr>
                </a:solidFill>
              </a:defRPr>
            </a:lvl4pPr>
            <a:lvl5pPr>
              <a:lnSpc>
                <a:spcPct val="120000"/>
              </a:lnSpc>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4160924917"/>
      </p:ext>
    </p:extLst>
  </p:cSld>
  <p:clrMapOvr>
    <a:masterClrMapping/>
  </p:clrMapOvr>
  <p:hf hdr="0" ftr="0" dt="0"/>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p:cSld name="Bulleted 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rgbClr val="FFFFFF"/>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720439435"/>
      </p:ext>
    </p:extLst>
  </p:cSld>
  <p:clrMapOvr>
    <a:masterClrMapping/>
  </p:clrMapOvr>
  <p:hf hdr="0" ftr="0" dt="0"/>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p:cSld name="Bulleted 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2587132199"/>
      </p:ext>
    </p:extLst>
  </p:cSld>
  <p:clrMapOvr>
    <a:masterClrMapping/>
  </p:clrMapOvr>
  <p:hf hdr="0" ftr="0" dt="0"/>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p:cSld name="Bulleted 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3072362242"/>
      </p:ext>
    </p:extLst>
  </p:cSld>
  <p:clrMapOvr>
    <a:masterClrMapping/>
  </p:clrMapOvr>
  <p:hf hdr="0" ftr="0" dt="0"/>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p:cSld name="Bulleted 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290070063"/>
      </p:ext>
    </p:extLst>
  </p:cSld>
  <p:clrMapOvr>
    <a:masterClrMapping/>
  </p:clrMapOvr>
  <p:hf hdr="0" ftr="0" dt="0"/>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p:cSld name="Insert Tabl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able Placeholder 8">
            <a:extLst>
              <a:ext uri="{FF2B5EF4-FFF2-40B4-BE49-F238E27FC236}">
                <a16:creationId xmlns:a16="http://schemas.microsoft.com/office/drawing/2014/main" id="{654B5D95-4F83-359C-8FCD-E14BC4AC9C28}"/>
              </a:ext>
            </a:extLst>
          </p:cNvPr>
          <p:cNvSpPr>
            <a:spLocks noGrp="1"/>
          </p:cNvSpPr>
          <p:nvPr>
            <p:ph type="tbl" sz="quarter" idx="13"/>
          </p:nvPr>
        </p:nvSpPr>
        <p:spPr>
          <a:xfrm>
            <a:off x="704377" y="1412878"/>
            <a:ext cx="9125120" cy="4724400"/>
          </a:xfrm>
        </p:spPr>
        <p:txBody>
          <a:bodyPr/>
          <a:lstStyle>
            <a:lvl1pPr marL="90000" indent="0">
              <a:buNone/>
              <a:defRPr/>
            </a:lvl1pPr>
          </a:lstStyle>
          <a:p>
            <a:r>
              <a:rPr lang="tr-TR"/>
              <a:t>Tablo eklemek için simgeye tıklayın</a:t>
            </a:r>
            <a:endParaRPr lang="en-GB"/>
          </a:p>
        </p:txBody>
      </p:sp>
    </p:spTree>
    <p:extLst>
      <p:ext uri="{BB962C8B-B14F-4D97-AF65-F5344CB8AC3E}">
        <p14:creationId xmlns:p14="http://schemas.microsoft.com/office/powerpoint/2010/main" val="3226962075"/>
      </p:ext>
    </p:extLst>
  </p:cSld>
  <p:clrMapOvr>
    <a:masterClrMapping/>
  </p:clrMapOvr>
  <p:hf hdr="0" ftr="0" dt="0"/>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p:cSld name="Title only whit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spTree>
    <p:extLst>
      <p:ext uri="{BB962C8B-B14F-4D97-AF65-F5344CB8AC3E}">
        <p14:creationId xmlns:p14="http://schemas.microsoft.com/office/powerpoint/2010/main" val="2046194185"/>
      </p:ext>
    </p:extLst>
  </p:cSld>
  <p:clrMapOvr>
    <a:masterClrMapping/>
  </p:clrMapOvr>
  <p:hf hdr="0" ftr="0" dt="0"/>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p:cSld name="Title only grey">
    <p:bg>
      <p:bgPr>
        <a:solidFill>
          <a:srgbClr val="F0F0F5"/>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spTree>
    <p:extLst>
      <p:ext uri="{BB962C8B-B14F-4D97-AF65-F5344CB8AC3E}">
        <p14:creationId xmlns:p14="http://schemas.microsoft.com/office/powerpoint/2010/main" val="2675656015"/>
      </p:ext>
    </p:extLst>
  </p:cSld>
  <p:clrMapOvr>
    <a:masterClrMapping/>
  </p:clrMapOvr>
  <p:hf hdr="0" ftr="0" dt="0"/>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p:cSld name="Title only charcoal">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bg1"/>
                </a:solidFill>
              </a:defRPr>
            </a:lvl1pPr>
          </a:lstStyle>
          <a:p>
            <a:r>
              <a:rPr lang="tr-TR"/>
              <a:t>Asıl başlık stilini düzenlemek için tıklayın</a:t>
            </a:r>
            <a:endParaRPr lang="en-US"/>
          </a:p>
        </p:txBody>
      </p:sp>
    </p:spTree>
    <p:extLst>
      <p:ext uri="{BB962C8B-B14F-4D97-AF65-F5344CB8AC3E}">
        <p14:creationId xmlns:p14="http://schemas.microsoft.com/office/powerpoint/2010/main" val="3913723080"/>
      </p:ext>
    </p:extLst>
  </p:cSld>
  <p:clrMapOvr>
    <a:masterClrMapping/>
  </p:clrMapOvr>
  <p:hf hdr="0" ftr="0" dt="0"/>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p:cSld name="Quote slide 1">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tx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spTree>
    <p:extLst>
      <p:ext uri="{BB962C8B-B14F-4D97-AF65-F5344CB8AC3E}">
        <p14:creationId xmlns:p14="http://schemas.microsoft.com/office/powerpoint/2010/main" val="3861932056"/>
      </p:ext>
    </p:extLst>
  </p:cSld>
  <p:clrMapOvr>
    <a:masterClrMapping/>
  </p:clrMapOvr>
  <p:hf hdr="0" ftr="0" dt="0"/>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p:cSld name="Quote slide 2">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bg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spTree>
    <p:extLst>
      <p:ext uri="{BB962C8B-B14F-4D97-AF65-F5344CB8AC3E}">
        <p14:creationId xmlns:p14="http://schemas.microsoft.com/office/powerpoint/2010/main" val="4280492301"/>
      </p:ext>
    </p:extLst>
  </p:cSld>
  <p:clrMapOvr>
    <a:masterClrMapping/>
  </p:clrMapOvr>
  <p:hf hdr="0" ftr="0" dt="0"/>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p:cSld name="Timelin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29" name="Straight Arrow Connector 28">
            <a:extLst>
              <a:ext uri="{FF2B5EF4-FFF2-40B4-BE49-F238E27FC236}">
                <a16:creationId xmlns:a16="http://schemas.microsoft.com/office/drawing/2014/main" id="{5B2EDB9E-36C5-331F-FE4B-FA11863C0368}"/>
              </a:ext>
            </a:extLst>
          </p:cNvPr>
          <p:cNvCxnSpPr>
            <a:cxnSpLocks/>
          </p:cNvCxnSpPr>
          <p:nvPr/>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0" name="Text Placeholder 22">
            <a:extLst>
              <a:ext uri="{FF2B5EF4-FFF2-40B4-BE49-F238E27FC236}">
                <a16:creationId xmlns:a16="http://schemas.microsoft.com/office/drawing/2014/main" id="{84A06105-1918-4D48-4012-403DC48E85B9}"/>
              </a:ext>
            </a:extLst>
          </p:cNvPr>
          <p:cNvSpPr>
            <a:spLocks noGrp="1"/>
          </p:cNvSpPr>
          <p:nvPr>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2">
            <a:extLst>
              <a:ext uri="{FF2B5EF4-FFF2-40B4-BE49-F238E27FC236}">
                <a16:creationId xmlns:a16="http://schemas.microsoft.com/office/drawing/2014/main" id="{07D37555-56E0-B06A-2BF1-E0CC74C220AE}"/>
              </a:ext>
            </a:extLst>
          </p:cNvPr>
          <p:cNvSpPr>
            <a:spLocks noGrp="1"/>
          </p:cNvSpPr>
          <p:nvPr>
            <p:ph type="body" sz="quarter" idx="16" hasCustomPrompt="1"/>
          </p:nvPr>
        </p:nvSpPr>
        <p:spPr>
          <a:xfrm>
            <a:off x="2539982"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2">
            <a:extLst>
              <a:ext uri="{FF2B5EF4-FFF2-40B4-BE49-F238E27FC236}">
                <a16:creationId xmlns:a16="http://schemas.microsoft.com/office/drawing/2014/main" id="{C02FD89F-3D60-2FD1-485C-6221111E6C81}"/>
              </a:ext>
            </a:extLst>
          </p:cNvPr>
          <p:cNvSpPr>
            <a:spLocks noGrp="1"/>
          </p:cNvSpPr>
          <p:nvPr>
            <p:ph type="body" sz="quarter" idx="18" hasCustomPrompt="1"/>
          </p:nvPr>
        </p:nvSpPr>
        <p:spPr>
          <a:xfrm>
            <a:off x="7989012"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6" name="Text Placeholder 22">
            <a:extLst>
              <a:ext uri="{FF2B5EF4-FFF2-40B4-BE49-F238E27FC236}">
                <a16:creationId xmlns:a16="http://schemas.microsoft.com/office/drawing/2014/main" id="{0B9962A7-CD41-6118-6450-821D8B75B925}"/>
              </a:ext>
            </a:extLst>
          </p:cNvPr>
          <p:cNvSpPr>
            <a:spLocks noGrp="1"/>
          </p:cNvSpPr>
          <p:nvPr>
            <p:ph type="body" sz="quarter" idx="20" hasCustomPrompt="1"/>
          </p:nvPr>
        </p:nvSpPr>
        <p:spPr>
          <a:xfrm>
            <a:off x="4371605"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8" name="Text Placeholder 22">
            <a:extLst>
              <a:ext uri="{FF2B5EF4-FFF2-40B4-BE49-F238E27FC236}">
                <a16:creationId xmlns:a16="http://schemas.microsoft.com/office/drawing/2014/main" id="{692274A4-78DA-3E01-C255-AFE76F688619}"/>
              </a:ext>
            </a:extLst>
          </p:cNvPr>
          <p:cNvSpPr>
            <a:spLocks noGrp="1"/>
          </p:cNvSpPr>
          <p:nvPr>
            <p:ph type="body" sz="quarter" idx="22" hasCustomPrompt="1"/>
          </p:nvPr>
        </p:nvSpPr>
        <p:spPr>
          <a:xfrm>
            <a:off x="703957"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9">
            <a:extLst>
              <a:ext uri="{FF2B5EF4-FFF2-40B4-BE49-F238E27FC236}">
                <a16:creationId xmlns:a16="http://schemas.microsoft.com/office/drawing/2014/main" id="{8F708F00-742F-2C43-A211-F3150213CA01}"/>
              </a:ext>
            </a:extLst>
          </p:cNvPr>
          <p:cNvSpPr>
            <a:spLocks noGrp="1"/>
          </p:cNvSpPr>
          <p:nvPr>
            <p:ph type="body" sz="quarter" idx="23"/>
          </p:nvPr>
        </p:nvSpPr>
        <p:spPr>
          <a:xfrm>
            <a:off x="693737" y="2174875"/>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2" name="Text Placeholder 9">
            <a:extLst>
              <a:ext uri="{FF2B5EF4-FFF2-40B4-BE49-F238E27FC236}">
                <a16:creationId xmlns:a16="http://schemas.microsoft.com/office/drawing/2014/main" id="{E9162AE8-E357-35E9-508B-41339494E136}"/>
              </a:ext>
            </a:extLst>
          </p:cNvPr>
          <p:cNvSpPr>
            <a:spLocks noGrp="1"/>
          </p:cNvSpPr>
          <p:nvPr>
            <p:ph type="body" sz="quarter" idx="24"/>
          </p:nvPr>
        </p:nvSpPr>
        <p:spPr>
          <a:xfrm>
            <a:off x="4367194"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5" name="Text Placeholder 9">
            <a:extLst>
              <a:ext uri="{FF2B5EF4-FFF2-40B4-BE49-F238E27FC236}">
                <a16:creationId xmlns:a16="http://schemas.microsoft.com/office/drawing/2014/main" id="{63E3BD5D-175C-EF12-7FC9-0788773733F8}"/>
              </a:ext>
            </a:extLst>
          </p:cNvPr>
          <p:cNvSpPr>
            <a:spLocks noGrp="1"/>
          </p:cNvSpPr>
          <p:nvPr>
            <p:ph type="body" sz="quarter" idx="26"/>
          </p:nvPr>
        </p:nvSpPr>
        <p:spPr>
          <a:xfrm>
            <a:off x="7988400"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6" name="Text Placeholder 9">
            <a:extLst>
              <a:ext uri="{FF2B5EF4-FFF2-40B4-BE49-F238E27FC236}">
                <a16:creationId xmlns:a16="http://schemas.microsoft.com/office/drawing/2014/main" id="{945307B8-8C12-0385-C7BA-5F63407DF0C5}"/>
              </a:ext>
            </a:extLst>
          </p:cNvPr>
          <p:cNvSpPr>
            <a:spLocks noGrp="1"/>
          </p:cNvSpPr>
          <p:nvPr>
            <p:ph type="body" sz="quarter" idx="27"/>
          </p:nvPr>
        </p:nvSpPr>
        <p:spPr>
          <a:xfrm>
            <a:off x="25380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7" name="Text Placeholder 9">
            <a:extLst>
              <a:ext uri="{FF2B5EF4-FFF2-40B4-BE49-F238E27FC236}">
                <a16:creationId xmlns:a16="http://schemas.microsoft.com/office/drawing/2014/main" id="{94DF3858-039A-438A-E4A1-4CB305DFB256}"/>
              </a:ext>
            </a:extLst>
          </p:cNvPr>
          <p:cNvSpPr>
            <a:spLocks noGrp="1"/>
          </p:cNvSpPr>
          <p:nvPr>
            <p:ph type="body" sz="quarter" idx="28"/>
          </p:nvPr>
        </p:nvSpPr>
        <p:spPr>
          <a:xfrm>
            <a:off x="61776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Tree>
    <p:extLst>
      <p:ext uri="{BB962C8B-B14F-4D97-AF65-F5344CB8AC3E}">
        <p14:creationId xmlns:p14="http://schemas.microsoft.com/office/powerpoint/2010/main" val="73507330"/>
      </p:ext>
    </p:extLst>
  </p:cSld>
  <p:clrMapOvr>
    <a:masterClrMapping/>
  </p:clrMapOvr>
  <p:hf hdr="0" ftr="0" dt="0"/>
</p:sldLayout>
</file>

<file path=ppt/slideLayouts/slideLayout147.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202828"/>
      </p:ext>
    </p:extLst>
  </p:cSld>
  <p:clrMapOvr>
    <a:masterClrMapping/>
  </p:clrMapOvr>
  <p:hf hdr="0" ftr="0" dt="0"/>
</p:sldLayout>
</file>

<file path=ppt/slideLayouts/slideLayout148.xml><?xml version="1.0" encoding="utf-8"?>
<p:sldLayout xmlns:a="http://schemas.openxmlformats.org/drawingml/2006/main" xmlns:r="http://schemas.openxmlformats.org/officeDocument/2006/relationships" xmlns:p="http://schemas.openxmlformats.org/presentationml/2006/main" type="blank" preserve="1">
  <p:cSld name="Brand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itle 1">
            <a:extLst>
              <a:ext uri="{FF2B5EF4-FFF2-40B4-BE49-F238E27FC236}">
                <a16:creationId xmlns:a16="http://schemas.microsoft.com/office/drawing/2014/main" id="{29F81D18-B8A7-4EA1-250C-DCC372BC8E13}"/>
              </a:ext>
            </a:extLst>
          </p:cNvPr>
          <p:cNvSpPr txBox="1">
            <a:spLocks/>
          </p:cNvSpPr>
          <p:nvPr/>
        </p:nvSpPr>
        <p:spPr>
          <a:xfrm>
            <a:off x="1084349" y="3514204"/>
            <a:ext cx="7506842" cy="396967"/>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a:t>Powering the world of work</a:t>
            </a:r>
          </a:p>
        </p:txBody>
      </p:sp>
      <p:grpSp>
        <p:nvGrpSpPr>
          <p:cNvPr id="8" name="Group 7">
            <a:extLst>
              <a:ext uri="{FF2B5EF4-FFF2-40B4-BE49-F238E27FC236}">
                <a16:creationId xmlns:a16="http://schemas.microsoft.com/office/drawing/2014/main" id="{84BC7164-FD22-490B-65DA-7F9AF62F72F7}"/>
              </a:ext>
            </a:extLst>
          </p:cNvPr>
          <p:cNvGrpSpPr/>
          <p:nvPr/>
        </p:nvGrpSpPr>
        <p:grpSpPr>
          <a:xfrm>
            <a:off x="6417903" y="5486"/>
            <a:ext cx="4883744" cy="6828826"/>
            <a:chOff x="6549356" y="5486"/>
            <a:chExt cx="4883744" cy="6828826"/>
          </a:xfrm>
        </p:grpSpPr>
        <p:sp>
          <p:nvSpPr>
            <p:cNvPr id="9" name="Freeform 8">
              <a:extLst>
                <a:ext uri="{FF2B5EF4-FFF2-40B4-BE49-F238E27FC236}">
                  <a16:creationId xmlns:a16="http://schemas.microsoft.com/office/drawing/2014/main" id="{C1AD5FDC-FA8F-CB6F-3F0F-232D86DC0038}"/>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41064200-2FDB-8854-6149-140FCEAC061C}"/>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F938A101-18F6-3C75-6073-A86841C7A113}"/>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3" name="Graphic 12">
            <a:extLst>
              <a:ext uri="{FF2B5EF4-FFF2-40B4-BE49-F238E27FC236}">
                <a16:creationId xmlns:a16="http://schemas.microsoft.com/office/drawing/2014/main" id="{7D060999-7EDC-78DA-BCA4-FF58F392538A}"/>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spTree>
    <p:extLst>
      <p:ext uri="{BB962C8B-B14F-4D97-AF65-F5344CB8AC3E}">
        <p14:creationId xmlns:p14="http://schemas.microsoft.com/office/powerpoint/2010/main" val="942517355"/>
      </p:ext>
    </p:extLst>
  </p:cSld>
  <p:clrMapOvr>
    <a:masterClrMapping/>
  </p:clrMapOvr>
  <p:hf hdr="0" ftr="0" dt="0"/>
</p:sldLayout>
</file>

<file path=ppt/slideLayouts/slideLayout149.xml><?xml version="1.0" encoding="utf-8"?>
<p:sldLayout xmlns:a="http://schemas.openxmlformats.org/drawingml/2006/main" xmlns:r="http://schemas.openxmlformats.org/officeDocument/2006/relationships" xmlns:p="http://schemas.openxmlformats.org/presentationml/2006/main" type="blank" preserve="1">
  <p:cSld name="Thank you sign off">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2A73A0B3-E323-EBD2-098B-3E1A25761AA4}"/>
              </a:ext>
            </a:extLst>
          </p:cNvPr>
          <p:cNvSpPr txBox="1">
            <a:spLocks/>
          </p:cNvSpPr>
          <p:nvPr/>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34741543"/>
      </p:ext>
    </p:extLst>
  </p:cSld>
  <p:clrMapOvr>
    <a:masterClrMapping/>
  </p:clrMapOvr>
  <p:hf hdr="0" ftr="0" dt="0"/>
</p:sldLayout>
</file>

<file path=ppt/slideLayouts/slideLayout150.xml><?xml version="1.0" encoding="utf-8"?>
<p:sldLayout xmlns:a="http://schemas.openxmlformats.org/drawingml/2006/main" xmlns:r="http://schemas.openxmlformats.org/officeDocument/2006/relationships" xmlns:p="http://schemas.openxmlformats.org/presentationml/2006/main" type="blank" preserve="1">
  <p:cSld name="Contact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E3E9C4B1-8BBD-4A86-97E6-A05321731C6E}"/>
              </a:ext>
            </a:extLst>
          </p:cNvPr>
          <p:cNvGrpSpPr/>
          <p:nvPr/>
        </p:nvGrpSpPr>
        <p:grpSpPr>
          <a:xfrm>
            <a:off x="1161334" y="3581400"/>
            <a:ext cx="9922400" cy="372831"/>
            <a:chOff x="1383408" y="3927281"/>
            <a:chExt cx="9922400" cy="372831"/>
          </a:xfrm>
        </p:grpSpPr>
        <p:pic>
          <p:nvPicPr>
            <p:cNvPr id="8" name="Graphic 7">
              <a:extLst>
                <a:ext uri="{FF2B5EF4-FFF2-40B4-BE49-F238E27FC236}">
                  <a16:creationId xmlns:a16="http://schemas.microsoft.com/office/drawing/2014/main" id="{12258D66-EE6D-A115-1AB5-B4C27C73A4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9" name="Title 1">
              <a:extLst>
                <a:ext uri="{FF2B5EF4-FFF2-40B4-BE49-F238E27FC236}">
                  <a16:creationId xmlns:a16="http://schemas.microsoft.com/office/drawing/2014/main" id="{BA16597B-7B44-BE93-4394-1DA701C95A99}"/>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10" name="Graphic 9">
              <a:extLst>
                <a:ext uri="{FF2B5EF4-FFF2-40B4-BE49-F238E27FC236}">
                  <a16:creationId xmlns:a16="http://schemas.microsoft.com/office/drawing/2014/main" id="{F8CBC0C8-00D3-597B-95ED-2951CCF52B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11" name="Title 1">
              <a:extLst>
                <a:ext uri="{FF2B5EF4-FFF2-40B4-BE49-F238E27FC236}">
                  <a16:creationId xmlns:a16="http://schemas.microsoft.com/office/drawing/2014/main" id="{1E394DDB-95F4-C779-DDA8-2A6D4C37E464}"/>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12" name="Graphic 11">
              <a:extLst>
                <a:ext uri="{FF2B5EF4-FFF2-40B4-BE49-F238E27FC236}">
                  <a16:creationId xmlns:a16="http://schemas.microsoft.com/office/drawing/2014/main" id="{DB617B8F-439F-0846-C91B-0D0BE613EBE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13" name="Title 1">
              <a:hlinkClick r:id="rId8"/>
              <a:extLst>
                <a:ext uri="{FF2B5EF4-FFF2-40B4-BE49-F238E27FC236}">
                  <a16:creationId xmlns:a16="http://schemas.microsoft.com/office/drawing/2014/main" id="{0C9002D1-74E0-6CBD-9260-7B915AF42557}"/>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16" name="Title 1">
            <a:extLst>
              <a:ext uri="{FF2B5EF4-FFF2-40B4-BE49-F238E27FC236}">
                <a16:creationId xmlns:a16="http://schemas.microsoft.com/office/drawing/2014/main" id="{0BE4C725-FC06-DB3B-0F4B-89A77869B06D}"/>
              </a:ext>
            </a:extLst>
          </p:cNvPr>
          <p:cNvSpPr txBox="1">
            <a:spLocks/>
          </p:cNvSpPr>
          <p:nvPr/>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17" name="TextBox 16">
            <a:extLst>
              <a:ext uri="{FF2B5EF4-FFF2-40B4-BE49-F238E27FC236}">
                <a16:creationId xmlns:a16="http://schemas.microsoft.com/office/drawing/2014/main" id="{0958167D-1797-F786-9B8C-3BB1923D6493}"/>
              </a:ext>
            </a:extLst>
          </p:cNvPr>
          <p:cNvSpPr txBox="1"/>
          <p:nvPr/>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18" name="Graphic 17">
            <a:extLst>
              <a:ext uri="{FF2B5EF4-FFF2-40B4-BE49-F238E27FC236}">
                <a16:creationId xmlns:a16="http://schemas.microsoft.com/office/drawing/2014/main" id="{F8498B2A-6B78-C39B-1C69-0EA4C112C95D}"/>
              </a:ext>
            </a:extLst>
          </p:cNvPr>
          <p:cNvPicPr>
            <a:picLocks noChangeAspect="1"/>
          </p:cNvPicPr>
          <p:nvPr/>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spTree>
    <p:extLst>
      <p:ext uri="{BB962C8B-B14F-4D97-AF65-F5344CB8AC3E}">
        <p14:creationId xmlns:p14="http://schemas.microsoft.com/office/powerpoint/2010/main" val="2144508105"/>
      </p:ext>
    </p:extLst>
  </p:cSld>
  <p:clrMapOvr>
    <a:masterClrMapping/>
  </p:clrMapOvr>
  <p:hf hdr="0" ftr="0" dt="0"/>
</p:sldLayout>
</file>

<file path=ppt/slideLayouts/slideLayout151.xml><?xml version="1.0" encoding="utf-8"?>
<p:sldLayout xmlns:a="http://schemas.openxmlformats.org/drawingml/2006/main" xmlns:r="http://schemas.openxmlformats.org/officeDocument/2006/relationships" xmlns:p="http://schemas.openxmlformats.org/presentationml/2006/main">
  <p:cSld name="Bulleted - Title two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801349"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5292725" cy="4705200"/>
          </a:xfrm>
        </p:spPr>
        <p:txBody>
          <a:bodyPr/>
          <a:lstStyle>
            <a:lvl1pPr>
              <a:lnSpc>
                <a:spcPct val="140000"/>
              </a:lnSpc>
              <a:defRPr lang="en-GB" noProof="0" dirty="0" smtClean="0"/>
            </a:lvl1pPr>
            <a:lvl2pPr>
              <a:lnSpc>
                <a:spcPct val="140000"/>
              </a:lnSpc>
              <a:defRPr lang="en-GB" noProof="0" dirty="0" smtClean="0"/>
            </a:lvl2pPr>
            <a:lvl3pPr>
              <a:lnSpc>
                <a:spcPct val="140000"/>
              </a:lnSpc>
              <a:defRPr lang="en-GB" noProof="0" dirty="0" smtClean="0"/>
            </a:lvl3pPr>
            <a:lvl4pPr>
              <a:lnSpc>
                <a:spcPct val="140000"/>
              </a:lnSpc>
              <a:defRPr lang="en-GB" noProof="0" dirty="0"/>
            </a:lvl4p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sp>
        <p:nvSpPr>
          <p:cNvPr id="12" name="Content Placeholder 11">
            <a:extLst>
              <a:ext uri="{FF2B5EF4-FFF2-40B4-BE49-F238E27FC236}">
                <a16:creationId xmlns:a16="http://schemas.microsoft.com/office/drawing/2014/main" id="{9F472F98-5AEE-6AB5-BBB2-A88EB9603F97}"/>
              </a:ext>
            </a:extLst>
          </p:cNvPr>
          <p:cNvSpPr>
            <a:spLocks noGrp="1"/>
          </p:cNvSpPr>
          <p:nvPr>
            <p:ph sz="quarter" idx="14"/>
          </p:nvPr>
        </p:nvSpPr>
        <p:spPr>
          <a:xfrm>
            <a:off x="6181725" y="1425599"/>
            <a:ext cx="5314950" cy="4705200"/>
          </a:xfrm>
        </p:spPr>
        <p:txBody>
          <a:body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pic>
        <p:nvPicPr>
          <p:cNvPr id="8" name="Picture 4" descr="Logo&#10;&#10;Description automatically generated">
            <a:extLst>
              <a:ext uri="{FF2B5EF4-FFF2-40B4-BE49-F238E27FC236}">
                <a16:creationId xmlns:a16="http://schemas.microsoft.com/office/drawing/2014/main" id="{74C69C62-20F1-F335-BCAC-865AB14901E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0" name="Straight Connector 5">
            <a:extLst>
              <a:ext uri="{FF2B5EF4-FFF2-40B4-BE49-F238E27FC236}">
                <a16:creationId xmlns:a16="http://schemas.microsoft.com/office/drawing/2014/main" id="{C06AB644-505B-2551-85D1-C8D3B1873247}"/>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3C3B4851-69E4-CD05-10E8-0510C29D3B8D}"/>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49514364"/>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cSld name="Title conten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lstStyle>
            <a:lvl1pPr>
              <a:lnSpc>
                <a:spcPct val="150000"/>
              </a:lnSpc>
              <a:defRPr>
                <a:solidFill>
                  <a:schemeClr val="tx1">
                    <a:lumMod val="10000"/>
                    <a:lumOff val="90000"/>
                  </a:schemeClr>
                </a:solidFill>
              </a:defRPr>
            </a:lvl1pPr>
            <a:lvl2pPr>
              <a:lnSpc>
                <a:spcPct val="150000"/>
              </a:lnSpc>
              <a:defRPr>
                <a:solidFill>
                  <a:schemeClr val="tx1">
                    <a:lumMod val="10000"/>
                    <a:lumOff val="90000"/>
                  </a:schemeClr>
                </a:solidFill>
              </a:defRPr>
            </a:lvl2pPr>
            <a:lvl3pPr>
              <a:lnSpc>
                <a:spcPct val="150000"/>
              </a:lnSpc>
              <a:defRPr>
                <a:solidFill>
                  <a:schemeClr val="tx1">
                    <a:lumMod val="10000"/>
                    <a:lumOff val="90000"/>
                  </a:schemeClr>
                </a:solidFill>
              </a:defRPr>
            </a:lvl3pPr>
            <a:lvl4pPr>
              <a:lnSpc>
                <a:spcPct val="150000"/>
              </a:lnSpc>
              <a:defRPr>
                <a:solidFill>
                  <a:schemeClr val="tx1">
                    <a:lumMod val="10000"/>
                    <a:lumOff val="90000"/>
                  </a:schemeClr>
                </a:solidFill>
              </a:defRPr>
            </a:lvl4pPr>
            <a:lvl5pPr>
              <a:lnSpc>
                <a:spcPct val="150000"/>
              </a:lnSpc>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Rectangle 7">
            <a:extLst>
              <a:ext uri="{FF2B5EF4-FFF2-40B4-BE49-F238E27FC236}">
                <a16:creationId xmlns:a16="http://schemas.microsoft.com/office/drawing/2014/main" id="{23DC1656-E2BC-587F-B42E-6DF06BB318D1}"/>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pic>
        <p:nvPicPr>
          <p:cNvPr id="10" name="Picture 4" descr="Logo&#10;&#10;Description automatically generated">
            <a:extLst>
              <a:ext uri="{FF2B5EF4-FFF2-40B4-BE49-F238E27FC236}">
                <a16:creationId xmlns:a16="http://schemas.microsoft.com/office/drawing/2014/main" id="{2224D207-FE19-05F1-9981-06B8B092E56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1" name="Straight Connector 5">
            <a:extLst>
              <a:ext uri="{FF2B5EF4-FFF2-40B4-BE49-F238E27FC236}">
                <a16:creationId xmlns:a16="http://schemas.microsoft.com/office/drawing/2014/main" id="{85272C2D-1A7B-620D-EF1B-2695A237EEFB}"/>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 name="Rectangle 47">
            <a:extLst>
              <a:ext uri="{FF2B5EF4-FFF2-40B4-BE49-F238E27FC236}">
                <a16:creationId xmlns:a16="http://schemas.microsoft.com/office/drawing/2014/main" id="{BA684DBA-3FFE-6514-16D5-4DE7BD31C29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29662446"/>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p:cSld name="1_Title list two tone dark">
    <p:bg>
      <p:bgPr>
        <a:solidFill>
          <a:schemeClr val="bg1"/>
        </a:solidFill>
        <a:effectLst/>
      </p:bgPr>
    </p:bg>
    <p:spTree>
      <p:nvGrpSpPr>
        <p:cNvPr id="1" name=""/>
        <p:cNvGrpSpPr/>
        <p:nvPr/>
      </p:nvGrpSpPr>
      <p:grpSpPr>
        <a:xfrm>
          <a:off x="0" y="0"/>
          <a:ext cx="0" cy="0"/>
          <a:chOff x="0" y="0"/>
          <a:chExt cx="0" cy="0"/>
        </a:xfrm>
      </p:grpSpPr>
      <p:pic>
        <p:nvPicPr>
          <p:cNvPr id="13" name="Picture 12" descr="A orange triangle on a black background&#10;&#10;Description automatically generated">
            <a:extLst>
              <a:ext uri="{FF2B5EF4-FFF2-40B4-BE49-F238E27FC236}">
                <a16:creationId xmlns:a16="http://schemas.microsoft.com/office/drawing/2014/main" id="{008AA23A-E33D-6297-008B-71F741560DA3}"/>
              </a:ext>
            </a:extLst>
          </p:cNvPr>
          <p:cNvPicPr>
            <a:picLocks noChangeAspect="1"/>
          </p:cNvPicPr>
          <p:nvPr/>
        </p:nvPicPr>
        <p:blipFill>
          <a:blip r:embed="rId2"/>
          <a:stretch>
            <a:fillRect/>
          </a:stretch>
        </p:blipFill>
        <p:spPr>
          <a:xfrm>
            <a:off x="11274221" y="125373"/>
            <a:ext cx="444903" cy="444903"/>
          </a:xfrm>
          <a:prstGeom prst="rect">
            <a:avLst/>
          </a:prstGeom>
        </p:spPr>
      </p:pic>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5" name="Picture 12" descr="A orange triangle on a black background&#10;&#10;Description automatically generated">
            <a:extLst>
              <a:ext uri="{FF2B5EF4-FFF2-40B4-BE49-F238E27FC236}">
                <a16:creationId xmlns:a16="http://schemas.microsoft.com/office/drawing/2014/main" id="{9769A006-7D4C-3622-615D-0FFB6167705B}"/>
              </a:ext>
            </a:extLst>
          </p:cNvPr>
          <p:cNvPicPr>
            <a:picLocks noChangeAspect="1"/>
          </p:cNvPicPr>
          <p:nvPr userDrawn="1"/>
        </p:nvPicPr>
        <p:blipFill>
          <a:blip r:embed="rId2"/>
          <a:stretch>
            <a:fillRect/>
          </a:stretch>
        </p:blipFill>
        <p:spPr>
          <a:xfrm>
            <a:off x="11274221" y="125373"/>
            <a:ext cx="444903" cy="444903"/>
          </a:xfrm>
          <a:prstGeom prst="rect">
            <a:avLst/>
          </a:prstGeom>
        </p:spPr>
      </p:pic>
      <p:sp>
        <p:nvSpPr>
          <p:cNvPr id="17" name="Rectangle 7">
            <a:extLst>
              <a:ext uri="{FF2B5EF4-FFF2-40B4-BE49-F238E27FC236}">
                <a16:creationId xmlns:a16="http://schemas.microsoft.com/office/drawing/2014/main" id="{D8F68906-605C-3FF6-1BA8-92499D8263F5}"/>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5">
            <a:extLst>
              <a:ext uri="{FF2B5EF4-FFF2-40B4-BE49-F238E27FC236}">
                <a16:creationId xmlns:a16="http://schemas.microsoft.com/office/drawing/2014/main" id="{42813B21-ECAE-947F-606D-60D60C1BF26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9" name="Rectangle 47">
            <a:extLst>
              <a:ext uri="{FF2B5EF4-FFF2-40B4-BE49-F238E27FC236}">
                <a16:creationId xmlns:a16="http://schemas.microsoft.com/office/drawing/2014/main" id="{8080BF7A-248F-4E25-D40B-593931D686C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62321268"/>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54" Type="http://schemas.openxmlformats.org/officeDocument/2006/relationships/image" Target="../media/image2.sv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64.xml"/><Relationship Id="rId18" Type="http://schemas.openxmlformats.org/officeDocument/2006/relationships/slideLayout" Target="../slideLayouts/slideLayout69.xml"/><Relationship Id="rId26" Type="http://schemas.openxmlformats.org/officeDocument/2006/relationships/slideLayout" Target="../slideLayouts/slideLayout77.xml"/><Relationship Id="rId39" Type="http://schemas.openxmlformats.org/officeDocument/2006/relationships/slideLayout" Target="../slideLayouts/slideLayout90.xml"/><Relationship Id="rId3" Type="http://schemas.openxmlformats.org/officeDocument/2006/relationships/slideLayout" Target="../slideLayouts/slideLayout54.xml"/><Relationship Id="rId21" Type="http://schemas.openxmlformats.org/officeDocument/2006/relationships/slideLayout" Target="../slideLayouts/slideLayout72.xml"/><Relationship Id="rId34" Type="http://schemas.openxmlformats.org/officeDocument/2006/relationships/slideLayout" Target="../slideLayouts/slideLayout85.xml"/><Relationship Id="rId42" Type="http://schemas.openxmlformats.org/officeDocument/2006/relationships/slideLayout" Target="../slideLayouts/slideLayout93.xml"/><Relationship Id="rId47" Type="http://schemas.openxmlformats.org/officeDocument/2006/relationships/slideLayout" Target="../slideLayouts/slideLayout98.xml"/><Relationship Id="rId50" Type="http://schemas.openxmlformats.org/officeDocument/2006/relationships/slideLayout" Target="../slideLayouts/slideLayout101.xml"/><Relationship Id="rId7" Type="http://schemas.openxmlformats.org/officeDocument/2006/relationships/slideLayout" Target="../slideLayouts/slideLayout58.xml"/><Relationship Id="rId12" Type="http://schemas.openxmlformats.org/officeDocument/2006/relationships/slideLayout" Target="../slideLayouts/slideLayout63.xml"/><Relationship Id="rId17" Type="http://schemas.openxmlformats.org/officeDocument/2006/relationships/slideLayout" Target="../slideLayouts/slideLayout68.xml"/><Relationship Id="rId25" Type="http://schemas.openxmlformats.org/officeDocument/2006/relationships/slideLayout" Target="../slideLayouts/slideLayout76.xml"/><Relationship Id="rId33" Type="http://schemas.openxmlformats.org/officeDocument/2006/relationships/slideLayout" Target="../slideLayouts/slideLayout84.xml"/><Relationship Id="rId38" Type="http://schemas.openxmlformats.org/officeDocument/2006/relationships/slideLayout" Target="../slideLayouts/slideLayout89.xml"/><Relationship Id="rId46" Type="http://schemas.openxmlformats.org/officeDocument/2006/relationships/slideLayout" Target="../slideLayouts/slideLayout97.xml"/><Relationship Id="rId2" Type="http://schemas.openxmlformats.org/officeDocument/2006/relationships/slideLayout" Target="../slideLayouts/slideLayout53.xml"/><Relationship Id="rId16" Type="http://schemas.openxmlformats.org/officeDocument/2006/relationships/slideLayout" Target="../slideLayouts/slideLayout67.xml"/><Relationship Id="rId20" Type="http://schemas.openxmlformats.org/officeDocument/2006/relationships/slideLayout" Target="../slideLayouts/slideLayout71.xml"/><Relationship Id="rId29" Type="http://schemas.openxmlformats.org/officeDocument/2006/relationships/slideLayout" Target="../slideLayouts/slideLayout80.xml"/><Relationship Id="rId41" Type="http://schemas.openxmlformats.org/officeDocument/2006/relationships/slideLayout" Target="../slideLayouts/slideLayout92.xml"/><Relationship Id="rId54" Type="http://schemas.openxmlformats.org/officeDocument/2006/relationships/image" Target="../media/image2.svg"/><Relationship Id="rId1" Type="http://schemas.openxmlformats.org/officeDocument/2006/relationships/slideLayout" Target="../slideLayouts/slideLayout52.xml"/><Relationship Id="rId6" Type="http://schemas.openxmlformats.org/officeDocument/2006/relationships/slideLayout" Target="../slideLayouts/slideLayout57.xml"/><Relationship Id="rId11" Type="http://schemas.openxmlformats.org/officeDocument/2006/relationships/slideLayout" Target="../slideLayouts/slideLayout62.xml"/><Relationship Id="rId24" Type="http://schemas.openxmlformats.org/officeDocument/2006/relationships/slideLayout" Target="../slideLayouts/slideLayout75.xml"/><Relationship Id="rId32" Type="http://schemas.openxmlformats.org/officeDocument/2006/relationships/slideLayout" Target="../slideLayouts/slideLayout83.xml"/><Relationship Id="rId37" Type="http://schemas.openxmlformats.org/officeDocument/2006/relationships/slideLayout" Target="../slideLayouts/slideLayout88.xml"/><Relationship Id="rId40" Type="http://schemas.openxmlformats.org/officeDocument/2006/relationships/slideLayout" Target="../slideLayouts/slideLayout91.xml"/><Relationship Id="rId45" Type="http://schemas.openxmlformats.org/officeDocument/2006/relationships/slideLayout" Target="../slideLayouts/slideLayout96.xml"/><Relationship Id="rId53" Type="http://schemas.openxmlformats.org/officeDocument/2006/relationships/image" Target="../media/image1.png"/><Relationship Id="rId5" Type="http://schemas.openxmlformats.org/officeDocument/2006/relationships/slideLayout" Target="../slideLayouts/slideLayout56.xml"/><Relationship Id="rId15" Type="http://schemas.openxmlformats.org/officeDocument/2006/relationships/slideLayout" Target="../slideLayouts/slideLayout66.xml"/><Relationship Id="rId23" Type="http://schemas.openxmlformats.org/officeDocument/2006/relationships/slideLayout" Target="../slideLayouts/slideLayout74.xml"/><Relationship Id="rId28" Type="http://schemas.openxmlformats.org/officeDocument/2006/relationships/slideLayout" Target="../slideLayouts/slideLayout79.xml"/><Relationship Id="rId36" Type="http://schemas.openxmlformats.org/officeDocument/2006/relationships/slideLayout" Target="../slideLayouts/slideLayout87.xml"/><Relationship Id="rId49" Type="http://schemas.openxmlformats.org/officeDocument/2006/relationships/slideLayout" Target="../slideLayouts/slideLayout100.xml"/><Relationship Id="rId10" Type="http://schemas.openxmlformats.org/officeDocument/2006/relationships/slideLayout" Target="../slideLayouts/slideLayout61.xml"/><Relationship Id="rId19" Type="http://schemas.openxmlformats.org/officeDocument/2006/relationships/slideLayout" Target="../slideLayouts/slideLayout70.xml"/><Relationship Id="rId31" Type="http://schemas.openxmlformats.org/officeDocument/2006/relationships/slideLayout" Target="../slideLayouts/slideLayout82.xml"/><Relationship Id="rId44" Type="http://schemas.openxmlformats.org/officeDocument/2006/relationships/slideLayout" Target="../slideLayouts/slideLayout95.xml"/><Relationship Id="rId52" Type="http://schemas.openxmlformats.org/officeDocument/2006/relationships/theme" Target="../theme/theme2.xml"/><Relationship Id="rId4" Type="http://schemas.openxmlformats.org/officeDocument/2006/relationships/slideLayout" Target="../slideLayouts/slideLayout55.xml"/><Relationship Id="rId9" Type="http://schemas.openxmlformats.org/officeDocument/2006/relationships/slideLayout" Target="../slideLayouts/slideLayout60.xml"/><Relationship Id="rId14" Type="http://schemas.openxmlformats.org/officeDocument/2006/relationships/slideLayout" Target="../slideLayouts/slideLayout65.xml"/><Relationship Id="rId22" Type="http://schemas.openxmlformats.org/officeDocument/2006/relationships/slideLayout" Target="../slideLayouts/slideLayout73.xml"/><Relationship Id="rId27" Type="http://schemas.openxmlformats.org/officeDocument/2006/relationships/slideLayout" Target="../slideLayouts/slideLayout78.xml"/><Relationship Id="rId30" Type="http://schemas.openxmlformats.org/officeDocument/2006/relationships/slideLayout" Target="../slideLayouts/slideLayout81.xml"/><Relationship Id="rId35" Type="http://schemas.openxmlformats.org/officeDocument/2006/relationships/slideLayout" Target="../slideLayouts/slideLayout86.xml"/><Relationship Id="rId43" Type="http://schemas.openxmlformats.org/officeDocument/2006/relationships/slideLayout" Target="../slideLayouts/slideLayout94.xml"/><Relationship Id="rId48" Type="http://schemas.openxmlformats.org/officeDocument/2006/relationships/slideLayout" Target="../slideLayouts/slideLayout99.xml"/><Relationship Id="rId8" Type="http://schemas.openxmlformats.org/officeDocument/2006/relationships/slideLayout" Target="../slideLayouts/slideLayout59.xml"/><Relationship Id="rId51" Type="http://schemas.openxmlformats.org/officeDocument/2006/relationships/slideLayout" Target="../slideLayouts/slideLayout102.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115.xml"/><Relationship Id="rId18" Type="http://schemas.openxmlformats.org/officeDocument/2006/relationships/slideLayout" Target="../slideLayouts/slideLayout120.xml"/><Relationship Id="rId26" Type="http://schemas.openxmlformats.org/officeDocument/2006/relationships/slideLayout" Target="../slideLayouts/slideLayout128.xml"/><Relationship Id="rId39" Type="http://schemas.openxmlformats.org/officeDocument/2006/relationships/slideLayout" Target="../slideLayouts/slideLayout141.xml"/><Relationship Id="rId3" Type="http://schemas.openxmlformats.org/officeDocument/2006/relationships/slideLayout" Target="../slideLayouts/slideLayout105.xml"/><Relationship Id="rId21" Type="http://schemas.openxmlformats.org/officeDocument/2006/relationships/slideLayout" Target="../slideLayouts/slideLayout123.xml"/><Relationship Id="rId34" Type="http://schemas.openxmlformats.org/officeDocument/2006/relationships/slideLayout" Target="../slideLayouts/slideLayout136.xml"/><Relationship Id="rId42" Type="http://schemas.openxmlformats.org/officeDocument/2006/relationships/slideLayout" Target="../slideLayouts/slideLayout144.xml"/><Relationship Id="rId47" Type="http://schemas.openxmlformats.org/officeDocument/2006/relationships/slideLayout" Target="../slideLayouts/slideLayout149.xml"/><Relationship Id="rId50" Type="http://schemas.openxmlformats.org/officeDocument/2006/relationships/slideLayout" Target="../slideLayouts/slideLayout152.xml"/><Relationship Id="rId7" Type="http://schemas.openxmlformats.org/officeDocument/2006/relationships/slideLayout" Target="../slideLayouts/slideLayout109.xml"/><Relationship Id="rId12" Type="http://schemas.openxmlformats.org/officeDocument/2006/relationships/slideLayout" Target="../slideLayouts/slideLayout114.xml"/><Relationship Id="rId17" Type="http://schemas.openxmlformats.org/officeDocument/2006/relationships/slideLayout" Target="../slideLayouts/slideLayout119.xml"/><Relationship Id="rId25" Type="http://schemas.openxmlformats.org/officeDocument/2006/relationships/slideLayout" Target="../slideLayouts/slideLayout127.xml"/><Relationship Id="rId33" Type="http://schemas.openxmlformats.org/officeDocument/2006/relationships/slideLayout" Target="../slideLayouts/slideLayout135.xml"/><Relationship Id="rId38" Type="http://schemas.openxmlformats.org/officeDocument/2006/relationships/slideLayout" Target="../slideLayouts/slideLayout140.xml"/><Relationship Id="rId46" Type="http://schemas.openxmlformats.org/officeDocument/2006/relationships/slideLayout" Target="../slideLayouts/slideLayout148.xml"/><Relationship Id="rId2" Type="http://schemas.openxmlformats.org/officeDocument/2006/relationships/slideLayout" Target="../slideLayouts/slideLayout104.xml"/><Relationship Id="rId16" Type="http://schemas.openxmlformats.org/officeDocument/2006/relationships/slideLayout" Target="../slideLayouts/slideLayout118.xml"/><Relationship Id="rId20" Type="http://schemas.openxmlformats.org/officeDocument/2006/relationships/slideLayout" Target="../slideLayouts/slideLayout122.xml"/><Relationship Id="rId29" Type="http://schemas.openxmlformats.org/officeDocument/2006/relationships/slideLayout" Target="../slideLayouts/slideLayout131.xml"/><Relationship Id="rId41" Type="http://schemas.openxmlformats.org/officeDocument/2006/relationships/slideLayout" Target="../slideLayouts/slideLayout143.xml"/><Relationship Id="rId54" Type="http://schemas.openxmlformats.org/officeDocument/2006/relationships/image" Target="../media/image2.svg"/><Relationship Id="rId1" Type="http://schemas.openxmlformats.org/officeDocument/2006/relationships/slideLayout" Target="../slideLayouts/slideLayout103.xml"/><Relationship Id="rId6" Type="http://schemas.openxmlformats.org/officeDocument/2006/relationships/slideLayout" Target="../slideLayouts/slideLayout108.xml"/><Relationship Id="rId11" Type="http://schemas.openxmlformats.org/officeDocument/2006/relationships/slideLayout" Target="../slideLayouts/slideLayout113.xml"/><Relationship Id="rId24" Type="http://schemas.openxmlformats.org/officeDocument/2006/relationships/slideLayout" Target="../slideLayouts/slideLayout126.xml"/><Relationship Id="rId32" Type="http://schemas.openxmlformats.org/officeDocument/2006/relationships/slideLayout" Target="../slideLayouts/slideLayout134.xml"/><Relationship Id="rId37" Type="http://schemas.openxmlformats.org/officeDocument/2006/relationships/slideLayout" Target="../slideLayouts/slideLayout139.xml"/><Relationship Id="rId40" Type="http://schemas.openxmlformats.org/officeDocument/2006/relationships/slideLayout" Target="../slideLayouts/slideLayout142.xml"/><Relationship Id="rId45" Type="http://schemas.openxmlformats.org/officeDocument/2006/relationships/slideLayout" Target="../slideLayouts/slideLayout147.xml"/><Relationship Id="rId53" Type="http://schemas.openxmlformats.org/officeDocument/2006/relationships/image" Target="../media/image1.png"/><Relationship Id="rId5" Type="http://schemas.openxmlformats.org/officeDocument/2006/relationships/slideLayout" Target="../slideLayouts/slideLayout107.xml"/><Relationship Id="rId15" Type="http://schemas.openxmlformats.org/officeDocument/2006/relationships/slideLayout" Target="../slideLayouts/slideLayout117.xml"/><Relationship Id="rId23" Type="http://schemas.openxmlformats.org/officeDocument/2006/relationships/slideLayout" Target="../slideLayouts/slideLayout125.xml"/><Relationship Id="rId28" Type="http://schemas.openxmlformats.org/officeDocument/2006/relationships/slideLayout" Target="../slideLayouts/slideLayout130.xml"/><Relationship Id="rId36" Type="http://schemas.openxmlformats.org/officeDocument/2006/relationships/slideLayout" Target="../slideLayouts/slideLayout138.xml"/><Relationship Id="rId49" Type="http://schemas.openxmlformats.org/officeDocument/2006/relationships/slideLayout" Target="../slideLayouts/slideLayout151.xml"/><Relationship Id="rId10" Type="http://schemas.openxmlformats.org/officeDocument/2006/relationships/slideLayout" Target="../slideLayouts/slideLayout112.xml"/><Relationship Id="rId19" Type="http://schemas.openxmlformats.org/officeDocument/2006/relationships/slideLayout" Target="../slideLayouts/slideLayout121.xml"/><Relationship Id="rId31" Type="http://schemas.openxmlformats.org/officeDocument/2006/relationships/slideLayout" Target="../slideLayouts/slideLayout133.xml"/><Relationship Id="rId44" Type="http://schemas.openxmlformats.org/officeDocument/2006/relationships/slideLayout" Target="../slideLayouts/slideLayout146.xml"/><Relationship Id="rId52" Type="http://schemas.openxmlformats.org/officeDocument/2006/relationships/theme" Target="../theme/theme3.xml"/><Relationship Id="rId4" Type="http://schemas.openxmlformats.org/officeDocument/2006/relationships/slideLayout" Target="../slideLayouts/slideLayout106.xml"/><Relationship Id="rId9" Type="http://schemas.openxmlformats.org/officeDocument/2006/relationships/slideLayout" Target="../slideLayouts/slideLayout111.xml"/><Relationship Id="rId14" Type="http://schemas.openxmlformats.org/officeDocument/2006/relationships/slideLayout" Target="../slideLayouts/slideLayout116.xml"/><Relationship Id="rId22" Type="http://schemas.openxmlformats.org/officeDocument/2006/relationships/slideLayout" Target="../slideLayouts/slideLayout124.xml"/><Relationship Id="rId27" Type="http://schemas.openxmlformats.org/officeDocument/2006/relationships/slideLayout" Target="../slideLayouts/slideLayout129.xml"/><Relationship Id="rId30" Type="http://schemas.openxmlformats.org/officeDocument/2006/relationships/slideLayout" Target="../slideLayouts/slideLayout132.xml"/><Relationship Id="rId35" Type="http://schemas.openxmlformats.org/officeDocument/2006/relationships/slideLayout" Target="../slideLayouts/slideLayout137.xml"/><Relationship Id="rId43" Type="http://schemas.openxmlformats.org/officeDocument/2006/relationships/slideLayout" Target="../slideLayouts/slideLayout145.xml"/><Relationship Id="rId48" Type="http://schemas.openxmlformats.org/officeDocument/2006/relationships/slideLayout" Target="../slideLayouts/slideLayout150.xml"/><Relationship Id="rId8" Type="http://schemas.openxmlformats.org/officeDocument/2006/relationships/slideLayout" Target="../slideLayouts/slideLayout110.xml"/><Relationship Id="rId51" Type="http://schemas.openxmlformats.org/officeDocument/2006/relationships/slideLayout" Target="../slideLayouts/slideLayout15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2FA676-B67E-AC67-7DDA-00665EF3C306}"/>
              </a:ext>
            </a:extLst>
          </p:cNvPr>
          <p:cNvSpPr>
            <a:spLocks noGrp="1"/>
          </p:cNvSpPr>
          <p:nvPr>
            <p:ph type="title"/>
          </p:nvPr>
        </p:nvSpPr>
        <p:spPr>
          <a:xfrm>
            <a:off x="695324" y="429193"/>
            <a:ext cx="10801349" cy="687600"/>
          </a:xfrm>
          <a:prstGeom prst="rect">
            <a:avLst/>
          </a:prstGeom>
        </p:spPr>
        <p:txBody>
          <a:bodyPr vert="horz" lIns="0" tIns="0" rIns="0" bIns="0" rtlCol="0" anchor="t" anchorCtr="0">
            <a:noAutofit/>
          </a:bodyPr>
          <a:lstStyle/>
          <a:p>
            <a:r>
              <a:rPr lang="en-US"/>
              <a:t>Click to edit Master title style</a:t>
            </a:r>
          </a:p>
        </p:txBody>
      </p:sp>
      <p:sp>
        <p:nvSpPr>
          <p:cNvPr id="3" name="Text Placeholder 2">
            <a:extLst>
              <a:ext uri="{FF2B5EF4-FFF2-40B4-BE49-F238E27FC236}">
                <a16:creationId xmlns:a16="http://schemas.microsoft.com/office/drawing/2014/main" id="{06A9D472-BF61-3B8E-D859-41FCAE3559A2}"/>
              </a:ext>
            </a:extLst>
          </p:cNvPr>
          <p:cNvSpPr>
            <a:spLocks noGrp="1"/>
          </p:cNvSpPr>
          <p:nvPr>
            <p:ph type="body" idx="1"/>
          </p:nvPr>
        </p:nvSpPr>
        <p:spPr>
          <a:xfrm>
            <a:off x="695325" y="1424138"/>
            <a:ext cx="10801350" cy="470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6787B15-1A7C-CA75-4000-6B4E7DCC0650}"/>
              </a:ext>
            </a:extLst>
          </p:cNvPr>
          <p:cNvSpPr>
            <a:spLocks noGrp="1"/>
          </p:cNvSpPr>
          <p:nvPr>
            <p:ph type="dt" sz="half" idx="2"/>
          </p:nvPr>
        </p:nvSpPr>
        <p:spPr>
          <a:xfrm>
            <a:off x="704377" y="6356350"/>
            <a:ext cx="1189737" cy="365125"/>
          </a:xfrm>
          <a:prstGeom prst="rect">
            <a:avLst/>
          </a:prstGeom>
        </p:spPr>
        <p:txBody>
          <a:bodyPr vert="horz" lIns="91440" tIns="45720" rIns="91440" bIns="45720" rtlCol="0" anchor="ctr"/>
          <a:lstStyle>
            <a:lvl1pPr algn="l">
              <a:defRPr lang="en-GB" sz="10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65A5CDDB-CC03-EB15-3D1D-E9C5DF5AC358}"/>
              </a:ext>
            </a:extLst>
          </p:cNvPr>
          <p:cNvSpPr>
            <a:spLocks noGrp="1"/>
          </p:cNvSpPr>
          <p:nvPr>
            <p:ph type="ftr" sz="quarter" idx="3"/>
          </p:nvPr>
        </p:nvSpPr>
        <p:spPr>
          <a:xfrm>
            <a:off x="2067426" y="6356350"/>
            <a:ext cx="4114800" cy="365125"/>
          </a:xfrm>
          <a:prstGeom prst="rect">
            <a:avLst/>
          </a:prstGeom>
        </p:spPr>
        <p:txBody>
          <a:bodyPr vert="horz" lIns="91440" tIns="45720" rIns="91440" bIns="45720" rtlCol="0" anchor="ctr"/>
          <a:lstStyle>
            <a:lvl1pPr algn="l">
              <a:defRPr lang="en-US" sz="10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0A4D9A69-816B-342C-83AD-D5776DA9D22D}"/>
              </a:ext>
            </a:extLst>
          </p:cNvPr>
          <p:cNvSpPr>
            <a:spLocks noGrp="1"/>
          </p:cNvSpPr>
          <p:nvPr>
            <p:ph type="sldNum" sz="quarter" idx="4"/>
          </p:nvPr>
        </p:nvSpPr>
        <p:spPr>
          <a:xfrm>
            <a:off x="11301647" y="6356350"/>
            <a:ext cx="390053" cy="365125"/>
          </a:xfrm>
          <a:prstGeom prst="rect">
            <a:avLst/>
          </a:prstGeom>
        </p:spPr>
        <p:txBody>
          <a:bodyPr vert="horz" lIns="91440" tIns="45720" rIns="91440" bIns="45720" rtlCol="0" anchor="ctr"/>
          <a:lstStyle>
            <a:lvl1pPr algn="ctr">
              <a:defRPr lang="en-US" sz="1200" b="1" i="0" kern="1200" smtClean="0">
                <a:solidFill>
                  <a:schemeClr val="tx1">
                    <a:lumMod val="25000"/>
                    <a:lumOff val="75000"/>
                  </a:schemeClr>
                </a:solidFill>
                <a:latin typeface="Montserrat SemiBold" pitchFamily="2" charset="77"/>
                <a:ea typeface="+mn-ea"/>
                <a:cs typeface="+mn-cs"/>
              </a:defRPr>
            </a:lvl1pPr>
          </a:lstStyle>
          <a:p>
            <a:fld id="{3531A8E9-B4CF-5643-AF96-CB4C768DAD63}" type="slidenum">
              <a:rPr lang="en-GB" smtClean="0"/>
              <a:pPr/>
              <a:t>‹#›</a:t>
            </a:fld>
            <a:endParaRPr lang="en-GB"/>
          </a:p>
        </p:txBody>
      </p:sp>
      <p:pic>
        <p:nvPicPr>
          <p:cNvPr id="9" name="Graphic 8">
            <a:extLst>
              <a:ext uri="{FF2B5EF4-FFF2-40B4-BE49-F238E27FC236}">
                <a16:creationId xmlns:a16="http://schemas.microsoft.com/office/drawing/2014/main" id="{5658AAB2-EDCD-A900-5FDD-1A1336EBF022}"/>
              </a:ext>
            </a:extLst>
          </p:cNvPr>
          <p:cNvPicPr>
            <a:picLocks noChangeAspect="1"/>
          </p:cNvPicPr>
          <p:nvPr userDrawn="1"/>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spTree>
    <p:extLst>
      <p:ext uri="{BB962C8B-B14F-4D97-AF65-F5344CB8AC3E}">
        <p14:creationId xmlns:p14="http://schemas.microsoft.com/office/powerpoint/2010/main" val="1123278588"/>
      </p:ext>
    </p:extLst>
  </p:cSld>
  <p:clrMap bg1="lt1" tx1="dk1" bg2="lt2" tx2="dk2" accent1="accent1" accent2="accent2" accent3="accent3" accent4="accent4" accent5="accent5" accent6="accent6" hlink="hlink" folHlink="folHlink"/>
  <p:sldLayoutIdLst>
    <p:sldLayoutId id="2147483649" r:id="rId1"/>
    <p:sldLayoutId id="2147483658" r:id="rId2"/>
    <p:sldLayoutId id="2147483659" r:id="rId3"/>
    <p:sldLayoutId id="2147483684" r:id="rId4"/>
    <p:sldLayoutId id="2147483685" r:id="rId5"/>
    <p:sldLayoutId id="2147483651" r:id="rId6"/>
    <p:sldLayoutId id="2147483660" r:id="rId7"/>
    <p:sldLayoutId id="2147483661" r:id="rId8"/>
    <p:sldLayoutId id="2147483717" r:id="rId9"/>
    <p:sldLayoutId id="2147483718" r:id="rId10"/>
    <p:sldLayoutId id="2147483662" r:id="rId11"/>
    <p:sldLayoutId id="2147483663" r:id="rId12"/>
    <p:sldLayoutId id="2147483731" r:id="rId13"/>
    <p:sldLayoutId id="2147483733" r:id="rId14"/>
    <p:sldLayoutId id="2147483734" r:id="rId15"/>
    <p:sldLayoutId id="2147483735" r:id="rId16"/>
    <p:sldLayoutId id="2147483719" r:id="rId17"/>
    <p:sldLayoutId id="2147483673" r:id="rId18"/>
    <p:sldLayoutId id="2147483676" r:id="rId19"/>
    <p:sldLayoutId id="2147483674" r:id="rId20"/>
    <p:sldLayoutId id="2147483677" r:id="rId21"/>
    <p:sldLayoutId id="2147483741" r:id="rId22"/>
    <p:sldLayoutId id="2147483742" r:id="rId23"/>
    <p:sldLayoutId id="2147483666" r:id="rId24"/>
    <p:sldLayoutId id="2147483667" r:id="rId25"/>
    <p:sldLayoutId id="2147483668" r:id="rId26"/>
    <p:sldLayoutId id="2147483680" r:id="rId27"/>
    <p:sldLayoutId id="2147483675" r:id="rId28"/>
    <p:sldLayoutId id="2147483723" r:id="rId29"/>
    <p:sldLayoutId id="2147483722" r:id="rId30"/>
    <p:sldLayoutId id="2147483732" r:id="rId31"/>
    <p:sldLayoutId id="2147483737" r:id="rId32"/>
    <p:sldLayoutId id="2147483738" r:id="rId33"/>
    <p:sldLayoutId id="2147483739" r:id="rId34"/>
    <p:sldLayoutId id="2147483740" r:id="rId35"/>
    <p:sldLayoutId id="2147483682" r:id="rId36"/>
    <p:sldLayoutId id="2147483683" r:id="rId37"/>
    <p:sldLayoutId id="2147483725" r:id="rId38"/>
    <p:sldLayoutId id="2147483670" r:id="rId39"/>
    <p:sldLayoutId id="2147483671" r:id="rId40"/>
    <p:sldLayoutId id="2147483669" r:id="rId41"/>
    <p:sldLayoutId id="2147483664" r:id="rId42"/>
    <p:sldLayoutId id="2147483665" r:id="rId43"/>
    <p:sldLayoutId id="2147483681" r:id="rId44"/>
    <p:sldLayoutId id="2147483655" r:id="rId45"/>
    <p:sldLayoutId id="2147483672" r:id="rId46"/>
    <p:sldLayoutId id="2147483678" r:id="rId47"/>
    <p:sldLayoutId id="2147483679" r:id="rId48"/>
    <p:sldLayoutId id="2147483743" r:id="rId49"/>
    <p:sldLayoutId id="2147483744" r:id="rId50"/>
    <p:sldLayoutId id="2147483746" r:id="rId51"/>
  </p:sldLayoutIdLst>
  <p:hf hdr="0" ftr="0" dt="0"/>
  <p:txStyles>
    <p:title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p:titleStyle>
    <p:body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59">
          <p15:clr>
            <a:srgbClr val="547EBF"/>
          </p15:clr>
        </p15:guide>
        <p15:guide id="3" orient="horz" pos="2228">
          <p15:clr>
            <a:srgbClr val="547EBF"/>
          </p15:clr>
        </p15:guide>
        <p15:guide id="4" orient="horz" pos="2115">
          <p15:clr>
            <a:srgbClr val="547EBF"/>
          </p15:clr>
        </p15:guide>
        <p15:guide id="7" pos="1481">
          <p15:clr>
            <a:srgbClr val="547EBF"/>
          </p15:clr>
        </p15:guide>
        <p15:guide id="8" pos="1595">
          <p15:clr>
            <a:srgbClr val="547EBF"/>
          </p15:clr>
        </p15:guide>
        <p15:guide id="9" pos="2638">
          <p15:clr>
            <a:srgbClr val="547EBF"/>
          </p15:clr>
        </p15:guide>
        <p15:guide id="10" pos="2751">
          <p15:clr>
            <a:srgbClr val="547EBF"/>
          </p15:clr>
        </p15:guide>
        <p15:guide id="11" pos="3772">
          <p15:clr>
            <a:srgbClr val="547EBF"/>
          </p15:clr>
        </p15:guide>
        <p15:guide id="12" pos="3885">
          <p15:clr>
            <a:srgbClr val="547EBF"/>
          </p15:clr>
        </p15:guide>
        <p15:guide id="13" pos="4929">
          <p15:clr>
            <a:srgbClr val="547EBF"/>
          </p15:clr>
        </p15:guide>
        <p15:guide id="14" pos="5029">
          <p15:clr>
            <a:srgbClr val="547EBF"/>
          </p15:clr>
        </p15:guide>
        <p15:guide id="15" pos="6085">
          <p15:clr>
            <a:srgbClr val="547EBF"/>
          </p15:clr>
        </p15:guide>
        <p15:guide id="16" pos="6185">
          <p15:clr>
            <a:srgbClr val="547EBF"/>
          </p15:clr>
        </p15:guide>
        <p15:guide id="17" orient="horz" pos="890" userDrawn="1">
          <p15:clr>
            <a:srgbClr val="F26B43"/>
          </p15:clr>
        </p15:guide>
        <p15:guide id="18" orient="horz" pos="3861" userDrawn="1">
          <p15:clr>
            <a:srgbClr val="F26B43"/>
          </p15:clr>
        </p15:guide>
        <p15:guide id="19" pos="438" userDrawn="1">
          <p15:clr>
            <a:srgbClr val="F26B43"/>
          </p15:clr>
        </p15:guide>
        <p15:guide id="20" pos="712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2FA676-B67E-AC67-7DDA-00665EF3C306}"/>
              </a:ext>
            </a:extLst>
          </p:cNvPr>
          <p:cNvSpPr>
            <a:spLocks noGrp="1"/>
          </p:cNvSpPr>
          <p:nvPr>
            <p:ph type="title"/>
          </p:nvPr>
        </p:nvSpPr>
        <p:spPr>
          <a:xfrm>
            <a:off x="695324" y="429193"/>
            <a:ext cx="10801349" cy="687600"/>
          </a:xfrm>
          <a:prstGeom prst="rect">
            <a:avLst/>
          </a:prstGeom>
        </p:spPr>
        <p:txBody>
          <a:bodyPr vert="horz" lIns="0" tIns="0" rIns="0" bIns="0" rtlCol="0" anchor="t" anchorCtr="0">
            <a:noAutofit/>
          </a:body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06A9D472-BF61-3B8E-D859-41FCAE3559A2}"/>
              </a:ext>
            </a:extLst>
          </p:cNvPr>
          <p:cNvSpPr>
            <a:spLocks noGrp="1"/>
          </p:cNvSpPr>
          <p:nvPr>
            <p:ph type="body" idx="1"/>
          </p:nvPr>
        </p:nvSpPr>
        <p:spPr>
          <a:xfrm>
            <a:off x="695325" y="1424138"/>
            <a:ext cx="10801350" cy="4705200"/>
          </a:xfrm>
          <a:prstGeom prst="rect">
            <a:avLst/>
          </a:prstGeom>
        </p:spPr>
        <p:txBody>
          <a:bodyPr vert="horz" lIns="0" tIns="0" rIns="0" bIns="0" rtlCol="0">
            <a:no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4" name="Date Placeholder 3">
            <a:extLst>
              <a:ext uri="{FF2B5EF4-FFF2-40B4-BE49-F238E27FC236}">
                <a16:creationId xmlns:a16="http://schemas.microsoft.com/office/drawing/2014/main" id="{E6787B15-1A7C-CA75-4000-6B4E7DCC0650}"/>
              </a:ext>
            </a:extLst>
          </p:cNvPr>
          <p:cNvSpPr>
            <a:spLocks noGrp="1"/>
          </p:cNvSpPr>
          <p:nvPr>
            <p:ph type="dt" sz="half" idx="2"/>
          </p:nvPr>
        </p:nvSpPr>
        <p:spPr>
          <a:xfrm>
            <a:off x="704377" y="6356350"/>
            <a:ext cx="1189737" cy="365125"/>
          </a:xfrm>
          <a:prstGeom prst="rect">
            <a:avLst/>
          </a:prstGeom>
        </p:spPr>
        <p:txBody>
          <a:bodyPr vert="horz" lIns="91440" tIns="45720" rIns="91440" bIns="45720" rtlCol="0" anchor="ctr"/>
          <a:lstStyle>
            <a:lvl1pPr algn="l">
              <a:defRPr lang="en-GB" sz="10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65A5CDDB-CC03-EB15-3D1D-E9C5DF5AC358}"/>
              </a:ext>
            </a:extLst>
          </p:cNvPr>
          <p:cNvSpPr>
            <a:spLocks noGrp="1"/>
          </p:cNvSpPr>
          <p:nvPr>
            <p:ph type="ftr" sz="quarter" idx="3"/>
          </p:nvPr>
        </p:nvSpPr>
        <p:spPr>
          <a:xfrm>
            <a:off x="2067426" y="6356350"/>
            <a:ext cx="4114800" cy="365125"/>
          </a:xfrm>
          <a:prstGeom prst="rect">
            <a:avLst/>
          </a:prstGeom>
        </p:spPr>
        <p:txBody>
          <a:bodyPr vert="horz" lIns="91440" tIns="45720" rIns="91440" bIns="45720" rtlCol="0" anchor="ctr"/>
          <a:lstStyle>
            <a:lvl1pPr algn="l">
              <a:defRPr lang="en-US" sz="10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0A4D9A69-816B-342C-83AD-D5776DA9D22D}"/>
              </a:ext>
            </a:extLst>
          </p:cNvPr>
          <p:cNvSpPr>
            <a:spLocks noGrp="1"/>
          </p:cNvSpPr>
          <p:nvPr>
            <p:ph type="sldNum" sz="quarter" idx="4"/>
          </p:nvPr>
        </p:nvSpPr>
        <p:spPr>
          <a:xfrm>
            <a:off x="11301647" y="6356350"/>
            <a:ext cx="390053" cy="365125"/>
          </a:xfrm>
          <a:prstGeom prst="rect">
            <a:avLst/>
          </a:prstGeom>
        </p:spPr>
        <p:txBody>
          <a:bodyPr vert="horz" lIns="91440" tIns="45720" rIns="91440" bIns="45720" rtlCol="0" anchor="ctr"/>
          <a:lstStyle>
            <a:lvl1pPr algn="ctr">
              <a:defRPr lang="en-US" sz="1200" b="1" i="0" kern="1200" smtClean="0">
                <a:solidFill>
                  <a:schemeClr val="tx1">
                    <a:lumMod val="25000"/>
                    <a:lumOff val="75000"/>
                  </a:schemeClr>
                </a:solidFill>
                <a:latin typeface="Montserrat SemiBold" pitchFamily="2" charset="77"/>
                <a:ea typeface="+mn-ea"/>
                <a:cs typeface="+mn-cs"/>
              </a:defRPr>
            </a:lvl1pPr>
          </a:lstStyle>
          <a:p>
            <a:fld id="{3531A8E9-B4CF-5643-AF96-CB4C768DAD63}" type="slidenum">
              <a:rPr lang="en-GB" smtClean="0"/>
              <a:pPr/>
              <a:t>‹#›</a:t>
            </a:fld>
            <a:endParaRPr lang="en-GB"/>
          </a:p>
        </p:txBody>
      </p:sp>
      <p:pic>
        <p:nvPicPr>
          <p:cNvPr id="9" name="Graphic 8">
            <a:extLst>
              <a:ext uri="{FF2B5EF4-FFF2-40B4-BE49-F238E27FC236}">
                <a16:creationId xmlns:a16="http://schemas.microsoft.com/office/drawing/2014/main" id="{5658AAB2-EDCD-A900-5FDD-1A1336EBF022}"/>
              </a:ext>
            </a:extLst>
          </p:cNvPr>
          <p:cNvPicPr>
            <a:picLocks noChangeAspect="1"/>
          </p:cNvPicPr>
          <p:nvPr/>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pic>
        <p:nvPicPr>
          <p:cNvPr id="7" name="Graphic 8">
            <a:extLst>
              <a:ext uri="{FF2B5EF4-FFF2-40B4-BE49-F238E27FC236}">
                <a16:creationId xmlns:a16="http://schemas.microsoft.com/office/drawing/2014/main" id="{5F363D3F-3D17-0339-89D1-36797D29FC60}"/>
              </a:ext>
            </a:extLst>
          </p:cNvPr>
          <p:cNvPicPr>
            <a:picLocks noChangeAspect="1"/>
          </p:cNvPicPr>
          <p:nvPr userDrawn="1"/>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spTree>
    <p:extLst>
      <p:ext uri="{BB962C8B-B14F-4D97-AF65-F5344CB8AC3E}">
        <p14:creationId xmlns:p14="http://schemas.microsoft.com/office/powerpoint/2010/main" val="3000198139"/>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7" r:id="rId20"/>
    <p:sldLayoutId id="2147483768" r:id="rId21"/>
    <p:sldLayoutId id="2147483769" r:id="rId22"/>
    <p:sldLayoutId id="2147483770" r:id="rId23"/>
    <p:sldLayoutId id="2147483771" r:id="rId24"/>
    <p:sldLayoutId id="2147483772" r:id="rId25"/>
    <p:sldLayoutId id="2147483773" r:id="rId26"/>
    <p:sldLayoutId id="2147483774" r:id="rId27"/>
    <p:sldLayoutId id="2147483775" r:id="rId28"/>
    <p:sldLayoutId id="2147483776" r:id="rId29"/>
    <p:sldLayoutId id="2147483777" r:id="rId30"/>
    <p:sldLayoutId id="2147483778" r:id="rId31"/>
    <p:sldLayoutId id="2147483779" r:id="rId32"/>
    <p:sldLayoutId id="2147483780" r:id="rId33"/>
    <p:sldLayoutId id="2147483781" r:id="rId34"/>
    <p:sldLayoutId id="2147483782" r:id="rId35"/>
    <p:sldLayoutId id="2147483783" r:id="rId36"/>
    <p:sldLayoutId id="2147483784" r:id="rId37"/>
    <p:sldLayoutId id="2147483785" r:id="rId38"/>
    <p:sldLayoutId id="2147483786" r:id="rId39"/>
    <p:sldLayoutId id="2147483787" r:id="rId40"/>
    <p:sldLayoutId id="2147483788" r:id="rId41"/>
    <p:sldLayoutId id="2147483789" r:id="rId42"/>
    <p:sldLayoutId id="2147483790" r:id="rId43"/>
    <p:sldLayoutId id="2147483791" r:id="rId44"/>
    <p:sldLayoutId id="2147483792" r:id="rId45"/>
    <p:sldLayoutId id="2147483793" r:id="rId46"/>
    <p:sldLayoutId id="2147483794" r:id="rId47"/>
    <p:sldLayoutId id="2147483795" r:id="rId48"/>
    <p:sldLayoutId id="2147483796" r:id="rId49"/>
    <p:sldLayoutId id="2147483797" r:id="rId50"/>
    <p:sldLayoutId id="2147483798" r:id="rId51"/>
  </p:sldLayoutIdLst>
  <p:hf hdr="0" ftr="0" dt="0"/>
  <p:txStyles>
    <p:title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p:titleStyle>
    <p:body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59">
          <p15:clr>
            <a:srgbClr val="547EBF"/>
          </p15:clr>
        </p15:guide>
        <p15:guide id="3" orient="horz" pos="2228">
          <p15:clr>
            <a:srgbClr val="547EBF"/>
          </p15:clr>
        </p15:guide>
        <p15:guide id="4" orient="horz" pos="2115">
          <p15:clr>
            <a:srgbClr val="547EBF"/>
          </p15:clr>
        </p15:guide>
        <p15:guide id="7" pos="1481">
          <p15:clr>
            <a:srgbClr val="547EBF"/>
          </p15:clr>
        </p15:guide>
        <p15:guide id="8" pos="1595">
          <p15:clr>
            <a:srgbClr val="547EBF"/>
          </p15:clr>
        </p15:guide>
        <p15:guide id="9" pos="2638">
          <p15:clr>
            <a:srgbClr val="547EBF"/>
          </p15:clr>
        </p15:guide>
        <p15:guide id="10" pos="2751">
          <p15:clr>
            <a:srgbClr val="547EBF"/>
          </p15:clr>
        </p15:guide>
        <p15:guide id="11" pos="3772">
          <p15:clr>
            <a:srgbClr val="547EBF"/>
          </p15:clr>
        </p15:guide>
        <p15:guide id="12" pos="3885">
          <p15:clr>
            <a:srgbClr val="547EBF"/>
          </p15:clr>
        </p15:guide>
        <p15:guide id="13" pos="4929">
          <p15:clr>
            <a:srgbClr val="547EBF"/>
          </p15:clr>
        </p15:guide>
        <p15:guide id="14" pos="5029">
          <p15:clr>
            <a:srgbClr val="547EBF"/>
          </p15:clr>
        </p15:guide>
        <p15:guide id="15" pos="6085">
          <p15:clr>
            <a:srgbClr val="547EBF"/>
          </p15:clr>
        </p15:guide>
        <p15:guide id="16" pos="6185">
          <p15:clr>
            <a:srgbClr val="547EBF"/>
          </p15:clr>
        </p15:guide>
        <p15:guide id="21" orient="horz" pos="890" userDrawn="1">
          <p15:clr>
            <a:srgbClr val="F26B43"/>
          </p15:clr>
        </p15:guide>
        <p15:guide id="22" orient="horz" pos="3861" userDrawn="1">
          <p15:clr>
            <a:srgbClr val="F26B43"/>
          </p15:clr>
        </p15:guide>
        <p15:guide id="23" pos="438" userDrawn="1">
          <p15:clr>
            <a:srgbClr val="F26B43"/>
          </p15:clr>
        </p15:guide>
        <p15:guide id="24" pos="7129"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2FA676-B67E-AC67-7DDA-00665EF3C306}"/>
              </a:ext>
            </a:extLst>
          </p:cNvPr>
          <p:cNvSpPr>
            <a:spLocks noGrp="1"/>
          </p:cNvSpPr>
          <p:nvPr>
            <p:ph type="title"/>
          </p:nvPr>
        </p:nvSpPr>
        <p:spPr>
          <a:xfrm>
            <a:off x="695324" y="429193"/>
            <a:ext cx="10801349" cy="687600"/>
          </a:xfrm>
          <a:prstGeom prst="rect">
            <a:avLst/>
          </a:prstGeom>
        </p:spPr>
        <p:txBody>
          <a:bodyPr vert="horz" lIns="0" tIns="0" rIns="0" bIns="0" rtlCol="0" anchor="t" anchorCtr="0">
            <a:noAutofit/>
          </a:body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06A9D472-BF61-3B8E-D859-41FCAE3559A2}"/>
              </a:ext>
            </a:extLst>
          </p:cNvPr>
          <p:cNvSpPr>
            <a:spLocks noGrp="1"/>
          </p:cNvSpPr>
          <p:nvPr>
            <p:ph type="body" idx="1"/>
          </p:nvPr>
        </p:nvSpPr>
        <p:spPr>
          <a:xfrm>
            <a:off x="695325" y="1424138"/>
            <a:ext cx="10801350" cy="4705200"/>
          </a:xfrm>
          <a:prstGeom prst="rect">
            <a:avLst/>
          </a:prstGeom>
        </p:spPr>
        <p:txBody>
          <a:bodyPr vert="horz" lIns="0" tIns="0" rIns="0" bIns="0" rtlCol="0">
            <a:no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4" name="Date Placeholder 3">
            <a:extLst>
              <a:ext uri="{FF2B5EF4-FFF2-40B4-BE49-F238E27FC236}">
                <a16:creationId xmlns:a16="http://schemas.microsoft.com/office/drawing/2014/main" id="{E6787B15-1A7C-CA75-4000-6B4E7DCC0650}"/>
              </a:ext>
            </a:extLst>
          </p:cNvPr>
          <p:cNvSpPr>
            <a:spLocks noGrp="1"/>
          </p:cNvSpPr>
          <p:nvPr>
            <p:ph type="dt" sz="half" idx="2"/>
          </p:nvPr>
        </p:nvSpPr>
        <p:spPr>
          <a:xfrm>
            <a:off x="704377" y="6356350"/>
            <a:ext cx="1189737" cy="365125"/>
          </a:xfrm>
          <a:prstGeom prst="rect">
            <a:avLst/>
          </a:prstGeom>
        </p:spPr>
        <p:txBody>
          <a:bodyPr vert="horz" lIns="91440" tIns="45720" rIns="91440" bIns="45720" rtlCol="0" anchor="ctr"/>
          <a:lstStyle>
            <a:lvl1pPr algn="l">
              <a:defRPr lang="en-GB" sz="10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65A5CDDB-CC03-EB15-3D1D-E9C5DF5AC358}"/>
              </a:ext>
            </a:extLst>
          </p:cNvPr>
          <p:cNvSpPr>
            <a:spLocks noGrp="1"/>
          </p:cNvSpPr>
          <p:nvPr>
            <p:ph type="ftr" sz="quarter" idx="3"/>
          </p:nvPr>
        </p:nvSpPr>
        <p:spPr>
          <a:xfrm>
            <a:off x="2067426" y="6356350"/>
            <a:ext cx="4114800" cy="365125"/>
          </a:xfrm>
          <a:prstGeom prst="rect">
            <a:avLst/>
          </a:prstGeom>
        </p:spPr>
        <p:txBody>
          <a:bodyPr vert="horz" lIns="91440" tIns="45720" rIns="91440" bIns="45720" rtlCol="0" anchor="ctr"/>
          <a:lstStyle>
            <a:lvl1pPr algn="l">
              <a:defRPr lang="en-US" sz="10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0A4D9A69-816B-342C-83AD-D5776DA9D22D}"/>
              </a:ext>
            </a:extLst>
          </p:cNvPr>
          <p:cNvSpPr>
            <a:spLocks noGrp="1"/>
          </p:cNvSpPr>
          <p:nvPr>
            <p:ph type="sldNum" sz="quarter" idx="4"/>
          </p:nvPr>
        </p:nvSpPr>
        <p:spPr>
          <a:xfrm>
            <a:off x="11301647" y="6356350"/>
            <a:ext cx="390053" cy="365125"/>
          </a:xfrm>
          <a:prstGeom prst="rect">
            <a:avLst/>
          </a:prstGeom>
        </p:spPr>
        <p:txBody>
          <a:bodyPr vert="horz" lIns="91440" tIns="45720" rIns="91440" bIns="45720" rtlCol="0" anchor="ctr"/>
          <a:lstStyle>
            <a:lvl1pPr algn="ctr">
              <a:defRPr lang="en-US" sz="1200" b="1" i="0" kern="1200" smtClean="0">
                <a:solidFill>
                  <a:schemeClr val="tx1">
                    <a:lumMod val="25000"/>
                    <a:lumOff val="75000"/>
                  </a:schemeClr>
                </a:solidFill>
                <a:latin typeface="Montserrat SemiBold" pitchFamily="2" charset="77"/>
                <a:ea typeface="+mn-ea"/>
                <a:cs typeface="+mn-cs"/>
              </a:defRPr>
            </a:lvl1pPr>
          </a:lstStyle>
          <a:p>
            <a:fld id="{3531A8E9-B4CF-5643-AF96-CB4C768DAD63}" type="slidenum">
              <a:rPr lang="en-GB" smtClean="0"/>
              <a:pPr/>
              <a:t>‹#›</a:t>
            </a:fld>
            <a:endParaRPr lang="en-GB"/>
          </a:p>
        </p:txBody>
      </p:sp>
      <p:pic>
        <p:nvPicPr>
          <p:cNvPr id="9" name="Graphic 8">
            <a:extLst>
              <a:ext uri="{FF2B5EF4-FFF2-40B4-BE49-F238E27FC236}">
                <a16:creationId xmlns:a16="http://schemas.microsoft.com/office/drawing/2014/main" id="{5658AAB2-EDCD-A900-5FDD-1A1336EBF022}"/>
              </a:ext>
            </a:extLst>
          </p:cNvPr>
          <p:cNvPicPr>
            <a:picLocks noChangeAspect="1"/>
          </p:cNvPicPr>
          <p:nvPr/>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pic>
        <p:nvPicPr>
          <p:cNvPr id="7" name="Graphic 8">
            <a:extLst>
              <a:ext uri="{FF2B5EF4-FFF2-40B4-BE49-F238E27FC236}">
                <a16:creationId xmlns:a16="http://schemas.microsoft.com/office/drawing/2014/main" id="{500A8D40-61E4-18E9-FC2C-6BC5C1CD242D}"/>
              </a:ext>
            </a:extLst>
          </p:cNvPr>
          <p:cNvPicPr>
            <a:picLocks noChangeAspect="1"/>
          </p:cNvPicPr>
          <p:nvPr userDrawn="1"/>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spTree>
    <p:extLst>
      <p:ext uri="{BB962C8B-B14F-4D97-AF65-F5344CB8AC3E}">
        <p14:creationId xmlns:p14="http://schemas.microsoft.com/office/powerpoint/2010/main" val="2665491415"/>
      </p:ext>
    </p:extLst>
  </p:cSld>
  <p:clrMap bg1="lt1" tx1="dk1" bg2="lt2" tx2="dk2" accent1="accent1" accent2="accent2" accent3="accent3" accent4="accent4" accent5="accent5" accent6="accent6" hlink="hlink" folHlink="folHlink"/>
  <p:sldLayoutIdLst>
    <p:sldLayoutId id="2147483816" r:id="rId1"/>
    <p:sldLayoutId id="2147483817" r:id="rId2"/>
    <p:sldLayoutId id="2147483818" r:id="rId3"/>
    <p:sldLayoutId id="2147483819" r:id="rId4"/>
    <p:sldLayoutId id="2147483820" r:id="rId5"/>
    <p:sldLayoutId id="2147483821" r:id="rId6"/>
    <p:sldLayoutId id="2147483822" r:id="rId7"/>
    <p:sldLayoutId id="2147483823" r:id="rId8"/>
    <p:sldLayoutId id="2147483824" r:id="rId9"/>
    <p:sldLayoutId id="2147483825" r:id="rId10"/>
    <p:sldLayoutId id="2147483826" r:id="rId11"/>
    <p:sldLayoutId id="2147483827" r:id="rId12"/>
    <p:sldLayoutId id="2147483828" r:id="rId13"/>
    <p:sldLayoutId id="2147483829" r:id="rId14"/>
    <p:sldLayoutId id="2147483830" r:id="rId15"/>
    <p:sldLayoutId id="2147483831" r:id="rId16"/>
    <p:sldLayoutId id="2147483832" r:id="rId17"/>
    <p:sldLayoutId id="2147483833" r:id="rId18"/>
    <p:sldLayoutId id="2147483834" r:id="rId19"/>
    <p:sldLayoutId id="2147483835" r:id="rId20"/>
    <p:sldLayoutId id="2147483836" r:id="rId21"/>
    <p:sldLayoutId id="2147483837" r:id="rId22"/>
    <p:sldLayoutId id="2147483838" r:id="rId23"/>
    <p:sldLayoutId id="2147483839" r:id="rId24"/>
    <p:sldLayoutId id="2147483840" r:id="rId25"/>
    <p:sldLayoutId id="2147483841" r:id="rId26"/>
    <p:sldLayoutId id="2147483842" r:id="rId27"/>
    <p:sldLayoutId id="2147483843" r:id="rId28"/>
    <p:sldLayoutId id="2147483844" r:id="rId29"/>
    <p:sldLayoutId id="2147483845" r:id="rId30"/>
    <p:sldLayoutId id="2147483846" r:id="rId31"/>
    <p:sldLayoutId id="2147483847" r:id="rId32"/>
    <p:sldLayoutId id="2147483848" r:id="rId33"/>
    <p:sldLayoutId id="2147483849" r:id="rId34"/>
    <p:sldLayoutId id="2147483850" r:id="rId35"/>
    <p:sldLayoutId id="2147483851" r:id="rId36"/>
    <p:sldLayoutId id="2147483852" r:id="rId37"/>
    <p:sldLayoutId id="2147483853" r:id="rId38"/>
    <p:sldLayoutId id="2147483854" r:id="rId39"/>
    <p:sldLayoutId id="2147483855" r:id="rId40"/>
    <p:sldLayoutId id="2147483856" r:id="rId41"/>
    <p:sldLayoutId id="2147483857" r:id="rId42"/>
    <p:sldLayoutId id="2147483858" r:id="rId43"/>
    <p:sldLayoutId id="2147483859" r:id="rId44"/>
    <p:sldLayoutId id="2147483860" r:id="rId45"/>
    <p:sldLayoutId id="2147483861" r:id="rId46"/>
    <p:sldLayoutId id="2147483862" r:id="rId47"/>
    <p:sldLayoutId id="2147483863" r:id="rId48"/>
    <p:sldLayoutId id="2147483864" r:id="rId49"/>
    <p:sldLayoutId id="2147483865" r:id="rId50"/>
    <p:sldLayoutId id="2147483866" r:id="rId51"/>
  </p:sldLayoutIdLst>
  <p:hf hdr="0" ftr="0" dt="0"/>
  <p:txStyles>
    <p:title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p:titleStyle>
    <p:body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59">
          <p15:clr>
            <a:srgbClr val="547EBF"/>
          </p15:clr>
        </p15:guide>
        <p15:guide id="3" orient="horz" pos="2228">
          <p15:clr>
            <a:srgbClr val="547EBF"/>
          </p15:clr>
        </p15:guide>
        <p15:guide id="4" orient="horz" pos="2115">
          <p15:clr>
            <a:srgbClr val="547EBF"/>
          </p15:clr>
        </p15:guide>
        <p15:guide id="7" pos="1481">
          <p15:clr>
            <a:srgbClr val="547EBF"/>
          </p15:clr>
        </p15:guide>
        <p15:guide id="8" pos="1595">
          <p15:clr>
            <a:srgbClr val="547EBF"/>
          </p15:clr>
        </p15:guide>
        <p15:guide id="9" pos="2638">
          <p15:clr>
            <a:srgbClr val="547EBF"/>
          </p15:clr>
        </p15:guide>
        <p15:guide id="10" pos="2751">
          <p15:clr>
            <a:srgbClr val="547EBF"/>
          </p15:clr>
        </p15:guide>
        <p15:guide id="11" pos="3772">
          <p15:clr>
            <a:srgbClr val="547EBF"/>
          </p15:clr>
        </p15:guide>
        <p15:guide id="12" pos="3885">
          <p15:clr>
            <a:srgbClr val="547EBF"/>
          </p15:clr>
        </p15:guide>
        <p15:guide id="13" pos="4929">
          <p15:clr>
            <a:srgbClr val="547EBF"/>
          </p15:clr>
        </p15:guide>
        <p15:guide id="14" pos="5029">
          <p15:clr>
            <a:srgbClr val="547EBF"/>
          </p15:clr>
        </p15:guide>
        <p15:guide id="15" pos="6085">
          <p15:clr>
            <a:srgbClr val="547EBF"/>
          </p15:clr>
        </p15:guide>
        <p15:guide id="16" pos="6185">
          <p15:clr>
            <a:srgbClr val="547EBF"/>
          </p15:clr>
        </p15:guide>
        <p15:guide id="21" orient="horz" pos="890" userDrawn="1">
          <p15:clr>
            <a:srgbClr val="F26B43"/>
          </p15:clr>
        </p15:guide>
        <p15:guide id="22" orient="horz" pos="3861" userDrawn="1">
          <p15:clr>
            <a:srgbClr val="F26B43"/>
          </p15:clr>
        </p15:guide>
        <p15:guide id="23" pos="438" userDrawn="1">
          <p15:clr>
            <a:srgbClr val="F26B43"/>
          </p15:clr>
        </p15:guide>
        <p15:guide id="24" pos="7129"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10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5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5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1.xml"/></Relationships>
</file>

<file path=ppt/slides/_rels/slide7.xml.rels><?xml version="1.0" encoding="UTF-8" standalone="yes"?>
<Relationships xmlns="http://schemas.openxmlformats.org/package/2006/relationships"><Relationship Id="rId8" Type="http://schemas.openxmlformats.org/officeDocument/2006/relationships/image" Target="../media/image22.svg"/><Relationship Id="rId13" Type="http://schemas.openxmlformats.org/officeDocument/2006/relationships/image" Target="../media/image27.png"/><Relationship Id="rId3" Type="http://schemas.openxmlformats.org/officeDocument/2006/relationships/image" Target="../media/image17.png"/><Relationship Id="rId7" Type="http://schemas.openxmlformats.org/officeDocument/2006/relationships/image" Target="../media/image21.png"/><Relationship Id="rId12" Type="http://schemas.openxmlformats.org/officeDocument/2006/relationships/image" Target="../media/image26.svg"/><Relationship Id="rId2" Type="http://schemas.openxmlformats.org/officeDocument/2006/relationships/chart" Target="../charts/chart2.xml"/><Relationship Id="rId16" Type="http://schemas.openxmlformats.org/officeDocument/2006/relationships/image" Target="../media/image30.svg"/><Relationship Id="rId1" Type="http://schemas.openxmlformats.org/officeDocument/2006/relationships/slideLayout" Target="../slideLayouts/slideLayout152.xml"/><Relationship Id="rId6" Type="http://schemas.openxmlformats.org/officeDocument/2006/relationships/image" Target="../media/image20.svg"/><Relationship Id="rId11" Type="http://schemas.openxmlformats.org/officeDocument/2006/relationships/image" Target="../media/image25.png"/><Relationship Id="rId5" Type="http://schemas.openxmlformats.org/officeDocument/2006/relationships/image" Target="../media/image19.png"/><Relationship Id="rId15" Type="http://schemas.openxmlformats.org/officeDocument/2006/relationships/image" Target="../media/image29.png"/><Relationship Id="rId10" Type="http://schemas.openxmlformats.org/officeDocument/2006/relationships/image" Target="../media/image24.svg"/><Relationship Id="rId4" Type="http://schemas.openxmlformats.org/officeDocument/2006/relationships/image" Target="../media/image18.svg"/><Relationship Id="rId9" Type="http://schemas.openxmlformats.org/officeDocument/2006/relationships/image" Target="../media/image23.png"/><Relationship Id="rId14" Type="http://schemas.openxmlformats.org/officeDocument/2006/relationships/image" Target="../media/image28.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D41328-38B7-3594-7FBB-BE55921788B1}"/>
              </a:ext>
            </a:extLst>
          </p:cNvPr>
          <p:cNvSpPr>
            <a:spLocks noGrp="1"/>
          </p:cNvSpPr>
          <p:nvPr>
            <p:ph type="ctrTitle"/>
          </p:nvPr>
        </p:nvSpPr>
        <p:spPr/>
        <p:txBody>
          <a:bodyPr/>
          <a:lstStyle/>
          <a:p>
            <a:r>
              <a:rPr lang="tr-TR" dirty="0" err="1">
                <a:latin typeface="Montserrat SemiBold"/>
              </a:rPr>
              <a:t>valclient</a:t>
            </a:r>
            <a:r>
              <a:rPr lang="en-US" dirty="0">
                <a:latin typeface="Montserrat SemiBold"/>
              </a:rPr>
              <a:t> Value Business Case</a:t>
            </a:r>
          </a:p>
        </p:txBody>
      </p:sp>
      <p:sp>
        <p:nvSpPr>
          <p:cNvPr id="3" name="Slide Number Placeholder 2">
            <a:extLst>
              <a:ext uri="{FF2B5EF4-FFF2-40B4-BE49-F238E27FC236}">
                <a16:creationId xmlns:a16="http://schemas.microsoft.com/office/drawing/2014/main" id="{D588DF38-F73F-09E2-6B8C-286C3751DC3F}"/>
              </a:ext>
            </a:extLst>
          </p:cNvPr>
          <p:cNvSpPr>
            <a:spLocks noGrp="1"/>
          </p:cNvSpPr>
          <p:nvPr>
            <p:ph type="sldNum" sz="quarter" idx="12"/>
          </p:nvPr>
        </p:nvSpPr>
        <p:spPr/>
        <p:txBody>
          <a:bodyPr/>
          <a:lstStyle/>
          <a:p>
            <a:fld id="{3531A8E9-B4CF-5643-AF96-CB4C768DAD63}" type="slidenum">
              <a:rPr lang="en-US" smtClean="0"/>
              <a:pPr/>
              <a:t>1</a:t>
            </a:fld>
            <a:endParaRPr lang="en-US"/>
          </a:p>
        </p:txBody>
      </p:sp>
      <p:sp>
        <p:nvSpPr>
          <p:cNvPr id="4" name="Subtitle 3">
            <a:extLst>
              <a:ext uri="{FF2B5EF4-FFF2-40B4-BE49-F238E27FC236}">
                <a16:creationId xmlns:a16="http://schemas.microsoft.com/office/drawing/2014/main" id="{04B16102-7F03-D98C-5599-59D403A4A6A5}"/>
              </a:ext>
            </a:extLst>
          </p:cNvPr>
          <p:cNvSpPr>
            <a:spLocks noGrp="1"/>
          </p:cNvSpPr>
          <p:nvPr>
            <p:ph type="subTitle" idx="1"/>
          </p:nvPr>
        </p:nvSpPr>
        <p:spPr/>
        <p:txBody>
          <a:bodyPr/>
          <a:lstStyle/>
          <a:p>
            <a:r>
              <a:rPr lang="en-US" dirty="0"/>
              <a:t>Financials</a:t>
            </a:r>
          </a:p>
        </p:txBody>
      </p:sp>
      <p:sp>
        <p:nvSpPr>
          <p:cNvPr id="5" name="Text Placeholder 4">
            <a:extLst>
              <a:ext uri="{FF2B5EF4-FFF2-40B4-BE49-F238E27FC236}">
                <a16:creationId xmlns:a16="http://schemas.microsoft.com/office/drawing/2014/main" id="{4BAC2211-2BF5-0F3E-134E-6D7CA1E5AA57}"/>
              </a:ext>
            </a:extLst>
          </p:cNvPr>
          <p:cNvSpPr>
            <a:spLocks noGrp="1"/>
          </p:cNvSpPr>
          <p:nvPr>
            <p:ph type="body" sz="quarter" idx="13"/>
          </p:nvPr>
        </p:nvSpPr>
        <p:spPr/>
        <p:txBody>
          <a:bodyPr/>
          <a:lstStyle/>
          <a:p>
            <a:r>
              <a:rPr lang="en-US" dirty="0"/>
              <a:t>Presented by OneAdvanced</a:t>
            </a:r>
          </a:p>
        </p:txBody>
      </p:sp>
      <p:pic>
        <p:nvPicPr>
          <p:cNvPr id="8" name="Picture Placeholder 7">
            <a:extLst>
              <a:ext uri="{FF2B5EF4-FFF2-40B4-BE49-F238E27FC236}">
                <a16:creationId xmlns:a16="http://schemas.microsoft.com/office/drawing/2014/main" id="{8ABF3CB5-1982-E5EA-D401-E797DAE7CB81}"/>
              </a:ext>
            </a:extLst>
          </p:cNvPr>
          <p:cNvPicPr>
            <a:picLocks noGrp="1" noChangeAspect="1"/>
          </p:cNvPicPr>
          <p:nvPr>
            <p:ph type="pic" sz="quarter" idx="14"/>
          </p:nvPr>
        </p:nvPicPr>
        <p:blipFill>
          <a:blip r:embed="rId2" cstate="screen">
            <a:extLst>
              <a:ext uri="{28A0092B-C50C-407E-A947-70E740481C1C}">
                <a14:useLocalDpi xmlns:a14="http://schemas.microsoft.com/office/drawing/2010/main" val="0"/>
              </a:ext>
            </a:extLst>
          </a:blip>
          <a:srcRect/>
          <a:stretch/>
        </p:blipFill>
        <p:spPr/>
      </p:pic>
    </p:spTree>
    <p:extLst>
      <p:ext uri="{BB962C8B-B14F-4D97-AF65-F5344CB8AC3E}">
        <p14:creationId xmlns:p14="http://schemas.microsoft.com/office/powerpoint/2010/main" val="38088755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2</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normAutofit/>
          </a:bodyPr>
          <a:lstStyle/>
          <a:p>
            <a:r>
              <a:rPr lang="en-GB"/>
              <a:t>DOING NOTHING IS NOT AN OPTION</a:t>
            </a:r>
          </a:p>
        </p:txBody>
      </p:sp>
      <p:grpSp>
        <p:nvGrpSpPr>
          <p:cNvPr id="24" name="Group 23">
            <a:extLst>
              <a:ext uri="{FF2B5EF4-FFF2-40B4-BE49-F238E27FC236}">
                <a16:creationId xmlns:a16="http://schemas.microsoft.com/office/drawing/2014/main" id="{F2F03CFE-B2DF-8A34-6FA4-EDA86F820F40}"/>
              </a:ext>
            </a:extLst>
          </p:cNvPr>
          <p:cNvGrpSpPr/>
          <p:nvPr/>
        </p:nvGrpSpPr>
        <p:grpSpPr>
          <a:xfrm>
            <a:off x="2773872" y="1552929"/>
            <a:ext cx="1918801" cy="3992216"/>
            <a:chOff x="2757246" y="1552929"/>
            <a:chExt cx="1918801" cy="3992216"/>
          </a:xfrm>
        </p:grpSpPr>
        <p:sp>
          <p:nvSpPr>
            <p:cNvPr id="45" name="Off-page Connector 9">
              <a:extLst>
                <a:ext uri="{FF2B5EF4-FFF2-40B4-BE49-F238E27FC236}">
                  <a16:creationId xmlns:a16="http://schemas.microsoft.com/office/drawing/2014/main" id="{14F02441-381E-E675-0973-5995D3C09337}"/>
                </a:ext>
              </a:extLst>
            </p:cNvPr>
            <p:cNvSpPr/>
            <p:nvPr/>
          </p:nvSpPr>
          <p:spPr>
            <a:xfrm>
              <a:off x="2757246" y="1903894"/>
              <a:ext cx="1918800" cy="2544655"/>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structured workflows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Time consuming manual entry</a:t>
              </a:r>
            </a:p>
          </p:txBody>
        </p:sp>
        <p:sp>
          <p:nvSpPr>
            <p:cNvPr id="44" name="Freeform 44">
              <a:extLst>
                <a:ext uri="{FF2B5EF4-FFF2-40B4-BE49-F238E27FC236}">
                  <a16:creationId xmlns:a16="http://schemas.microsoft.com/office/drawing/2014/main" id="{9D6AF1DB-D2A2-3A99-8911-3637D8BF1298}"/>
                </a:ext>
              </a:extLst>
            </p:cNvPr>
            <p:cNvSpPr/>
            <p:nvPr/>
          </p:nvSpPr>
          <p:spPr>
            <a:xfrm rot="10800000">
              <a:off x="2757247" y="2096918"/>
              <a:ext cx="1918800" cy="3017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43364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43364 h 9144000"/>
                <a:gd name="connsiteX0" fmla="*/ 16778 w 4872690"/>
                <a:gd name="connsiteY0" fmla="*/ 8400634 h 8400636"/>
                <a:gd name="connsiteX1" fmla="*/ 4872690 w 4872690"/>
                <a:gd name="connsiteY1" fmla="*/ 8400634 h 8400636"/>
                <a:gd name="connsiteX2" fmla="*/ 4872690 w 4872690"/>
                <a:gd name="connsiteY2" fmla="*/ 8400636 h 8400636"/>
                <a:gd name="connsiteX3" fmla="*/ 16778 w 4872690"/>
                <a:gd name="connsiteY3" fmla="*/ 8400636 h 8400636"/>
                <a:gd name="connsiteX4" fmla="*/ 16778 w 4872690"/>
                <a:gd name="connsiteY4" fmla="*/ 8400634 h 8400636"/>
                <a:gd name="connsiteX5" fmla="*/ 0 w 4872690"/>
                <a:gd name="connsiteY5" fmla="*/ 0 h 8400636"/>
                <a:gd name="connsiteX6" fmla="*/ 4872690 w 4872690"/>
                <a:gd name="connsiteY6" fmla="*/ 33789 h 8400636"/>
                <a:gd name="connsiteX7" fmla="*/ 4872690 w 4872690"/>
                <a:gd name="connsiteY7" fmla="*/ 3472502 h 8400636"/>
                <a:gd name="connsiteX8" fmla="*/ 2444734 w 4872690"/>
                <a:gd name="connsiteY8" fmla="*/ 2240469 h 8400636"/>
                <a:gd name="connsiteX9" fmla="*/ 16778 w 4872690"/>
                <a:gd name="connsiteY9" fmla="*/ 3472502 h 8400636"/>
                <a:gd name="connsiteX10" fmla="*/ 0 w 4872690"/>
                <a:gd name="connsiteY10" fmla="*/ 0 h 8400636"/>
                <a:gd name="connsiteX0" fmla="*/ 16778 w 4906246"/>
                <a:gd name="connsiteY0" fmla="*/ 8400634 h 8400636"/>
                <a:gd name="connsiteX1" fmla="*/ 4872690 w 4906246"/>
                <a:gd name="connsiteY1" fmla="*/ 8400634 h 8400636"/>
                <a:gd name="connsiteX2" fmla="*/ 4872690 w 4906246"/>
                <a:gd name="connsiteY2" fmla="*/ 8400636 h 8400636"/>
                <a:gd name="connsiteX3" fmla="*/ 16778 w 4906246"/>
                <a:gd name="connsiteY3" fmla="*/ 8400636 h 8400636"/>
                <a:gd name="connsiteX4" fmla="*/ 16778 w 4906246"/>
                <a:gd name="connsiteY4" fmla="*/ 8400634 h 8400636"/>
                <a:gd name="connsiteX5" fmla="*/ 0 w 4906246"/>
                <a:gd name="connsiteY5" fmla="*/ 0 h 8400636"/>
                <a:gd name="connsiteX6" fmla="*/ 4906246 w 4906246"/>
                <a:gd name="connsiteY6" fmla="*/ 16895 h 8400636"/>
                <a:gd name="connsiteX7" fmla="*/ 4872690 w 4906246"/>
                <a:gd name="connsiteY7" fmla="*/ 3472502 h 8400636"/>
                <a:gd name="connsiteX8" fmla="*/ 2444734 w 4906246"/>
                <a:gd name="connsiteY8" fmla="*/ 2240469 h 8400636"/>
                <a:gd name="connsiteX9" fmla="*/ 16778 w 4906246"/>
                <a:gd name="connsiteY9" fmla="*/ 3472502 h 8400636"/>
                <a:gd name="connsiteX10" fmla="*/ 0 w 4906246"/>
                <a:gd name="connsiteY10" fmla="*/ 0 h 8400636"/>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06246"/>
                <a:gd name="connsiteY0" fmla="*/ 8451318 h 8451320"/>
                <a:gd name="connsiteX1" fmla="*/ 4872690 w 4906246"/>
                <a:gd name="connsiteY1" fmla="*/ 8451318 h 8451320"/>
                <a:gd name="connsiteX2" fmla="*/ 4872690 w 4906246"/>
                <a:gd name="connsiteY2" fmla="*/ 8451320 h 8451320"/>
                <a:gd name="connsiteX3" fmla="*/ 16778 w 4906246"/>
                <a:gd name="connsiteY3" fmla="*/ 8451320 h 8451320"/>
                <a:gd name="connsiteX4" fmla="*/ 16778 w 4906246"/>
                <a:gd name="connsiteY4" fmla="*/ 8451318 h 8451320"/>
                <a:gd name="connsiteX5" fmla="*/ 0 w 4906246"/>
                <a:gd name="connsiteY5" fmla="*/ 50684 h 8451320"/>
                <a:gd name="connsiteX6" fmla="*/ 4906246 w 4906246"/>
                <a:gd name="connsiteY6" fmla="*/ 0 h 8451320"/>
                <a:gd name="connsiteX7" fmla="*/ 4872690 w 4906246"/>
                <a:gd name="connsiteY7" fmla="*/ 3523186 h 8451320"/>
                <a:gd name="connsiteX8" fmla="*/ 2444734 w 4906246"/>
                <a:gd name="connsiteY8" fmla="*/ 2291153 h 8451320"/>
                <a:gd name="connsiteX9" fmla="*/ 16778 w 4906246"/>
                <a:gd name="connsiteY9" fmla="*/ 3523186 h 8451320"/>
                <a:gd name="connsiteX10" fmla="*/ 0 w 4906246"/>
                <a:gd name="connsiteY10" fmla="*/ 50684 h 8451320"/>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923024" h="8400636">
                  <a:moveTo>
                    <a:pt x="16778" y="8400634"/>
                  </a:moveTo>
                  <a:lnTo>
                    <a:pt x="4872690" y="8400634"/>
                  </a:lnTo>
                  <a:lnTo>
                    <a:pt x="4872690" y="8400636"/>
                  </a:lnTo>
                  <a:lnTo>
                    <a:pt x="16778" y="8400636"/>
                  </a:lnTo>
                  <a:lnTo>
                    <a:pt x="16778" y="8400634"/>
                  </a:lnTo>
                  <a:close/>
                  <a:moveTo>
                    <a:pt x="0" y="0"/>
                  </a:moveTo>
                  <a:lnTo>
                    <a:pt x="4923024" y="0"/>
                  </a:lnTo>
                  <a:lnTo>
                    <a:pt x="4872690" y="3472502"/>
                  </a:lnTo>
                  <a:lnTo>
                    <a:pt x="2444734" y="2240469"/>
                  </a:lnTo>
                  <a:lnTo>
                    <a:pt x="16778" y="3472502"/>
                  </a:lnTo>
                  <a:cubicBezTo>
                    <a:pt x="16778" y="2067213"/>
                    <a:pt x="0" y="1405289"/>
                    <a:pt x="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6" name="TextBox 45">
              <a:extLst>
                <a:ext uri="{FF2B5EF4-FFF2-40B4-BE49-F238E27FC236}">
                  <a16:creationId xmlns:a16="http://schemas.microsoft.com/office/drawing/2014/main" id="{C093E2E9-4057-3AFE-50E4-C89A59C82461}"/>
                </a:ext>
              </a:extLst>
            </p:cNvPr>
            <p:cNvSpPr txBox="1"/>
            <p:nvPr/>
          </p:nvSpPr>
          <p:spPr>
            <a:xfrm>
              <a:off x="2781925" y="2094631"/>
              <a:ext cx="1869443" cy="584775"/>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Raising Purchase Order </a:t>
              </a:r>
            </a:p>
          </p:txBody>
        </p:sp>
        <p:sp>
          <p:nvSpPr>
            <p:cNvPr id="47" name="Freeform 1015">
              <a:extLst>
                <a:ext uri="{FF2B5EF4-FFF2-40B4-BE49-F238E27FC236}">
                  <a16:creationId xmlns:a16="http://schemas.microsoft.com/office/drawing/2014/main" id="{16EC12E5-48F2-89E2-C305-C96DCB49C49B}"/>
                </a:ext>
              </a:extLst>
            </p:cNvPr>
            <p:cNvSpPr>
              <a:spLocks noChangeAspect="1"/>
            </p:cNvSpPr>
            <p:nvPr/>
          </p:nvSpPr>
          <p:spPr bwMode="auto">
            <a:xfrm>
              <a:off x="3468697"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7" name="Rectangle: Rounded Corners 56">
              <a:extLst>
                <a:ext uri="{FF2B5EF4-FFF2-40B4-BE49-F238E27FC236}">
                  <a16:creationId xmlns:a16="http://schemas.microsoft.com/office/drawing/2014/main" id="{374261D7-47BE-80C9-627F-3124A46B03B6}"/>
                </a:ext>
              </a:extLst>
            </p:cNvPr>
            <p:cNvSpPr/>
            <p:nvPr/>
          </p:nvSpPr>
          <p:spPr>
            <a:xfrm>
              <a:off x="2762646" y="4999173"/>
              <a:ext cx="1908000" cy="545972"/>
            </a:xfrm>
            <a:prstGeom prst="roundRect">
              <a:avLst/>
            </a:prstGeom>
            <a:solidFill>
              <a:schemeClr val="accent1">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TextBox 62">
              <a:extLst>
                <a:ext uri="{FF2B5EF4-FFF2-40B4-BE49-F238E27FC236}">
                  <a16:creationId xmlns:a16="http://schemas.microsoft.com/office/drawing/2014/main" id="{95C09C31-B441-840E-A767-4F86861E1F2E}"/>
                </a:ext>
              </a:extLst>
            </p:cNvPr>
            <p:cNvSpPr txBox="1"/>
            <p:nvPr/>
          </p:nvSpPr>
          <p:spPr>
            <a:xfrm>
              <a:off x="2781801" y="4372605"/>
              <a:ext cx="1869690"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accounts processes could be costing you</a:t>
              </a:r>
            </a:p>
          </p:txBody>
        </p:sp>
        <p:sp>
          <p:nvSpPr>
            <p:cNvPr id="68" name="TextBox 67">
              <a:extLst>
                <a:ext uri="{FF2B5EF4-FFF2-40B4-BE49-F238E27FC236}">
                  <a16:creationId xmlns:a16="http://schemas.microsoft.com/office/drawing/2014/main" id="{C0EA8CB8-D6F8-2002-811C-82D845F0C462}"/>
                </a:ext>
              </a:extLst>
            </p:cNvPr>
            <p:cNvSpPr txBox="1"/>
            <p:nvPr/>
          </p:nvSpPr>
          <p:spPr>
            <a:xfrm>
              <a:off x="2762646" y="5118504"/>
              <a:ext cx="1908000"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valrpo</a:t>
              </a:r>
              <a:r>
                <a:rPr lang="en-GB" sz="2000" dirty="0">
                  <a:solidFill>
                    <a:schemeClr val="accent1"/>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23" name="Group 22">
            <a:extLst>
              <a:ext uri="{FF2B5EF4-FFF2-40B4-BE49-F238E27FC236}">
                <a16:creationId xmlns:a16="http://schemas.microsoft.com/office/drawing/2014/main" id="{54C48C09-9A97-7C0C-2506-51E356526F18}"/>
              </a:ext>
            </a:extLst>
          </p:cNvPr>
          <p:cNvGrpSpPr/>
          <p:nvPr/>
        </p:nvGrpSpPr>
        <p:grpSpPr>
          <a:xfrm>
            <a:off x="4912803" y="1556836"/>
            <a:ext cx="1918801" cy="3991330"/>
            <a:chOff x="4871238" y="1556836"/>
            <a:chExt cx="1918801" cy="3991330"/>
          </a:xfrm>
        </p:grpSpPr>
        <p:sp>
          <p:nvSpPr>
            <p:cNvPr id="59" name="Rectangle: Rounded Corners 58">
              <a:extLst>
                <a:ext uri="{FF2B5EF4-FFF2-40B4-BE49-F238E27FC236}">
                  <a16:creationId xmlns:a16="http://schemas.microsoft.com/office/drawing/2014/main" id="{483145D9-A5D5-4A29-9000-3FD97569E5F5}"/>
                </a:ext>
              </a:extLst>
            </p:cNvPr>
            <p:cNvSpPr/>
            <p:nvPr/>
          </p:nvSpPr>
          <p:spPr>
            <a:xfrm>
              <a:off x="4876638" y="4999173"/>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Off-page Connector 9">
              <a:extLst>
                <a:ext uri="{FF2B5EF4-FFF2-40B4-BE49-F238E27FC236}">
                  <a16:creationId xmlns:a16="http://schemas.microsoft.com/office/drawing/2014/main" id="{A97AE63F-0C53-AB7A-E6A8-5650E994B32B}"/>
                </a:ext>
              </a:extLst>
            </p:cNvPr>
            <p:cNvSpPr/>
            <p:nvPr/>
          </p:nvSpPr>
          <p:spPr>
            <a:xfrm>
              <a:off x="4871238" y="1903894"/>
              <a:ext cx="1918800" cy="2548563"/>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accounts  payable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Poor workflow customisation</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8" name="Freeform 50">
              <a:extLst>
                <a:ext uri="{FF2B5EF4-FFF2-40B4-BE49-F238E27FC236}">
                  <a16:creationId xmlns:a16="http://schemas.microsoft.com/office/drawing/2014/main" id="{13C7AA69-72E1-AD20-DD7E-436E6E31F470}"/>
                </a:ext>
              </a:extLst>
            </p:cNvPr>
            <p:cNvSpPr/>
            <p:nvPr/>
          </p:nvSpPr>
          <p:spPr>
            <a:xfrm rot="10800000">
              <a:off x="4871239" y="2139161"/>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0" name="TextBox 49">
              <a:extLst>
                <a:ext uri="{FF2B5EF4-FFF2-40B4-BE49-F238E27FC236}">
                  <a16:creationId xmlns:a16="http://schemas.microsoft.com/office/drawing/2014/main" id="{7B34D05C-D2DC-8FEC-1A30-2541B1BBDE4B}"/>
                </a:ext>
              </a:extLst>
            </p:cNvPr>
            <p:cNvSpPr txBox="1"/>
            <p:nvPr/>
          </p:nvSpPr>
          <p:spPr>
            <a:xfrm>
              <a:off x="4873479" y="1629340"/>
              <a:ext cx="1914319" cy="1077218"/>
            </a:xfrm>
            <a:prstGeom prst="rect">
              <a:avLst/>
            </a:prstGeom>
            <a:noFill/>
          </p:spPr>
          <p:txBody>
            <a:bodyPr wrap="square" rtlCol="0" anchor="b" anchorCtr="0">
              <a:spAutoFit/>
            </a:bodyPr>
            <a:lstStyle/>
            <a:p>
              <a:pPr algn="ctr"/>
              <a:endParaRPr lang="en-US" sz="1600" b="1" dirty="0">
                <a:latin typeface="Montserrat SemiBold" panose="00000700000000000000" pitchFamily="2" charset="0"/>
                <a:ea typeface="League Spartan" charset="0"/>
                <a:cs typeface="Poppins" pitchFamily="2" charset="77"/>
              </a:endParaRPr>
            </a:p>
            <a:p>
              <a:pPr algn="ctr"/>
              <a:endParaRPr lang="en-US" sz="1600" b="1" dirty="0">
                <a:latin typeface="Montserrat SemiBold" panose="00000700000000000000" pitchFamily="2" charset="0"/>
                <a:ea typeface="League Spartan" charset="0"/>
                <a:cs typeface="Poppins" pitchFamily="2" charset="77"/>
              </a:endParaRPr>
            </a:p>
            <a:p>
              <a:pPr algn="ctr"/>
              <a:r>
                <a:rPr lang="en-US" sz="1600" b="1" dirty="0">
                  <a:latin typeface="Montserrat SemiBold" panose="00000700000000000000" pitchFamily="2" charset="0"/>
                  <a:ea typeface="League Spartan" charset="0"/>
                  <a:cs typeface="Poppins" pitchFamily="2" charset="77"/>
                </a:rPr>
                <a:t>Purchase Order Approvals</a:t>
              </a:r>
            </a:p>
          </p:txBody>
        </p:sp>
        <p:sp>
          <p:nvSpPr>
            <p:cNvPr id="51" name="Freeform 1015">
              <a:extLst>
                <a:ext uri="{FF2B5EF4-FFF2-40B4-BE49-F238E27FC236}">
                  <a16:creationId xmlns:a16="http://schemas.microsoft.com/office/drawing/2014/main" id="{063F48A3-FD39-6FB1-4A70-698D0FF8C694}"/>
                </a:ext>
              </a:extLst>
            </p:cNvPr>
            <p:cNvSpPr>
              <a:spLocks noChangeAspect="1"/>
            </p:cNvSpPr>
            <p:nvPr/>
          </p:nvSpPr>
          <p:spPr bwMode="auto">
            <a:xfrm>
              <a:off x="5582689" y="1556836"/>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65" name="TextBox 64">
              <a:extLst>
                <a:ext uri="{FF2B5EF4-FFF2-40B4-BE49-F238E27FC236}">
                  <a16:creationId xmlns:a16="http://schemas.microsoft.com/office/drawing/2014/main" id="{CCDBA8E2-2E49-D3DC-8F70-3EBC50517161}"/>
                </a:ext>
              </a:extLst>
            </p:cNvPr>
            <p:cNvSpPr txBox="1"/>
            <p:nvPr/>
          </p:nvSpPr>
          <p:spPr>
            <a:xfrm>
              <a:off x="4873479" y="4365181"/>
              <a:ext cx="1914319"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accounts processes could be costing you</a:t>
              </a:r>
            </a:p>
          </p:txBody>
        </p:sp>
        <p:sp>
          <p:nvSpPr>
            <p:cNvPr id="69" name="TextBox 68">
              <a:extLst>
                <a:ext uri="{FF2B5EF4-FFF2-40B4-BE49-F238E27FC236}">
                  <a16:creationId xmlns:a16="http://schemas.microsoft.com/office/drawing/2014/main" id="{3C634A47-D927-FE8D-6324-130A75E52781}"/>
                </a:ext>
              </a:extLst>
            </p:cNvPr>
            <p:cNvSpPr txBox="1"/>
            <p:nvPr/>
          </p:nvSpPr>
          <p:spPr>
            <a:xfrm>
              <a:off x="4885002" y="5118034"/>
              <a:ext cx="1891272"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valpoa</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1" name="Rectangle 70">
            <a:extLst>
              <a:ext uri="{FF2B5EF4-FFF2-40B4-BE49-F238E27FC236}">
                <a16:creationId xmlns:a16="http://schemas.microsoft.com/office/drawing/2014/main" id="{64A6E194-9E68-2DD5-DD40-F6B630830462}"/>
              </a:ext>
            </a:extLst>
          </p:cNvPr>
          <p:cNvSpPr/>
          <p:nvPr/>
        </p:nvSpPr>
        <p:spPr>
          <a:xfrm>
            <a:off x="664160" y="5880683"/>
            <a:ext cx="10437352" cy="518938"/>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TextBox 71">
            <a:extLst>
              <a:ext uri="{FF2B5EF4-FFF2-40B4-BE49-F238E27FC236}">
                <a16:creationId xmlns:a16="http://schemas.microsoft.com/office/drawing/2014/main" id="{0BFC616B-B131-2AE7-F109-2FC9C9900A7B}"/>
              </a:ext>
            </a:extLst>
          </p:cNvPr>
          <p:cNvSpPr txBox="1"/>
          <p:nvPr/>
        </p:nvSpPr>
        <p:spPr>
          <a:xfrm>
            <a:off x="695326" y="5905124"/>
            <a:ext cx="10372705" cy="461665"/>
          </a:xfrm>
          <a:prstGeom prst="rect">
            <a:avLst/>
          </a:prstGeom>
          <a:noFill/>
        </p:spPr>
        <p:txBody>
          <a:bodyPr wrap="square" rtlCol="0">
            <a:spAutoFit/>
          </a:bodyPr>
          <a:lstStyle/>
          <a:p>
            <a:pPr algn="ct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YOUR CURRENT PROCESS COSTS ARE</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en-GB" sz="2400" b="1"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2400" b="1"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valcostof</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ANNUAL</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LY</a:t>
            </a:r>
            <a:endPar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grpSp>
        <p:nvGrpSpPr>
          <p:cNvPr id="20" name="Group 19">
            <a:extLst>
              <a:ext uri="{FF2B5EF4-FFF2-40B4-BE49-F238E27FC236}">
                <a16:creationId xmlns:a16="http://schemas.microsoft.com/office/drawing/2014/main" id="{8813920C-430B-3234-4CBE-A3267939523E}"/>
              </a:ext>
            </a:extLst>
          </p:cNvPr>
          <p:cNvGrpSpPr/>
          <p:nvPr/>
        </p:nvGrpSpPr>
        <p:grpSpPr>
          <a:xfrm>
            <a:off x="640932" y="1552929"/>
            <a:ext cx="1921713" cy="4093944"/>
            <a:chOff x="640932" y="1552929"/>
            <a:chExt cx="1921713" cy="4093944"/>
          </a:xfrm>
        </p:grpSpPr>
        <p:sp>
          <p:nvSpPr>
            <p:cNvPr id="41" name="Off-page Connector 9">
              <a:extLst>
                <a:ext uri="{FF2B5EF4-FFF2-40B4-BE49-F238E27FC236}">
                  <a16:creationId xmlns:a16="http://schemas.microsoft.com/office/drawing/2014/main" id="{579E8B31-C28B-B9F8-070D-943247388A6B}"/>
                </a:ext>
              </a:extLst>
            </p:cNvPr>
            <p:cNvSpPr/>
            <p:nvPr/>
          </p:nvSpPr>
          <p:spPr>
            <a:xfrm>
              <a:off x="640932" y="1903895"/>
              <a:ext cx="1918800" cy="2544656"/>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Slow systems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data management</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0" name="Freeform 4">
              <a:extLst>
                <a:ext uri="{FF2B5EF4-FFF2-40B4-BE49-F238E27FC236}">
                  <a16:creationId xmlns:a16="http://schemas.microsoft.com/office/drawing/2014/main" id="{775A7557-207F-823B-8E7F-4AA7DB2E6D01}"/>
                </a:ext>
              </a:extLst>
            </p:cNvPr>
            <p:cNvSpPr/>
            <p:nvPr/>
          </p:nvSpPr>
          <p:spPr>
            <a:xfrm rot="10800000">
              <a:off x="643845" y="2130268"/>
              <a:ext cx="1918800" cy="2983678"/>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26469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26469 h 9144000"/>
                <a:gd name="connsiteX0" fmla="*/ 16778 w 4889468"/>
                <a:gd name="connsiteY0" fmla="*/ 8468213 h 8468215"/>
                <a:gd name="connsiteX1" fmla="*/ 4872690 w 4889468"/>
                <a:gd name="connsiteY1" fmla="*/ 8468213 h 8468215"/>
                <a:gd name="connsiteX2" fmla="*/ 4872690 w 4889468"/>
                <a:gd name="connsiteY2" fmla="*/ 8468215 h 8468215"/>
                <a:gd name="connsiteX3" fmla="*/ 16778 w 4889468"/>
                <a:gd name="connsiteY3" fmla="*/ 8468215 h 8468215"/>
                <a:gd name="connsiteX4" fmla="*/ 16778 w 4889468"/>
                <a:gd name="connsiteY4" fmla="*/ 8468213 h 8468215"/>
                <a:gd name="connsiteX5" fmla="*/ 0 w 4889468"/>
                <a:gd name="connsiteY5" fmla="*/ 50684 h 8468215"/>
                <a:gd name="connsiteX6" fmla="*/ 4889468 w 4889468"/>
                <a:gd name="connsiteY6" fmla="*/ 0 h 8468215"/>
                <a:gd name="connsiteX7" fmla="*/ 4872690 w 4889468"/>
                <a:gd name="connsiteY7" fmla="*/ 3540081 h 8468215"/>
                <a:gd name="connsiteX8" fmla="*/ 2444734 w 4889468"/>
                <a:gd name="connsiteY8" fmla="*/ 2308048 h 8468215"/>
                <a:gd name="connsiteX9" fmla="*/ 16778 w 4889468"/>
                <a:gd name="connsiteY9" fmla="*/ 3540081 h 8468215"/>
                <a:gd name="connsiteX10" fmla="*/ 0 w 4889468"/>
                <a:gd name="connsiteY10" fmla="*/ 50684 h 8468215"/>
                <a:gd name="connsiteX0" fmla="*/ 16778 w 4889468"/>
                <a:gd name="connsiteY0" fmla="*/ 8417529 h 8417531"/>
                <a:gd name="connsiteX1" fmla="*/ 4872690 w 4889468"/>
                <a:gd name="connsiteY1" fmla="*/ 8417529 h 8417531"/>
                <a:gd name="connsiteX2" fmla="*/ 4872690 w 4889468"/>
                <a:gd name="connsiteY2" fmla="*/ 8417531 h 8417531"/>
                <a:gd name="connsiteX3" fmla="*/ 16778 w 4889468"/>
                <a:gd name="connsiteY3" fmla="*/ 8417531 h 8417531"/>
                <a:gd name="connsiteX4" fmla="*/ 16778 w 4889468"/>
                <a:gd name="connsiteY4" fmla="*/ 8417529 h 8417531"/>
                <a:gd name="connsiteX5" fmla="*/ 0 w 4889468"/>
                <a:gd name="connsiteY5" fmla="*/ 0 h 8417531"/>
                <a:gd name="connsiteX6" fmla="*/ 4889468 w 4889468"/>
                <a:gd name="connsiteY6" fmla="*/ 0 h 8417531"/>
                <a:gd name="connsiteX7" fmla="*/ 4872690 w 4889468"/>
                <a:gd name="connsiteY7" fmla="*/ 3489397 h 8417531"/>
                <a:gd name="connsiteX8" fmla="*/ 2444734 w 4889468"/>
                <a:gd name="connsiteY8" fmla="*/ 2257364 h 8417531"/>
                <a:gd name="connsiteX9" fmla="*/ 16778 w 4889468"/>
                <a:gd name="connsiteY9" fmla="*/ 3489397 h 8417531"/>
                <a:gd name="connsiteX10" fmla="*/ 0 w 4889468"/>
                <a:gd name="connsiteY10" fmla="*/ 0 h 8417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89468" h="8417531">
                  <a:moveTo>
                    <a:pt x="16778" y="8417529"/>
                  </a:moveTo>
                  <a:lnTo>
                    <a:pt x="4872690" y="8417529"/>
                  </a:lnTo>
                  <a:lnTo>
                    <a:pt x="4872690" y="8417531"/>
                  </a:lnTo>
                  <a:lnTo>
                    <a:pt x="16778" y="8417531"/>
                  </a:lnTo>
                  <a:lnTo>
                    <a:pt x="16778" y="8417529"/>
                  </a:lnTo>
                  <a:close/>
                  <a:moveTo>
                    <a:pt x="0" y="0"/>
                  </a:moveTo>
                  <a:lnTo>
                    <a:pt x="4889468" y="0"/>
                  </a:lnTo>
                  <a:cubicBezTo>
                    <a:pt x="4883875" y="1180027"/>
                    <a:pt x="4878283" y="2309370"/>
                    <a:pt x="4872690" y="3489397"/>
                  </a:cubicBezTo>
                  <a:lnTo>
                    <a:pt x="2444734" y="2257364"/>
                  </a:lnTo>
                  <a:lnTo>
                    <a:pt x="16778" y="3489397"/>
                  </a:lnTo>
                  <a:cubicBezTo>
                    <a:pt x="16778" y="2084108"/>
                    <a:pt x="0" y="1405289"/>
                    <a:pt x="0" y="0"/>
                  </a:cubicBez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2" name="TextBox 41">
              <a:extLst>
                <a:ext uri="{FF2B5EF4-FFF2-40B4-BE49-F238E27FC236}">
                  <a16:creationId xmlns:a16="http://schemas.microsoft.com/office/drawing/2014/main" id="{A01E455A-2DE5-AA6B-952A-5F99CA73916D}"/>
                </a:ext>
              </a:extLst>
            </p:cNvPr>
            <p:cNvSpPr txBox="1"/>
            <p:nvPr/>
          </p:nvSpPr>
          <p:spPr>
            <a:xfrm>
              <a:off x="666366" y="2082991"/>
              <a:ext cx="1873758"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IT finance systems </a:t>
              </a:r>
            </a:p>
          </p:txBody>
        </p:sp>
        <p:sp>
          <p:nvSpPr>
            <p:cNvPr id="43" name="Freeform 1015">
              <a:extLst>
                <a:ext uri="{FF2B5EF4-FFF2-40B4-BE49-F238E27FC236}">
                  <a16:creationId xmlns:a16="http://schemas.microsoft.com/office/drawing/2014/main" id="{5222BCAB-8DAE-9ECC-55ED-CAF94FD73E96}"/>
                </a:ext>
              </a:extLst>
            </p:cNvPr>
            <p:cNvSpPr>
              <a:spLocks noChangeAspect="1"/>
            </p:cNvSpPr>
            <p:nvPr/>
          </p:nvSpPr>
          <p:spPr bwMode="auto">
            <a:xfrm>
              <a:off x="1355296"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6" name="Rectangle: Rounded Corners 55">
              <a:extLst>
                <a:ext uri="{FF2B5EF4-FFF2-40B4-BE49-F238E27FC236}">
                  <a16:creationId xmlns:a16="http://schemas.microsoft.com/office/drawing/2014/main" id="{D39ED94A-B4FD-84A0-6CF0-1C23682FB399}"/>
                </a:ext>
              </a:extLst>
            </p:cNvPr>
            <p:cNvSpPr/>
            <p:nvPr/>
          </p:nvSpPr>
          <p:spPr>
            <a:xfrm>
              <a:off x="644952" y="4986527"/>
              <a:ext cx="1908000" cy="558618"/>
            </a:xfrm>
            <a:prstGeom prst="roundRect">
              <a:avLst/>
            </a:prstGeom>
            <a:solidFill>
              <a:schemeClr val="tx2">
                <a:alpha val="26000"/>
              </a:schemeClr>
            </a:solidFill>
            <a:ln>
              <a:solidFill>
                <a:srgbClr val="F15D2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1" name="TextBox 60">
              <a:extLst>
                <a:ext uri="{FF2B5EF4-FFF2-40B4-BE49-F238E27FC236}">
                  <a16:creationId xmlns:a16="http://schemas.microsoft.com/office/drawing/2014/main" id="{39DF4247-E50B-19D8-DDEA-15B91EFA84A9}"/>
                </a:ext>
              </a:extLst>
            </p:cNvPr>
            <p:cNvSpPr txBox="1"/>
            <p:nvPr/>
          </p:nvSpPr>
          <p:spPr>
            <a:xfrm>
              <a:off x="666366" y="4383297"/>
              <a:ext cx="1873758"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Outdated IT infrastructure costs could be costing you</a:t>
              </a:r>
            </a:p>
          </p:txBody>
        </p:sp>
        <p:sp>
          <p:nvSpPr>
            <p:cNvPr id="73" name="TextBox 72">
              <a:extLst>
                <a:ext uri="{FF2B5EF4-FFF2-40B4-BE49-F238E27FC236}">
                  <a16:creationId xmlns:a16="http://schemas.microsoft.com/office/drawing/2014/main" id="{78369866-8BC6-33CD-42B1-8C4AEA93FDD2}"/>
                </a:ext>
              </a:extLst>
            </p:cNvPr>
            <p:cNvSpPr txBox="1"/>
            <p:nvPr/>
          </p:nvSpPr>
          <p:spPr>
            <a:xfrm>
              <a:off x="649245" y="5123653"/>
              <a:ext cx="1908000" cy="52322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itfinance</a:t>
              </a:r>
              <a:r>
                <a:rPr lang="tr-TR" sz="2000" b="1" dirty="0">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grpSp>
        <p:nvGrpSpPr>
          <p:cNvPr id="26" name="Group 25">
            <a:extLst>
              <a:ext uri="{FF2B5EF4-FFF2-40B4-BE49-F238E27FC236}">
                <a16:creationId xmlns:a16="http://schemas.microsoft.com/office/drawing/2014/main" id="{2F0A8551-1260-BA00-CEB9-2F1DFA3AC89D}"/>
              </a:ext>
            </a:extLst>
          </p:cNvPr>
          <p:cNvGrpSpPr/>
          <p:nvPr/>
        </p:nvGrpSpPr>
        <p:grpSpPr>
          <a:xfrm>
            <a:off x="7031443" y="1582040"/>
            <a:ext cx="1921948" cy="3969254"/>
            <a:chOff x="6973253" y="1582040"/>
            <a:chExt cx="1921948" cy="3969254"/>
          </a:xfrm>
        </p:grpSpPr>
        <p:sp>
          <p:nvSpPr>
            <p:cNvPr id="9" name="Rectangle: Rounded Corners 8">
              <a:extLst>
                <a:ext uri="{FF2B5EF4-FFF2-40B4-BE49-F238E27FC236}">
                  <a16:creationId xmlns:a16="http://schemas.microsoft.com/office/drawing/2014/main" id="{643A6339-EE20-5ED6-6696-7763D8C68FB0}"/>
                </a:ext>
              </a:extLst>
            </p:cNvPr>
            <p:cNvSpPr/>
            <p:nvPr/>
          </p:nvSpPr>
          <p:spPr>
            <a:xfrm>
              <a:off x="6980227" y="5002301"/>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ff-page Connector 9">
              <a:extLst>
                <a:ext uri="{FF2B5EF4-FFF2-40B4-BE49-F238E27FC236}">
                  <a16:creationId xmlns:a16="http://schemas.microsoft.com/office/drawing/2014/main" id="{A01973A7-1FA4-0C98-249C-23CD8984ED1A}"/>
                </a:ext>
              </a:extLst>
            </p:cNvPr>
            <p:cNvSpPr/>
            <p:nvPr/>
          </p:nvSpPr>
          <p:spPr>
            <a:xfrm>
              <a:off x="6974827" y="1903894"/>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Time consuming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High risk of errors </a:t>
              </a:r>
            </a:p>
          </p:txBody>
        </p:sp>
        <p:sp>
          <p:nvSpPr>
            <p:cNvPr id="54" name="TextBox 53">
              <a:extLst>
                <a:ext uri="{FF2B5EF4-FFF2-40B4-BE49-F238E27FC236}">
                  <a16:creationId xmlns:a16="http://schemas.microsoft.com/office/drawing/2014/main" id="{69CD4A24-0FC5-F6C8-0A71-820A70E43CB1}"/>
                </a:ext>
              </a:extLst>
            </p:cNvPr>
            <p:cNvSpPr txBox="1"/>
            <p:nvPr/>
          </p:nvSpPr>
          <p:spPr>
            <a:xfrm>
              <a:off x="6974314" y="2130171"/>
              <a:ext cx="1919827"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Coding invoice processes</a:t>
              </a:r>
            </a:p>
          </p:txBody>
        </p:sp>
        <p:sp>
          <p:nvSpPr>
            <p:cNvPr id="55" name="Freeform 1015">
              <a:extLst>
                <a:ext uri="{FF2B5EF4-FFF2-40B4-BE49-F238E27FC236}">
                  <a16:creationId xmlns:a16="http://schemas.microsoft.com/office/drawing/2014/main" id="{49379704-A7E9-6EF1-10D5-4FD212A90D8B}"/>
                </a:ext>
              </a:extLst>
            </p:cNvPr>
            <p:cNvSpPr>
              <a:spLocks noChangeAspect="1"/>
            </p:cNvSpPr>
            <p:nvPr/>
          </p:nvSpPr>
          <p:spPr bwMode="auto">
            <a:xfrm>
              <a:off x="7686278" y="1582040"/>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4" name="Freeform 50">
              <a:extLst>
                <a:ext uri="{FF2B5EF4-FFF2-40B4-BE49-F238E27FC236}">
                  <a16:creationId xmlns:a16="http://schemas.microsoft.com/office/drawing/2014/main" id="{9F9B2520-FD51-DC24-704C-0BB7BDAC0376}"/>
                </a:ext>
              </a:extLst>
            </p:cNvPr>
            <p:cNvSpPr/>
            <p:nvPr/>
          </p:nvSpPr>
          <p:spPr>
            <a:xfrm rot="10800000">
              <a:off x="6974827" y="2135924"/>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5" name="TextBox 4">
              <a:extLst>
                <a:ext uri="{FF2B5EF4-FFF2-40B4-BE49-F238E27FC236}">
                  <a16:creationId xmlns:a16="http://schemas.microsoft.com/office/drawing/2014/main" id="{02B73898-242B-B542-A13B-5A46CF540B50}"/>
                </a:ext>
              </a:extLst>
            </p:cNvPr>
            <p:cNvSpPr txBox="1"/>
            <p:nvPr/>
          </p:nvSpPr>
          <p:spPr>
            <a:xfrm>
              <a:off x="6977068" y="4381097"/>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Coding processes could be costing you</a:t>
              </a:r>
            </a:p>
          </p:txBody>
        </p:sp>
        <p:sp>
          <p:nvSpPr>
            <p:cNvPr id="6" name="TextBox 5">
              <a:extLst>
                <a:ext uri="{FF2B5EF4-FFF2-40B4-BE49-F238E27FC236}">
                  <a16:creationId xmlns:a16="http://schemas.microsoft.com/office/drawing/2014/main" id="{17F0DF48-C88F-66C2-241D-A456E4C5498F}"/>
                </a:ext>
              </a:extLst>
            </p:cNvPr>
            <p:cNvSpPr txBox="1"/>
            <p:nvPr/>
          </p:nvSpPr>
          <p:spPr>
            <a:xfrm>
              <a:off x="6973253" y="5113482"/>
              <a:ext cx="1921948"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valcip</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27" name="Group 26">
            <a:extLst>
              <a:ext uri="{FF2B5EF4-FFF2-40B4-BE49-F238E27FC236}">
                <a16:creationId xmlns:a16="http://schemas.microsoft.com/office/drawing/2014/main" id="{9DEFFE14-7335-325C-3227-F53DD0F4C1A8}"/>
              </a:ext>
            </a:extLst>
          </p:cNvPr>
          <p:cNvGrpSpPr/>
          <p:nvPr/>
        </p:nvGrpSpPr>
        <p:grpSpPr>
          <a:xfrm>
            <a:off x="9080384" y="1567792"/>
            <a:ext cx="2094684" cy="3985399"/>
            <a:chOff x="9097010" y="1567792"/>
            <a:chExt cx="2094684" cy="3985399"/>
          </a:xfrm>
        </p:grpSpPr>
        <p:sp>
          <p:nvSpPr>
            <p:cNvPr id="10" name="Rectangle: Rounded Corners 9">
              <a:extLst>
                <a:ext uri="{FF2B5EF4-FFF2-40B4-BE49-F238E27FC236}">
                  <a16:creationId xmlns:a16="http://schemas.microsoft.com/office/drawing/2014/main" id="{01805B4A-2C0D-368E-E75D-FC2CDC15A66B}"/>
                </a:ext>
              </a:extLst>
            </p:cNvPr>
            <p:cNvSpPr/>
            <p:nvPr/>
          </p:nvSpPr>
          <p:spPr>
            <a:xfrm>
              <a:off x="9189787" y="5004198"/>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ff-page Connector 9">
              <a:extLst>
                <a:ext uri="{FF2B5EF4-FFF2-40B4-BE49-F238E27FC236}">
                  <a16:creationId xmlns:a16="http://schemas.microsoft.com/office/drawing/2014/main" id="{CF4D6202-C07E-1976-8619-E66844709A39}"/>
                </a:ext>
              </a:extLst>
            </p:cNvPr>
            <p:cNvSpPr/>
            <p:nvPr/>
          </p:nvSpPr>
          <p:spPr>
            <a:xfrm>
              <a:off x="9184952" y="1886908"/>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Limited self-service capabilities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automation</a:t>
              </a:r>
            </a:p>
          </p:txBody>
        </p:sp>
        <p:sp>
          <p:nvSpPr>
            <p:cNvPr id="12" name="TextBox 11">
              <a:extLst>
                <a:ext uri="{FF2B5EF4-FFF2-40B4-BE49-F238E27FC236}">
                  <a16:creationId xmlns:a16="http://schemas.microsoft.com/office/drawing/2014/main" id="{7A466DEC-9423-B95B-0DAB-B91A852EC795}"/>
                </a:ext>
              </a:extLst>
            </p:cNvPr>
            <p:cNvSpPr txBox="1"/>
            <p:nvPr/>
          </p:nvSpPr>
          <p:spPr>
            <a:xfrm>
              <a:off x="9097010" y="2089349"/>
              <a:ext cx="2094684"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Management of supplier and purchase invoices</a:t>
              </a:r>
              <a:endParaRPr lang="en-US" sz="1600" b="1" dirty="0">
                <a:latin typeface="Montserrat SemiBold" panose="00000700000000000000" pitchFamily="2" charset="0"/>
                <a:ea typeface="League Spartan" charset="0"/>
                <a:cs typeface="Poppins" pitchFamily="2" charset="77"/>
              </a:endParaRPr>
            </a:p>
          </p:txBody>
        </p:sp>
        <p:sp>
          <p:nvSpPr>
            <p:cNvPr id="13" name="Freeform 1015">
              <a:extLst>
                <a:ext uri="{FF2B5EF4-FFF2-40B4-BE49-F238E27FC236}">
                  <a16:creationId xmlns:a16="http://schemas.microsoft.com/office/drawing/2014/main" id="{2DFBB6BE-A3C1-C95A-4287-54102AC9E823}"/>
                </a:ext>
              </a:extLst>
            </p:cNvPr>
            <p:cNvSpPr>
              <a:spLocks noChangeAspect="1"/>
            </p:cNvSpPr>
            <p:nvPr/>
          </p:nvSpPr>
          <p:spPr bwMode="auto">
            <a:xfrm>
              <a:off x="9896403" y="1567792"/>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14" name="Freeform 50">
              <a:extLst>
                <a:ext uri="{FF2B5EF4-FFF2-40B4-BE49-F238E27FC236}">
                  <a16:creationId xmlns:a16="http://schemas.microsoft.com/office/drawing/2014/main" id="{37A97CCD-C015-E1E9-40B7-A97B59A03B2B}"/>
                </a:ext>
              </a:extLst>
            </p:cNvPr>
            <p:cNvSpPr/>
            <p:nvPr/>
          </p:nvSpPr>
          <p:spPr>
            <a:xfrm rot="10800000">
              <a:off x="9184952" y="2134927"/>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15" name="TextBox 14">
              <a:extLst>
                <a:ext uri="{FF2B5EF4-FFF2-40B4-BE49-F238E27FC236}">
                  <a16:creationId xmlns:a16="http://schemas.microsoft.com/office/drawing/2014/main" id="{78087AEC-86F9-E8B2-C10B-A49DA1E431AE}"/>
                </a:ext>
              </a:extLst>
            </p:cNvPr>
            <p:cNvSpPr txBox="1"/>
            <p:nvPr/>
          </p:nvSpPr>
          <p:spPr>
            <a:xfrm>
              <a:off x="9187193" y="4351351"/>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Supplier management could be costing you</a:t>
              </a:r>
            </a:p>
          </p:txBody>
        </p:sp>
        <p:sp>
          <p:nvSpPr>
            <p:cNvPr id="16" name="TextBox 15">
              <a:extLst>
                <a:ext uri="{FF2B5EF4-FFF2-40B4-BE49-F238E27FC236}">
                  <a16:creationId xmlns:a16="http://schemas.microsoft.com/office/drawing/2014/main" id="{758C2988-077F-715B-4765-2E7B0D4C1F34}"/>
                </a:ext>
              </a:extLst>
            </p:cNvPr>
            <p:cNvSpPr txBox="1"/>
            <p:nvPr/>
          </p:nvSpPr>
          <p:spPr>
            <a:xfrm>
              <a:off x="9197865" y="5114320"/>
              <a:ext cx="1892974"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mspi</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 name="TextBox 19">
            <a:extLst>
              <a:ext uri="{FF2B5EF4-FFF2-40B4-BE49-F238E27FC236}">
                <a16:creationId xmlns:a16="http://schemas.microsoft.com/office/drawing/2014/main" id="{CB38C44D-4237-7DFE-5E09-ABE52345E77F}"/>
              </a:ext>
            </a:extLst>
          </p:cNvPr>
          <p:cNvSpPr txBox="1"/>
          <p:nvPr/>
        </p:nvSpPr>
        <p:spPr>
          <a:xfrm>
            <a:off x="664160" y="1063705"/>
            <a:ext cx="10364338" cy="430887"/>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1100" dirty="0">
                <a:solidFill>
                  <a:schemeClr val="tx1">
                    <a:lumMod val="50000"/>
                    <a:lumOff val="50000"/>
                  </a:schemeClr>
                </a:solidFill>
                <a:ea typeface="Open Sans" panose="020B0606030504020204" pitchFamily="34" charset="0"/>
                <a:cs typeface="Open Sans" panose="020B0606030504020204" pitchFamily="34" charset="0"/>
              </a:rPr>
              <a:t>The total cost of your current processes are detailed below. For example, if it is taking your team five hours a week to produce business reports or manage queries, the below figures highlight the total current process cost to your business</a:t>
            </a:r>
          </a:p>
        </p:txBody>
      </p:sp>
    </p:spTree>
    <p:extLst>
      <p:ext uri="{BB962C8B-B14F-4D97-AF65-F5344CB8AC3E}">
        <p14:creationId xmlns:p14="http://schemas.microsoft.com/office/powerpoint/2010/main" val="15036697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3</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normAutofit/>
          </a:bodyPr>
          <a:lstStyle/>
          <a:p>
            <a:r>
              <a:rPr lang="en-GB"/>
              <a:t>DOING NOTHING IS NOT AN OPTION</a:t>
            </a:r>
          </a:p>
        </p:txBody>
      </p:sp>
      <p:sp>
        <p:nvSpPr>
          <p:cNvPr id="54" name="TextBox 53">
            <a:extLst>
              <a:ext uri="{FF2B5EF4-FFF2-40B4-BE49-F238E27FC236}">
                <a16:creationId xmlns:a16="http://schemas.microsoft.com/office/drawing/2014/main" id="{69CD4A24-0FC5-F6C8-0A71-820A70E43CB1}"/>
              </a:ext>
            </a:extLst>
          </p:cNvPr>
          <p:cNvSpPr txBox="1"/>
          <p:nvPr/>
        </p:nvSpPr>
        <p:spPr>
          <a:xfrm>
            <a:off x="6855314" y="2075256"/>
            <a:ext cx="2231324"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Customer Invoicing &amp; Finance Workflow</a:t>
            </a:r>
            <a:endParaRPr lang="en-US" sz="1600" b="1" dirty="0">
              <a:latin typeface="Montserrat SemiBold" panose="00000700000000000000" pitchFamily="2" charset="0"/>
              <a:ea typeface="League Spartan" charset="0"/>
              <a:cs typeface="Poppins" pitchFamily="2" charset="77"/>
            </a:endParaRPr>
          </a:p>
        </p:txBody>
      </p:sp>
      <p:sp>
        <p:nvSpPr>
          <p:cNvPr id="67" name="TextBox 66">
            <a:extLst>
              <a:ext uri="{FF2B5EF4-FFF2-40B4-BE49-F238E27FC236}">
                <a16:creationId xmlns:a16="http://schemas.microsoft.com/office/drawing/2014/main" id="{66DB37B9-37E7-B851-DABF-B428C6026ADB}"/>
              </a:ext>
            </a:extLst>
          </p:cNvPr>
          <p:cNvSpPr txBox="1"/>
          <p:nvPr/>
        </p:nvSpPr>
        <p:spPr>
          <a:xfrm>
            <a:off x="6952097" y="4521222"/>
            <a:ext cx="2424554"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Lack of self-service and poor reporting could be costing you</a:t>
            </a:r>
          </a:p>
        </p:txBody>
      </p:sp>
      <p:grpSp>
        <p:nvGrpSpPr>
          <p:cNvPr id="7" name="Group 6">
            <a:extLst>
              <a:ext uri="{FF2B5EF4-FFF2-40B4-BE49-F238E27FC236}">
                <a16:creationId xmlns:a16="http://schemas.microsoft.com/office/drawing/2014/main" id="{79F0A832-F1F3-1479-819D-E11524CF6375}"/>
              </a:ext>
            </a:extLst>
          </p:cNvPr>
          <p:cNvGrpSpPr/>
          <p:nvPr/>
        </p:nvGrpSpPr>
        <p:grpSpPr>
          <a:xfrm>
            <a:off x="2773130" y="1552929"/>
            <a:ext cx="1918801" cy="3992216"/>
            <a:chOff x="2756504" y="1552929"/>
            <a:chExt cx="1918801" cy="3992216"/>
          </a:xfrm>
        </p:grpSpPr>
        <p:sp>
          <p:nvSpPr>
            <p:cNvPr id="45" name="Off-page Connector 9">
              <a:extLst>
                <a:ext uri="{FF2B5EF4-FFF2-40B4-BE49-F238E27FC236}">
                  <a16:creationId xmlns:a16="http://schemas.microsoft.com/office/drawing/2014/main" id="{14F02441-381E-E675-0973-5995D3C09337}"/>
                </a:ext>
              </a:extLst>
            </p:cNvPr>
            <p:cNvSpPr/>
            <p:nvPr/>
          </p:nvSpPr>
          <p:spPr>
            <a:xfrm>
              <a:off x="2756504" y="1903894"/>
              <a:ext cx="1918800" cy="2544655"/>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Standardised dashboard and reporting functionality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Poor formatting and drill down ability </a:t>
              </a:r>
            </a:p>
          </p:txBody>
        </p:sp>
        <p:sp>
          <p:nvSpPr>
            <p:cNvPr id="44" name="Freeform 44">
              <a:extLst>
                <a:ext uri="{FF2B5EF4-FFF2-40B4-BE49-F238E27FC236}">
                  <a16:creationId xmlns:a16="http://schemas.microsoft.com/office/drawing/2014/main" id="{9D6AF1DB-D2A2-3A99-8911-3637D8BF1298}"/>
                </a:ext>
              </a:extLst>
            </p:cNvPr>
            <p:cNvSpPr/>
            <p:nvPr/>
          </p:nvSpPr>
          <p:spPr>
            <a:xfrm rot="10800000">
              <a:off x="2756505" y="2025496"/>
              <a:ext cx="1918800" cy="3096761"/>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43364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43364 h 9144000"/>
                <a:gd name="connsiteX0" fmla="*/ 16778 w 4872690"/>
                <a:gd name="connsiteY0" fmla="*/ 8400634 h 8400636"/>
                <a:gd name="connsiteX1" fmla="*/ 4872690 w 4872690"/>
                <a:gd name="connsiteY1" fmla="*/ 8400634 h 8400636"/>
                <a:gd name="connsiteX2" fmla="*/ 4872690 w 4872690"/>
                <a:gd name="connsiteY2" fmla="*/ 8400636 h 8400636"/>
                <a:gd name="connsiteX3" fmla="*/ 16778 w 4872690"/>
                <a:gd name="connsiteY3" fmla="*/ 8400636 h 8400636"/>
                <a:gd name="connsiteX4" fmla="*/ 16778 w 4872690"/>
                <a:gd name="connsiteY4" fmla="*/ 8400634 h 8400636"/>
                <a:gd name="connsiteX5" fmla="*/ 0 w 4872690"/>
                <a:gd name="connsiteY5" fmla="*/ 0 h 8400636"/>
                <a:gd name="connsiteX6" fmla="*/ 4872690 w 4872690"/>
                <a:gd name="connsiteY6" fmla="*/ 33789 h 8400636"/>
                <a:gd name="connsiteX7" fmla="*/ 4872690 w 4872690"/>
                <a:gd name="connsiteY7" fmla="*/ 3472502 h 8400636"/>
                <a:gd name="connsiteX8" fmla="*/ 2444734 w 4872690"/>
                <a:gd name="connsiteY8" fmla="*/ 2240469 h 8400636"/>
                <a:gd name="connsiteX9" fmla="*/ 16778 w 4872690"/>
                <a:gd name="connsiteY9" fmla="*/ 3472502 h 8400636"/>
                <a:gd name="connsiteX10" fmla="*/ 0 w 4872690"/>
                <a:gd name="connsiteY10" fmla="*/ 0 h 8400636"/>
                <a:gd name="connsiteX0" fmla="*/ 16778 w 4906246"/>
                <a:gd name="connsiteY0" fmla="*/ 8400634 h 8400636"/>
                <a:gd name="connsiteX1" fmla="*/ 4872690 w 4906246"/>
                <a:gd name="connsiteY1" fmla="*/ 8400634 h 8400636"/>
                <a:gd name="connsiteX2" fmla="*/ 4872690 w 4906246"/>
                <a:gd name="connsiteY2" fmla="*/ 8400636 h 8400636"/>
                <a:gd name="connsiteX3" fmla="*/ 16778 w 4906246"/>
                <a:gd name="connsiteY3" fmla="*/ 8400636 h 8400636"/>
                <a:gd name="connsiteX4" fmla="*/ 16778 w 4906246"/>
                <a:gd name="connsiteY4" fmla="*/ 8400634 h 8400636"/>
                <a:gd name="connsiteX5" fmla="*/ 0 w 4906246"/>
                <a:gd name="connsiteY5" fmla="*/ 0 h 8400636"/>
                <a:gd name="connsiteX6" fmla="*/ 4906246 w 4906246"/>
                <a:gd name="connsiteY6" fmla="*/ 16895 h 8400636"/>
                <a:gd name="connsiteX7" fmla="*/ 4872690 w 4906246"/>
                <a:gd name="connsiteY7" fmla="*/ 3472502 h 8400636"/>
                <a:gd name="connsiteX8" fmla="*/ 2444734 w 4906246"/>
                <a:gd name="connsiteY8" fmla="*/ 2240469 h 8400636"/>
                <a:gd name="connsiteX9" fmla="*/ 16778 w 4906246"/>
                <a:gd name="connsiteY9" fmla="*/ 3472502 h 8400636"/>
                <a:gd name="connsiteX10" fmla="*/ 0 w 4906246"/>
                <a:gd name="connsiteY10" fmla="*/ 0 h 8400636"/>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06246"/>
                <a:gd name="connsiteY0" fmla="*/ 8451318 h 8451320"/>
                <a:gd name="connsiteX1" fmla="*/ 4872690 w 4906246"/>
                <a:gd name="connsiteY1" fmla="*/ 8451318 h 8451320"/>
                <a:gd name="connsiteX2" fmla="*/ 4872690 w 4906246"/>
                <a:gd name="connsiteY2" fmla="*/ 8451320 h 8451320"/>
                <a:gd name="connsiteX3" fmla="*/ 16778 w 4906246"/>
                <a:gd name="connsiteY3" fmla="*/ 8451320 h 8451320"/>
                <a:gd name="connsiteX4" fmla="*/ 16778 w 4906246"/>
                <a:gd name="connsiteY4" fmla="*/ 8451318 h 8451320"/>
                <a:gd name="connsiteX5" fmla="*/ 0 w 4906246"/>
                <a:gd name="connsiteY5" fmla="*/ 50684 h 8451320"/>
                <a:gd name="connsiteX6" fmla="*/ 4906246 w 4906246"/>
                <a:gd name="connsiteY6" fmla="*/ 0 h 8451320"/>
                <a:gd name="connsiteX7" fmla="*/ 4872690 w 4906246"/>
                <a:gd name="connsiteY7" fmla="*/ 3523186 h 8451320"/>
                <a:gd name="connsiteX8" fmla="*/ 2444734 w 4906246"/>
                <a:gd name="connsiteY8" fmla="*/ 2291153 h 8451320"/>
                <a:gd name="connsiteX9" fmla="*/ 16778 w 4906246"/>
                <a:gd name="connsiteY9" fmla="*/ 3523186 h 8451320"/>
                <a:gd name="connsiteX10" fmla="*/ 0 w 4906246"/>
                <a:gd name="connsiteY10" fmla="*/ 50684 h 8451320"/>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923024" h="8400636">
                  <a:moveTo>
                    <a:pt x="16778" y="8400634"/>
                  </a:moveTo>
                  <a:lnTo>
                    <a:pt x="4872690" y="8400634"/>
                  </a:lnTo>
                  <a:lnTo>
                    <a:pt x="4872690" y="8400636"/>
                  </a:lnTo>
                  <a:lnTo>
                    <a:pt x="16778" y="8400636"/>
                  </a:lnTo>
                  <a:lnTo>
                    <a:pt x="16778" y="8400634"/>
                  </a:lnTo>
                  <a:close/>
                  <a:moveTo>
                    <a:pt x="0" y="0"/>
                  </a:moveTo>
                  <a:lnTo>
                    <a:pt x="4923024" y="0"/>
                  </a:lnTo>
                  <a:lnTo>
                    <a:pt x="4872690" y="3472502"/>
                  </a:lnTo>
                  <a:lnTo>
                    <a:pt x="2444734" y="2240469"/>
                  </a:lnTo>
                  <a:lnTo>
                    <a:pt x="16778" y="3472502"/>
                  </a:lnTo>
                  <a:cubicBezTo>
                    <a:pt x="16778" y="2067213"/>
                    <a:pt x="0" y="1405289"/>
                    <a:pt x="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6" name="TextBox 45">
              <a:extLst>
                <a:ext uri="{FF2B5EF4-FFF2-40B4-BE49-F238E27FC236}">
                  <a16:creationId xmlns:a16="http://schemas.microsoft.com/office/drawing/2014/main" id="{C093E2E9-4057-3AFE-50E4-C89A59C82461}"/>
                </a:ext>
              </a:extLst>
            </p:cNvPr>
            <p:cNvSpPr txBox="1"/>
            <p:nvPr/>
          </p:nvSpPr>
          <p:spPr>
            <a:xfrm>
              <a:off x="2781183" y="2082013"/>
              <a:ext cx="1869443"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Finance query management &amp; reporting</a:t>
              </a:r>
            </a:p>
          </p:txBody>
        </p:sp>
        <p:sp>
          <p:nvSpPr>
            <p:cNvPr id="47" name="Freeform 1015">
              <a:extLst>
                <a:ext uri="{FF2B5EF4-FFF2-40B4-BE49-F238E27FC236}">
                  <a16:creationId xmlns:a16="http://schemas.microsoft.com/office/drawing/2014/main" id="{16EC12E5-48F2-89E2-C305-C96DCB49C49B}"/>
                </a:ext>
              </a:extLst>
            </p:cNvPr>
            <p:cNvSpPr>
              <a:spLocks noChangeAspect="1"/>
            </p:cNvSpPr>
            <p:nvPr/>
          </p:nvSpPr>
          <p:spPr bwMode="auto">
            <a:xfrm>
              <a:off x="3467955"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7" name="Rectangle: Rounded Corners 56">
              <a:extLst>
                <a:ext uri="{FF2B5EF4-FFF2-40B4-BE49-F238E27FC236}">
                  <a16:creationId xmlns:a16="http://schemas.microsoft.com/office/drawing/2014/main" id="{374261D7-47BE-80C9-627F-3124A46B03B6}"/>
                </a:ext>
              </a:extLst>
            </p:cNvPr>
            <p:cNvSpPr/>
            <p:nvPr/>
          </p:nvSpPr>
          <p:spPr>
            <a:xfrm>
              <a:off x="2761904" y="4999173"/>
              <a:ext cx="1908000" cy="545972"/>
            </a:xfrm>
            <a:prstGeom prst="roundRect">
              <a:avLst/>
            </a:prstGeom>
            <a:solidFill>
              <a:schemeClr val="accent1">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TextBox 62">
              <a:extLst>
                <a:ext uri="{FF2B5EF4-FFF2-40B4-BE49-F238E27FC236}">
                  <a16:creationId xmlns:a16="http://schemas.microsoft.com/office/drawing/2014/main" id="{95C09C31-B441-840E-A767-4F86861E1F2E}"/>
                </a:ext>
              </a:extLst>
            </p:cNvPr>
            <p:cNvSpPr txBox="1"/>
            <p:nvPr/>
          </p:nvSpPr>
          <p:spPr>
            <a:xfrm>
              <a:off x="2781059" y="4372605"/>
              <a:ext cx="1869690"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finance reporting could be costing you</a:t>
              </a:r>
            </a:p>
          </p:txBody>
        </p:sp>
        <p:sp>
          <p:nvSpPr>
            <p:cNvPr id="68" name="TextBox 67">
              <a:extLst>
                <a:ext uri="{FF2B5EF4-FFF2-40B4-BE49-F238E27FC236}">
                  <a16:creationId xmlns:a16="http://schemas.microsoft.com/office/drawing/2014/main" id="{C0EA8CB8-D6F8-2002-811C-82D845F0C462}"/>
                </a:ext>
              </a:extLst>
            </p:cNvPr>
            <p:cNvSpPr txBox="1"/>
            <p:nvPr/>
          </p:nvSpPr>
          <p:spPr>
            <a:xfrm>
              <a:off x="2763363" y="5143443"/>
              <a:ext cx="1905083"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valfqmr</a:t>
              </a:r>
              <a:r>
                <a:rPr lang="en-GB" sz="2000" dirty="0">
                  <a:solidFill>
                    <a:schemeClr val="accent1"/>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17" name="Group 16">
            <a:extLst>
              <a:ext uri="{FF2B5EF4-FFF2-40B4-BE49-F238E27FC236}">
                <a16:creationId xmlns:a16="http://schemas.microsoft.com/office/drawing/2014/main" id="{9C36B47D-43D9-185A-98CD-D65837B25AAE}"/>
              </a:ext>
            </a:extLst>
          </p:cNvPr>
          <p:cNvGrpSpPr/>
          <p:nvPr/>
        </p:nvGrpSpPr>
        <p:grpSpPr>
          <a:xfrm>
            <a:off x="4912447" y="1556836"/>
            <a:ext cx="1918801" cy="3991330"/>
            <a:chOff x="4870882" y="1556836"/>
            <a:chExt cx="1918801" cy="3991330"/>
          </a:xfrm>
        </p:grpSpPr>
        <p:sp>
          <p:nvSpPr>
            <p:cNvPr id="59" name="Rectangle: Rounded Corners 58">
              <a:extLst>
                <a:ext uri="{FF2B5EF4-FFF2-40B4-BE49-F238E27FC236}">
                  <a16:creationId xmlns:a16="http://schemas.microsoft.com/office/drawing/2014/main" id="{483145D9-A5D5-4A29-9000-3FD97569E5F5}"/>
                </a:ext>
              </a:extLst>
            </p:cNvPr>
            <p:cNvSpPr/>
            <p:nvPr/>
          </p:nvSpPr>
          <p:spPr>
            <a:xfrm>
              <a:off x="4876282" y="4999173"/>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Off-page Connector 9">
              <a:extLst>
                <a:ext uri="{FF2B5EF4-FFF2-40B4-BE49-F238E27FC236}">
                  <a16:creationId xmlns:a16="http://schemas.microsoft.com/office/drawing/2014/main" id="{A97AE63F-0C53-AB7A-E6A8-5650E994B32B}"/>
                </a:ext>
              </a:extLst>
            </p:cNvPr>
            <p:cNvSpPr/>
            <p:nvPr/>
          </p:nvSpPr>
          <p:spPr>
            <a:xfrm>
              <a:off x="4870882" y="1903894"/>
              <a:ext cx="1918800" cy="2548563"/>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self-serve solutions</a:t>
              </a:r>
            </a:p>
          </p:txBody>
        </p:sp>
        <p:sp>
          <p:nvSpPr>
            <p:cNvPr id="48" name="Freeform 50">
              <a:extLst>
                <a:ext uri="{FF2B5EF4-FFF2-40B4-BE49-F238E27FC236}">
                  <a16:creationId xmlns:a16="http://schemas.microsoft.com/office/drawing/2014/main" id="{13C7AA69-72E1-AD20-DD7E-436E6E31F470}"/>
                </a:ext>
              </a:extLst>
            </p:cNvPr>
            <p:cNvSpPr/>
            <p:nvPr/>
          </p:nvSpPr>
          <p:spPr>
            <a:xfrm rot="10800000">
              <a:off x="4870883" y="2122536"/>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0" name="TextBox 49">
              <a:extLst>
                <a:ext uri="{FF2B5EF4-FFF2-40B4-BE49-F238E27FC236}">
                  <a16:creationId xmlns:a16="http://schemas.microsoft.com/office/drawing/2014/main" id="{7B34D05C-D2DC-8FEC-1A30-2541B1BBDE4B}"/>
                </a:ext>
              </a:extLst>
            </p:cNvPr>
            <p:cNvSpPr txBox="1"/>
            <p:nvPr/>
          </p:nvSpPr>
          <p:spPr>
            <a:xfrm>
              <a:off x="4873123" y="1590252"/>
              <a:ext cx="1914319" cy="1323439"/>
            </a:xfrm>
            <a:prstGeom prst="rect">
              <a:avLst/>
            </a:prstGeom>
            <a:noFill/>
          </p:spPr>
          <p:txBody>
            <a:bodyPr wrap="square" rtlCol="0" anchor="b" anchorCtr="0">
              <a:spAutoFit/>
            </a:bodyPr>
            <a:lstStyle/>
            <a:p>
              <a:pPr algn="ctr"/>
              <a:endParaRPr lang="en-US" sz="1600" b="1" dirty="0">
                <a:latin typeface="Montserrat SemiBold" panose="00000700000000000000" pitchFamily="2" charset="0"/>
                <a:ea typeface="League Spartan" charset="0"/>
                <a:cs typeface="Poppins" pitchFamily="2" charset="77"/>
              </a:endParaRPr>
            </a:p>
            <a:p>
              <a:pPr algn="ctr"/>
              <a:endParaRPr lang="en-US" sz="1600" b="1" dirty="0">
                <a:latin typeface="Montserrat SemiBold" panose="00000700000000000000" pitchFamily="2" charset="0"/>
                <a:ea typeface="League Spartan" charset="0"/>
                <a:cs typeface="Poppins" pitchFamily="2" charset="77"/>
              </a:endParaRPr>
            </a:p>
            <a:p>
              <a:pPr algn="ctr"/>
              <a:r>
                <a:rPr lang="en-US" sz="1600" b="1" dirty="0">
                  <a:latin typeface="Montserrat SemiBold" panose="00000700000000000000" pitchFamily="2" charset="0"/>
                  <a:ea typeface="League Spartan" charset="0"/>
                  <a:cs typeface="Poppins" pitchFamily="2" charset="77"/>
                </a:rPr>
                <a:t>Debt collection administration processes</a:t>
              </a:r>
            </a:p>
          </p:txBody>
        </p:sp>
        <p:sp>
          <p:nvSpPr>
            <p:cNvPr id="51" name="Freeform 1015">
              <a:extLst>
                <a:ext uri="{FF2B5EF4-FFF2-40B4-BE49-F238E27FC236}">
                  <a16:creationId xmlns:a16="http://schemas.microsoft.com/office/drawing/2014/main" id="{063F48A3-FD39-6FB1-4A70-698D0FF8C694}"/>
                </a:ext>
              </a:extLst>
            </p:cNvPr>
            <p:cNvSpPr>
              <a:spLocks noChangeAspect="1"/>
            </p:cNvSpPr>
            <p:nvPr/>
          </p:nvSpPr>
          <p:spPr bwMode="auto">
            <a:xfrm>
              <a:off x="5582333" y="1556836"/>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65" name="TextBox 64">
              <a:extLst>
                <a:ext uri="{FF2B5EF4-FFF2-40B4-BE49-F238E27FC236}">
                  <a16:creationId xmlns:a16="http://schemas.microsoft.com/office/drawing/2014/main" id="{CCDBA8E2-2E49-D3DC-8F70-3EBC50517161}"/>
                </a:ext>
              </a:extLst>
            </p:cNvPr>
            <p:cNvSpPr txBox="1"/>
            <p:nvPr/>
          </p:nvSpPr>
          <p:spPr>
            <a:xfrm>
              <a:off x="4873123" y="4365181"/>
              <a:ext cx="1914319"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Debt collection processes could be costing you</a:t>
              </a:r>
            </a:p>
          </p:txBody>
        </p:sp>
        <p:sp>
          <p:nvSpPr>
            <p:cNvPr id="69" name="TextBox 68">
              <a:extLst>
                <a:ext uri="{FF2B5EF4-FFF2-40B4-BE49-F238E27FC236}">
                  <a16:creationId xmlns:a16="http://schemas.microsoft.com/office/drawing/2014/main" id="{3C634A47-D927-FE8D-6324-130A75E52781}"/>
                </a:ext>
              </a:extLst>
            </p:cNvPr>
            <p:cNvSpPr txBox="1"/>
            <p:nvPr/>
          </p:nvSpPr>
          <p:spPr>
            <a:xfrm>
              <a:off x="4884646" y="5118034"/>
              <a:ext cx="1891272"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valdcap</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1" name="Rectangle 70">
            <a:extLst>
              <a:ext uri="{FF2B5EF4-FFF2-40B4-BE49-F238E27FC236}">
                <a16:creationId xmlns:a16="http://schemas.microsoft.com/office/drawing/2014/main" id="{64A6E194-9E68-2DD5-DD40-F6B630830462}"/>
              </a:ext>
            </a:extLst>
          </p:cNvPr>
          <p:cNvSpPr/>
          <p:nvPr/>
        </p:nvSpPr>
        <p:spPr>
          <a:xfrm>
            <a:off x="664160" y="5880683"/>
            <a:ext cx="10442652" cy="518938"/>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TextBox 71">
            <a:extLst>
              <a:ext uri="{FF2B5EF4-FFF2-40B4-BE49-F238E27FC236}">
                <a16:creationId xmlns:a16="http://schemas.microsoft.com/office/drawing/2014/main" id="{0BFC616B-B131-2AE7-F109-2FC9C9900A7B}"/>
              </a:ext>
            </a:extLst>
          </p:cNvPr>
          <p:cNvSpPr txBox="1"/>
          <p:nvPr/>
        </p:nvSpPr>
        <p:spPr>
          <a:xfrm>
            <a:off x="678699" y="5904972"/>
            <a:ext cx="10411181" cy="461665"/>
          </a:xfrm>
          <a:prstGeom prst="rect">
            <a:avLst/>
          </a:prstGeom>
          <a:noFill/>
        </p:spPr>
        <p:txBody>
          <a:bodyPr wrap="square" rtlCol="0">
            <a:spAutoFit/>
          </a:bodyPr>
          <a:lstStyle/>
          <a:p>
            <a:pPr algn="ct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YOUR CURRENT PROCESS COSTS ARE</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valcostof</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ANNUAL</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LY</a:t>
            </a:r>
            <a:endPar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grpSp>
        <p:nvGrpSpPr>
          <p:cNvPr id="8" name="Group 7">
            <a:extLst>
              <a:ext uri="{FF2B5EF4-FFF2-40B4-BE49-F238E27FC236}">
                <a16:creationId xmlns:a16="http://schemas.microsoft.com/office/drawing/2014/main" id="{FF786152-FEAF-A170-B663-448B52CE968F}"/>
              </a:ext>
            </a:extLst>
          </p:cNvPr>
          <p:cNvGrpSpPr/>
          <p:nvPr/>
        </p:nvGrpSpPr>
        <p:grpSpPr>
          <a:xfrm>
            <a:off x="644200" y="1552929"/>
            <a:ext cx="1918800" cy="3992216"/>
            <a:chOff x="644200" y="1552929"/>
            <a:chExt cx="1918800" cy="3992216"/>
          </a:xfrm>
        </p:grpSpPr>
        <p:sp>
          <p:nvSpPr>
            <p:cNvPr id="41" name="Off-page Connector 9">
              <a:extLst>
                <a:ext uri="{FF2B5EF4-FFF2-40B4-BE49-F238E27FC236}">
                  <a16:creationId xmlns:a16="http://schemas.microsoft.com/office/drawing/2014/main" id="{579E8B31-C28B-B9F8-070D-943247388A6B}"/>
                </a:ext>
              </a:extLst>
            </p:cNvPr>
            <p:cNvSpPr/>
            <p:nvPr/>
          </p:nvSpPr>
          <p:spPr>
            <a:xfrm>
              <a:off x="644200" y="1903895"/>
              <a:ext cx="1918800" cy="2544656"/>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Ineffective authorisation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Uncontrolled spend</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0" name="Freeform 4">
              <a:extLst>
                <a:ext uri="{FF2B5EF4-FFF2-40B4-BE49-F238E27FC236}">
                  <a16:creationId xmlns:a16="http://schemas.microsoft.com/office/drawing/2014/main" id="{775A7557-207F-823B-8E7F-4AA7DB2E6D01}"/>
                </a:ext>
              </a:extLst>
            </p:cNvPr>
            <p:cNvSpPr/>
            <p:nvPr/>
          </p:nvSpPr>
          <p:spPr>
            <a:xfrm rot="10800000">
              <a:off x="644200" y="2072848"/>
              <a:ext cx="1918800" cy="3041098"/>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26469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26469 h 9144000"/>
                <a:gd name="connsiteX0" fmla="*/ 16778 w 4889468"/>
                <a:gd name="connsiteY0" fmla="*/ 8468213 h 8468215"/>
                <a:gd name="connsiteX1" fmla="*/ 4872690 w 4889468"/>
                <a:gd name="connsiteY1" fmla="*/ 8468213 h 8468215"/>
                <a:gd name="connsiteX2" fmla="*/ 4872690 w 4889468"/>
                <a:gd name="connsiteY2" fmla="*/ 8468215 h 8468215"/>
                <a:gd name="connsiteX3" fmla="*/ 16778 w 4889468"/>
                <a:gd name="connsiteY3" fmla="*/ 8468215 h 8468215"/>
                <a:gd name="connsiteX4" fmla="*/ 16778 w 4889468"/>
                <a:gd name="connsiteY4" fmla="*/ 8468213 h 8468215"/>
                <a:gd name="connsiteX5" fmla="*/ 0 w 4889468"/>
                <a:gd name="connsiteY5" fmla="*/ 50684 h 8468215"/>
                <a:gd name="connsiteX6" fmla="*/ 4889468 w 4889468"/>
                <a:gd name="connsiteY6" fmla="*/ 0 h 8468215"/>
                <a:gd name="connsiteX7" fmla="*/ 4872690 w 4889468"/>
                <a:gd name="connsiteY7" fmla="*/ 3540081 h 8468215"/>
                <a:gd name="connsiteX8" fmla="*/ 2444734 w 4889468"/>
                <a:gd name="connsiteY8" fmla="*/ 2308048 h 8468215"/>
                <a:gd name="connsiteX9" fmla="*/ 16778 w 4889468"/>
                <a:gd name="connsiteY9" fmla="*/ 3540081 h 8468215"/>
                <a:gd name="connsiteX10" fmla="*/ 0 w 4889468"/>
                <a:gd name="connsiteY10" fmla="*/ 50684 h 8468215"/>
                <a:gd name="connsiteX0" fmla="*/ 16778 w 4889468"/>
                <a:gd name="connsiteY0" fmla="*/ 8417529 h 8417531"/>
                <a:gd name="connsiteX1" fmla="*/ 4872690 w 4889468"/>
                <a:gd name="connsiteY1" fmla="*/ 8417529 h 8417531"/>
                <a:gd name="connsiteX2" fmla="*/ 4872690 w 4889468"/>
                <a:gd name="connsiteY2" fmla="*/ 8417531 h 8417531"/>
                <a:gd name="connsiteX3" fmla="*/ 16778 w 4889468"/>
                <a:gd name="connsiteY3" fmla="*/ 8417531 h 8417531"/>
                <a:gd name="connsiteX4" fmla="*/ 16778 w 4889468"/>
                <a:gd name="connsiteY4" fmla="*/ 8417529 h 8417531"/>
                <a:gd name="connsiteX5" fmla="*/ 0 w 4889468"/>
                <a:gd name="connsiteY5" fmla="*/ 0 h 8417531"/>
                <a:gd name="connsiteX6" fmla="*/ 4889468 w 4889468"/>
                <a:gd name="connsiteY6" fmla="*/ 0 h 8417531"/>
                <a:gd name="connsiteX7" fmla="*/ 4872690 w 4889468"/>
                <a:gd name="connsiteY7" fmla="*/ 3489397 h 8417531"/>
                <a:gd name="connsiteX8" fmla="*/ 2444734 w 4889468"/>
                <a:gd name="connsiteY8" fmla="*/ 2257364 h 8417531"/>
                <a:gd name="connsiteX9" fmla="*/ 16778 w 4889468"/>
                <a:gd name="connsiteY9" fmla="*/ 3489397 h 8417531"/>
                <a:gd name="connsiteX10" fmla="*/ 0 w 4889468"/>
                <a:gd name="connsiteY10" fmla="*/ 0 h 8417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89468" h="8417531">
                  <a:moveTo>
                    <a:pt x="16778" y="8417529"/>
                  </a:moveTo>
                  <a:lnTo>
                    <a:pt x="4872690" y="8417529"/>
                  </a:lnTo>
                  <a:lnTo>
                    <a:pt x="4872690" y="8417531"/>
                  </a:lnTo>
                  <a:lnTo>
                    <a:pt x="16778" y="8417531"/>
                  </a:lnTo>
                  <a:lnTo>
                    <a:pt x="16778" y="8417529"/>
                  </a:lnTo>
                  <a:close/>
                  <a:moveTo>
                    <a:pt x="0" y="0"/>
                  </a:moveTo>
                  <a:lnTo>
                    <a:pt x="4889468" y="0"/>
                  </a:lnTo>
                  <a:cubicBezTo>
                    <a:pt x="4883875" y="1180027"/>
                    <a:pt x="4878283" y="2309370"/>
                    <a:pt x="4872690" y="3489397"/>
                  </a:cubicBezTo>
                  <a:lnTo>
                    <a:pt x="2444734" y="2257364"/>
                  </a:lnTo>
                  <a:lnTo>
                    <a:pt x="16778" y="3489397"/>
                  </a:lnTo>
                  <a:cubicBezTo>
                    <a:pt x="16778" y="2084108"/>
                    <a:pt x="0" y="1405289"/>
                    <a:pt x="0" y="0"/>
                  </a:cubicBez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42" name="TextBox 41">
              <a:extLst>
                <a:ext uri="{FF2B5EF4-FFF2-40B4-BE49-F238E27FC236}">
                  <a16:creationId xmlns:a16="http://schemas.microsoft.com/office/drawing/2014/main" id="{A01E455A-2DE5-AA6B-952A-5F99CA73916D}"/>
                </a:ext>
              </a:extLst>
            </p:cNvPr>
            <p:cNvSpPr txBox="1"/>
            <p:nvPr/>
          </p:nvSpPr>
          <p:spPr>
            <a:xfrm>
              <a:off x="666721" y="2082991"/>
              <a:ext cx="1873758"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Managing spend leakage </a:t>
              </a:r>
            </a:p>
          </p:txBody>
        </p:sp>
        <p:sp>
          <p:nvSpPr>
            <p:cNvPr id="43" name="Freeform 1015">
              <a:extLst>
                <a:ext uri="{FF2B5EF4-FFF2-40B4-BE49-F238E27FC236}">
                  <a16:creationId xmlns:a16="http://schemas.microsoft.com/office/drawing/2014/main" id="{5222BCAB-8DAE-9ECC-55ED-CAF94FD73E96}"/>
                </a:ext>
              </a:extLst>
            </p:cNvPr>
            <p:cNvSpPr>
              <a:spLocks noChangeAspect="1"/>
            </p:cNvSpPr>
            <p:nvPr/>
          </p:nvSpPr>
          <p:spPr bwMode="auto">
            <a:xfrm>
              <a:off x="1355651"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6" name="Rectangle: Rounded Corners 55">
              <a:extLst>
                <a:ext uri="{FF2B5EF4-FFF2-40B4-BE49-F238E27FC236}">
                  <a16:creationId xmlns:a16="http://schemas.microsoft.com/office/drawing/2014/main" id="{D39ED94A-B4FD-84A0-6CF0-1C23682FB399}"/>
                </a:ext>
              </a:extLst>
            </p:cNvPr>
            <p:cNvSpPr/>
            <p:nvPr/>
          </p:nvSpPr>
          <p:spPr>
            <a:xfrm>
              <a:off x="649600" y="4986527"/>
              <a:ext cx="1908000" cy="558618"/>
            </a:xfrm>
            <a:prstGeom prst="roundRect">
              <a:avLst/>
            </a:prstGeom>
            <a:solidFill>
              <a:schemeClr val="tx2">
                <a:alpha val="26000"/>
              </a:schemeClr>
            </a:solidFill>
            <a:ln>
              <a:solidFill>
                <a:srgbClr val="F15D2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1" name="TextBox 60">
              <a:extLst>
                <a:ext uri="{FF2B5EF4-FFF2-40B4-BE49-F238E27FC236}">
                  <a16:creationId xmlns:a16="http://schemas.microsoft.com/office/drawing/2014/main" id="{39DF4247-E50B-19D8-DDEA-15B91EFA84A9}"/>
                </a:ext>
              </a:extLst>
            </p:cNvPr>
            <p:cNvSpPr txBox="1"/>
            <p:nvPr/>
          </p:nvSpPr>
          <p:spPr>
            <a:xfrm>
              <a:off x="666721" y="4383297"/>
              <a:ext cx="1873758"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Spend leakage could be costing you</a:t>
              </a:r>
            </a:p>
          </p:txBody>
        </p:sp>
        <p:sp>
          <p:nvSpPr>
            <p:cNvPr id="73" name="TextBox 72">
              <a:extLst>
                <a:ext uri="{FF2B5EF4-FFF2-40B4-BE49-F238E27FC236}">
                  <a16:creationId xmlns:a16="http://schemas.microsoft.com/office/drawing/2014/main" id="{78369866-8BC6-33CD-42B1-8C4AEA93FDD2}"/>
                </a:ext>
              </a:extLst>
            </p:cNvPr>
            <p:cNvSpPr txBox="1"/>
            <p:nvPr/>
          </p:nvSpPr>
          <p:spPr>
            <a:xfrm>
              <a:off x="651059" y="5140279"/>
              <a:ext cx="1905083"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valmsl</a:t>
              </a:r>
              <a:r>
                <a:rPr lang="en-GB" sz="2000" dirty="0">
                  <a:solidFill>
                    <a:schemeClr val="tx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grpSp>
        <p:nvGrpSpPr>
          <p:cNvPr id="18" name="Group 17">
            <a:extLst>
              <a:ext uri="{FF2B5EF4-FFF2-40B4-BE49-F238E27FC236}">
                <a16:creationId xmlns:a16="http://schemas.microsoft.com/office/drawing/2014/main" id="{19ED103D-2B59-253D-574C-3CF94ADF0C56}"/>
              </a:ext>
            </a:extLst>
          </p:cNvPr>
          <p:cNvGrpSpPr/>
          <p:nvPr/>
        </p:nvGrpSpPr>
        <p:grpSpPr>
          <a:xfrm>
            <a:off x="7043253" y="1573727"/>
            <a:ext cx="1921948" cy="3981503"/>
            <a:chOff x="6973186" y="1582040"/>
            <a:chExt cx="1921948" cy="3981503"/>
          </a:xfrm>
        </p:grpSpPr>
        <p:sp>
          <p:nvSpPr>
            <p:cNvPr id="9" name="Rectangle: Rounded Corners 8">
              <a:extLst>
                <a:ext uri="{FF2B5EF4-FFF2-40B4-BE49-F238E27FC236}">
                  <a16:creationId xmlns:a16="http://schemas.microsoft.com/office/drawing/2014/main" id="{643A6339-EE20-5ED6-6696-7763D8C68FB0}"/>
                </a:ext>
              </a:extLst>
            </p:cNvPr>
            <p:cNvSpPr/>
            <p:nvPr/>
          </p:nvSpPr>
          <p:spPr>
            <a:xfrm>
              <a:off x="6980160" y="5014550"/>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ff-page Connector 9">
              <a:extLst>
                <a:ext uri="{FF2B5EF4-FFF2-40B4-BE49-F238E27FC236}">
                  <a16:creationId xmlns:a16="http://schemas.microsoft.com/office/drawing/2014/main" id="{A01973A7-1FA4-0C98-249C-23CD8984ED1A}"/>
                </a:ext>
              </a:extLst>
            </p:cNvPr>
            <p:cNvSpPr/>
            <p:nvPr/>
          </p:nvSpPr>
          <p:spPr>
            <a:xfrm>
              <a:off x="6974760" y="1903894"/>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Slow processes due to poorly configured workflows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automation</a:t>
              </a:r>
            </a:p>
          </p:txBody>
        </p:sp>
        <p:sp>
          <p:nvSpPr>
            <p:cNvPr id="55" name="Freeform 1015">
              <a:extLst>
                <a:ext uri="{FF2B5EF4-FFF2-40B4-BE49-F238E27FC236}">
                  <a16:creationId xmlns:a16="http://schemas.microsoft.com/office/drawing/2014/main" id="{49379704-A7E9-6EF1-10D5-4FD212A90D8B}"/>
                </a:ext>
              </a:extLst>
            </p:cNvPr>
            <p:cNvSpPr>
              <a:spLocks noChangeAspect="1"/>
            </p:cNvSpPr>
            <p:nvPr/>
          </p:nvSpPr>
          <p:spPr bwMode="auto">
            <a:xfrm>
              <a:off x="7686211" y="1582040"/>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4" name="Freeform 50">
              <a:extLst>
                <a:ext uri="{FF2B5EF4-FFF2-40B4-BE49-F238E27FC236}">
                  <a16:creationId xmlns:a16="http://schemas.microsoft.com/office/drawing/2014/main" id="{9F9B2520-FD51-DC24-704C-0BB7BDAC0376}"/>
                </a:ext>
              </a:extLst>
            </p:cNvPr>
            <p:cNvSpPr/>
            <p:nvPr/>
          </p:nvSpPr>
          <p:spPr>
            <a:xfrm rot="10800000">
              <a:off x="6974760" y="2133070"/>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 name="TextBox 4">
              <a:extLst>
                <a:ext uri="{FF2B5EF4-FFF2-40B4-BE49-F238E27FC236}">
                  <a16:creationId xmlns:a16="http://schemas.microsoft.com/office/drawing/2014/main" id="{02B73898-242B-B542-A13B-5A46CF540B50}"/>
                </a:ext>
              </a:extLst>
            </p:cNvPr>
            <p:cNvSpPr txBox="1"/>
            <p:nvPr/>
          </p:nvSpPr>
          <p:spPr>
            <a:xfrm>
              <a:off x="6977001" y="4381097"/>
              <a:ext cx="1914319"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Invoicing and finance workflows could be costing you</a:t>
              </a:r>
            </a:p>
          </p:txBody>
        </p:sp>
        <p:sp>
          <p:nvSpPr>
            <p:cNvPr id="6" name="TextBox 5">
              <a:extLst>
                <a:ext uri="{FF2B5EF4-FFF2-40B4-BE49-F238E27FC236}">
                  <a16:creationId xmlns:a16="http://schemas.microsoft.com/office/drawing/2014/main" id="{17F0DF48-C88F-66C2-241D-A456E4C5498F}"/>
                </a:ext>
              </a:extLst>
            </p:cNvPr>
            <p:cNvSpPr txBox="1"/>
            <p:nvPr/>
          </p:nvSpPr>
          <p:spPr>
            <a:xfrm>
              <a:off x="6973186" y="5136881"/>
              <a:ext cx="1921948"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valcifw</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19" name="Group 18">
            <a:extLst>
              <a:ext uri="{FF2B5EF4-FFF2-40B4-BE49-F238E27FC236}">
                <a16:creationId xmlns:a16="http://schemas.microsoft.com/office/drawing/2014/main" id="{70CEE381-477C-8434-1941-80B81EAE7B48}"/>
              </a:ext>
            </a:extLst>
          </p:cNvPr>
          <p:cNvGrpSpPr/>
          <p:nvPr/>
        </p:nvGrpSpPr>
        <p:grpSpPr>
          <a:xfrm>
            <a:off x="9078326" y="1559479"/>
            <a:ext cx="2094684" cy="3981503"/>
            <a:chOff x="9011822" y="1567792"/>
            <a:chExt cx="2094684" cy="3981503"/>
          </a:xfrm>
        </p:grpSpPr>
        <p:sp>
          <p:nvSpPr>
            <p:cNvPr id="10" name="Rectangle: Rounded Corners 9">
              <a:extLst>
                <a:ext uri="{FF2B5EF4-FFF2-40B4-BE49-F238E27FC236}">
                  <a16:creationId xmlns:a16="http://schemas.microsoft.com/office/drawing/2014/main" id="{01805B4A-2C0D-368E-E75D-FC2CDC15A66B}"/>
                </a:ext>
              </a:extLst>
            </p:cNvPr>
            <p:cNvSpPr/>
            <p:nvPr/>
          </p:nvSpPr>
          <p:spPr>
            <a:xfrm>
              <a:off x="9105164" y="5000302"/>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ff-page Connector 9">
              <a:extLst>
                <a:ext uri="{FF2B5EF4-FFF2-40B4-BE49-F238E27FC236}">
                  <a16:creationId xmlns:a16="http://schemas.microsoft.com/office/drawing/2014/main" id="{CF4D6202-C07E-1976-8619-E66844709A39}"/>
                </a:ext>
              </a:extLst>
            </p:cNvPr>
            <p:cNvSpPr/>
            <p:nvPr/>
          </p:nvSpPr>
          <p:spPr>
            <a:xfrm>
              <a:off x="9099764" y="1889646"/>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self-serve solutions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High risk of errors </a:t>
              </a:r>
            </a:p>
          </p:txBody>
        </p:sp>
        <p:sp>
          <p:nvSpPr>
            <p:cNvPr id="12" name="TextBox 11">
              <a:extLst>
                <a:ext uri="{FF2B5EF4-FFF2-40B4-BE49-F238E27FC236}">
                  <a16:creationId xmlns:a16="http://schemas.microsoft.com/office/drawing/2014/main" id="{7A466DEC-9423-B95B-0DAB-B91A852EC795}"/>
                </a:ext>
              </a:extLst>
            </p:cNvPr>
            <p:cNvSpPr txBox="1"/>
            <p:nvPr/>
          </p:nvSpPr>
          <p:spPr>
            <a:xfrm>
              <a:off x="9011822" y="2082316"/>
              <a:ext cx="2094684" cy="584775"/>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Online expense management</a:t>
              </a:r>
              <a:endParaRPr lang="en-US" sz="1600" b="1" dirty="0">
                <a:latin typeface="Montserrat SemiBold" panose="00000700000000000000" pitchFamily="2" charset="0"/>
                <a:ea typeface="League Spartan" charset="0"/>
                <a:cs typeface="Poppins" pitchFamily="2" charset="77"/>
              </a:endParaRPr>
            </a:p>
          </p:txBody>
        </p:sp>
        <p:sp>
          <p:nvSpPr>
            <p:cNvPr id="13" name="Freeform 1015">
              <a:extLst>
                <a:ext uri="{FF2B5EF4-FFF2-40B4-BE49-F238E27FC236}">
                  <a16:creationId xmlns:a16="http://schemas.microsoft.com/office/drawing/2014/main" id="{2DFBB6BE-A3C1-C95A-4287-54102AC9E823}"/>
                </a:ext>
              </a:extLst>
            </p:cNvPr>
            <p:cNvSpPr>
              <a:spLocks noChangeAspect="1"/>
            </p:cNvSpPr>
            <p:nvPr/>
          </p:nvSpPr>
          <p:spPr bwMode="auto">
            <a:xfrm>
              <a:off x="9811215" y="1567792"/>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14" name="Freeform 50">
              <a:extLst>
                <a:ext uri="{FF2B5EF4-FFF2-40B4-BE49-F238E27FC236}">
                  <a16:creationId xmlns:a16="http://schemas.microsoft.com/office/drawing/2014/main" id="{37A97CCD-C015-E1E9-40B7-A97B59A03B2B}"/>
                </a:ext>
              </a:extLst>
            </p:cNvPr>
            <p:cNvSpPr/>
            <p:nvPr/>
          </p:nvSpPr>
          <p:spPr>
            <a:xfrm rot="10800000">
              <a:off x="9099764" y="2127135"/>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5" name="TextBox 14">
              <a:extLst>
                <a:ext uri="{FF2B5EF4-FFF2-40B4-BE49-F238E27FC236}">
                  <a16:creationId xmlns:a16="http://schemas.microsoft.com/office/drawing/2014/main" id="{78087AEC-86F9-E8B2-C10B-A49DA1E431AE}"/>
                </a:ext>
              </a:extLst>
            </p:cNvPr>
            <p:cNvSpPr txBox="1"/>
            <p:nvPr/>
          </p:nvSpPr>
          <p:spPr>
            <a:xfrm>
              <a:off x="9102005" y="4351351"/>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Expense management could be costing you</a:t>
              </a:r>
            </a:p>
          </p:txBody>
        </p:sp>
        <p:sp>
          <p:nvSpPr>
            <p:cNvPr id="16" name="TextBox 15">
              <a:extLst>
                <a:ext uri="{FF2B5EF4-FFF2-40B4-BE49-F238E27FC236}">
                  <a16:creationId xmlns:a16="http://schemas.microsoft.com/office/drawing/2014/main" id="{758C2988-077F-715B-4765-2E7B0D4C1F34}"/>
                </a:ext>
              </a:extLst>
            </p:cNvPr>
            <p:cNvSpPr txBox="1"/>
            <p:nvPr/>
          </p:nvSpPr>
          <p:spPr>
            <a:xfrm>
              <a:off x="9112677" y="5122633"/>
              <a:ext cx="1892974"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valoem</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Tree>
    <p:extLst>
      <p:ext uri="{BB962C8B-B14F-4D97-AF65-F5344CB8AC3E}">
        <p14:creationId xmlns:p14="http://schemas.microsoft.com/office/powerpoint/2010/main" val="6539043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4</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normAutofit/>
          </a:bodyPr>
          <a:lstStyle/>
          <a:p>
            <a:r>
              <a:rPr lang="en-GB" dirty="0"/>
              <a:t>TOTAL COST OF DELAY</a:t>
            </a:r>
          </a:p>
        </p:txBody>
      </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23" name="Text Placeholder 3">
            <a:extLst>
              <a:ext uri="{FF2B5EF4-FFF2-40B4-BE49-F238E27FC236}">
                <a16:creationId xmlns:a16="http://schemas.microsoft.com/office/drawing/2014/main" id="{AA587991-B968-87C5-E911-A82B2A2883D5}"/>
              </a:ext>
            </a:extLst>
          </p:cNvPr>
          <p:cNvSpPr txBox="1">
            <a:spLocks/>
          </p:cNvSpPr>
          <p:nvPr/>
        </p:nvSpPr>
        <p:spPr>
          <a:xfrm>
            <a:off x="6180613" y="1183834"/>
            <a:ext cx="4638088" cy="289847"/>
          </a:xfrm>
          <a:prstGeom prst="rect">
            <a:avLst/>
          </a:prstGeom>
        </p:spPr>
        <p:txBody>
          <a:bodyPr vert="horz" lIns="0" tIns="0" rIns="0" bIns="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spcAft>
                <a:spcPts val="800"/>
              </a:spcAft>
              <a:buFont typeface="Arial" panose="020B0604020202020204" pitchFamily="34" charset="0"/>
              <a:buNone/>
            </a:pPr>
            <a:r>
              <a:rPr lang="en-GB" dirty="0">
                <a:latin typeface="Open Sans"/>
                <a:ea typeface="Open Sans"/>
                <a:cs typeface="Open Sans"/>
              </a:rPr>
              <a:t>PAIN POINTS</a:t>
            </a:r>
          </a:p>
        </p:txBody>
      </p:sp>
      <p:sp>
        <p:nvSpPr>
          <p:cNvPr id="5" name="Text Placeholder 3">
            <a:extLst>
              <a:ext uri="{FF2B5EF4-FFF2-40B4-BE49-F238E27FC236}">
                <a16:creationId xmlns:a16="http://schemas.microsoft.com/office/drawing/2014/main" id="{7F81EBE2-7AFB-D001-79A4-902951872C31}"/>
              </a:ext>
            </a:extLst>
          </p:cNvPr>
          <p:cNvSpPr txBox="1">
            <a:spLocks/>
          </p:cNvSpPr>
          <p:nvPr/>
        </p:nvSpPr>
        <p:spPr>
          <a:xfrm>
            <a:off x="1409838" y="3311277"/>
            <a:ext cx="3544235" cy="647919"/>
          </a:xfrm>
          <a:prstGeom prst="rect">
            <a:avLst/>
          </a:prstGeom>
        </p:spPr>
        <p:txBody>
          <a:bodyPr vert="horz" lIns="0" tIns="0" rIns="0" bIns="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lgn="ctr">
              <a:spcAft>
                <a:spcPts val="800"/>
              </a:spcAft>
              <a:buFont typeface="Arial" panose="020B0604020202020204" pitchFamily="34" charset="0"/>
              <a:buNone/>
            </a:pPr>
            <a:r>
              <a:rPr lang="tr-TR" sz="3600" dirty="0">
                <a:solidFill>
                  <a:srgbClr val="FF5A1F"/>
                </a:solidFill>
                <a:latin typeface="+mj-lt"/>
                <a:ea typeface="Open Sans"/>
                <a:cs typeface="Open Sans"/>
              </a:rPr>
              <a:t>£ </a:t>
            </a:r>
            <a:r>
              <a:rPr lang="tr-TR" sz="3600" dirty="0" err="1">
                <a:solidFill>
                  <a:srgbClr val="FF5A1F"/>
                </a:solidFill>
                <a:latin typeface="+mj-lt"/>
                <a:ea typeface="Open Sans"/>
                <a:cs typeface="Open Sans"/>
              </a:rPr>
              <a:t>totalcostval</a:t>
            </a:r>
            <a:r>
              <a:rPr lang="tr-TR" sz="3600" dirty="0">
                <a:solidFill>
                  <a:srgbClr val="FF5A1F"/>
                </a:solidFill>
                <a:latin typeface="+mj-lt"/>
                <a:ea typeface="Open Sans"/>
                <a:cs typeface="Open Sans"/>
              </a:rPr>
              <a:t> </a:t>
            </a:r>
            <a:endParaRPr lang="en-GB" sz="3600" dirty="0">
              <a:solidFill>
                <a:srgbClr val="FF5A1F"/>
              </a:solidFill>
              <a:latin typeface="+mj-lt"/>
              <a:ea typeface="Open Sans"/>
              <a:cs typeface="Open Sans"/>
            </a:endParaRPr>
          </a:p>
        </p:txBody>
      </p:sp>
      <p:grpSp>
        <p:nvGrpSpPr>
          <p:cNvPr id="6" name="Grup 5">
            <a:extLst>
              <a:ext uri="{FF2B5EF4-FFF2-40B4-BE49-F238E27FC236}">
                <a16:creationId xmlns:a16="http://schemas.microsoft.com/office/drawing/2014/main" id="{8D4348BB-F96D-5635-CB00-3C861C330F48}"/>
              </a:ext>
            </a:extLst>
          </p:cNvPr>
          <p:cNvGrpSpPr/>
          <p:nvPr/>
        </p:nvGrpSpPr>
        <p:grpSpPr>
          <a:xfrm>
            <a:off x="8821682" y="5463229"/>
            <a:ext cx="2644839" cy="417662"/>
            <a:chOff x="6172590" y="1840342"/>
            <a:chExt cx="2644839" cy="417662"/>
          </a:xfrm>
        </p:grpSpPr>
        <p:sp>
          <p:nvSpPr>
            <p:cNvPr id="7" name="Metin kutusu 6">
              <a:extLst>
                <a:ext uri="{FF2B5EF4-FFF2-40B4-BE49-F238E27FC236}">
                  <a16:creationId xmlns:a16="http://schemas.microsoft.com/office/drawing/2014/main" id="{430EFD69-CEE9-E9D9-71E0-1615D0723927}"/>
                </a:ext>
              </a:extLst>
            </p:cNvPr>
            <p:cNvSpPr txBox="1"/>
            <p:nvPr/>
          </p:nvSpPr>
          <p:spPr>
            <a:xfrm>
              <a:off x="6172590" y="1840342"/>
              <a:ext cx="991377" cy="307777"/>
            </a:xfrm>
            <a:prstGeom prst="rect">
              <a:avLst/>
            </a:prstGeom>
            <a:noFill/>
          </p:spPr>
          <p:txBody>
            <a:bodyPr wrap="square">
              <a:spAutoFit/>
            </a:bodyPr>
            <a:lstStyle/>
            <a:p>
              <a:r>
                <a:rPr lang="tr-TR" sz="1200" b="1" i="0" dirty="0">
                  <a:solidFill>
                    <a:srgbClr val="A4A4B2"/>
                  </a:solidFill>
                  <a:effectLst/>
                  <a:highlight>
                    <a:srgbClr val="FFFFFF"/>
                  </a:highlight>
                  <a:latin typeface="Montserrat SemiBold" panose="00000700000000000000" pitchFamily="2" charset="0"/>
                </a:rPr>
                <a:t>per1x</a:t>
              </a:r>
              <a:r>
                <a:rPr lang="tr-TR" sz="1400" b="1" i="0" dirty="0">
                  <a:solidFill>
                    <a:srgbClr val="A4A4B2"/>
                  </a:solidFill>
                  <a:effectLst/>
                  <a:highlight>
                    <a:srgbClr val="FFFFFF"/>
                  </a:highlight>
                  <a:latin typeface="Montserrat SemiBold" panose="00000700000000000000" pitchFamily="2" charset="0"/>
                </a:rPr>
                <a:t>%</a:t>
              </a:r>
              <a:endParaRPr lang="tr-TR" sz="1400" dirty="0">
                <a:latin typeface="Montserrat SemiBold" panose="00000700000000000000" pitchFamily="2" charset="0"/>
              </a:endParaRPr>
            </a:p>
          </p:txBody>
        </p:sp>
        <p:sp>
          <p:nvSpPr>
            <p:cNvPr id="10" name="Metin kutusu 9">
              <a:extLst>
                <a:ext uri="{FF2B5EF4-FFF2-40B4-BE49-F238E27FC236}">
                  <a16:creationId xmlns:a16="http://schemas.microsoft.com/office/drawing/2014/main" id="{46522F1D-EAED-03B8-D2A2-C4A737BA8E96}"/>
                </a:ext>
              </a:extLst>
            </p:cNvPr>
            <p:cNvSpPr txBox="1"/>
            <p:nvPr/>
          </p:nvSpPr>
          <p:spPr>
            <a:xfrm>
              <a:off x="6846728" y="1870822"/>
              <a:ext cx="1970701" cy="276999"/>
            </a:xfrm>
            <a:prstGeom prst="rect">
              <a:avLst/>
            </a:prstGeom>
            <a:noFill/>
          </p:spPr>
          <p:txBody>
            <a:bodyPr wrap="square">
              <a:spAutoFit/>
            </a:bodyPr>
            <a:lstStyle/>
            <a:p>
              <a:r>
                <a:rPr lang="tr-TR" sz="1200" b="0" i="0" cap="all" dirty="0">
                  <a:solidFill>
                    <a:srgbClr val="25252C"/>
                  </a:solidFill>
                  <a:effectLst/>
                  <a:highlight>
                    <a:srgbClr val="FFFFFF"/>
                  </a:highlight>
                  <a:latin typeface="+mj-lt"/>
                </a:rPr>
                <a:t>IT </a:t>
              </a:r>
              <a:r>
                <a:rPr lang="tr-TR" sz="1200" b="0" i="0" cap="all" dirty="0" err="1">
                  <a:solidFill>
                    <a:srgbClr val="25252C"/>
                  </a:solidFill>
                  <a:effectLst/>
                  <a:highlight>
                    <a:srgbClr val="FFFFFF"/>
                  </a:highlight>
                  <a:latin typeface="+mj-lt"/>
                </a:rPr>
                <a:t>fInance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systems</a:t>
              </a:r>
              <a:endParaRPr lang="tr-TR" sz="1200" dirty="0">
                <a:latin typeface="+mj-lt"/>
              </a:endParaRPr>
            </a:p>
          </p:txBody>
        </p:sp>
        <p:cxnSp>
          <p:nvCxnSpPr>
            <p:cNvPr id="14" name="Düz Bağlayıcı 13">
              <a:extLst>
                <a:ext uri="{FF2B5EF4-FFF2-40B4-BE49-F238E27FC236}">
                  <a16:creationId xmlns:a16="http://schemas.microsoft.com/office/drawing/2014/main" id="{3B8F86E5-511F-1BC5-9156-20EA2EE75EB8}"/>
                </a:ext>
              </a:extLst>
            </p:cNvPr>
            <p:cNvCxnSpPr>
              <a:cxnSpLocks/>
            </p:cNvCxnSpPr>
            <p:nvPr/>
          </p:nvCxnSpPr>
          <p:spPr>
            <a:xfrm>
              <a:off x="6279502" y="2258004"/>
              <a:ext cx="2304661" cy="0"/>
            </a:xfrm>
            <a:prstGeom prst="line">
              <a:avLst/>
            </a:prstGeom>
          </p:spPr>
          <p:style>
            <a:lnRef idx="1">
              <a:schemeClr val="dk1"/>
            </a:lnRef>
            <a:fillRef idx="0">
              <a:schemeClr val="dk1"/>
            </a:fillRef>
            <a:effectRef idx="0">
              <a:schemeClr val="dk1"/>
            </a:effectRef>
            <a:fontRef idx="minor">
              <a:schemeClr val="tx1"/>
            </a:fontRef>
          </p:style>
        </p:cxnSp>
      </p:grpSp>
      <p:grpSp>
        <p:nvGrpSpPr>
          <p:cNvPr id="8" name="Grup 7">
            <a:extLst>
              <a:ext uri="{FF2B5EF4-FFF2-40B4-BE49-F238E27FC236}">
                <a16:creationId xmlns:a16="http://schemas.microsoft.com/office/drawing/2014/main" id="{0C803E05-53C2-12CE-F497-0354F05F2166}"/>
              </a:ext>
            </a:extLst>
          </p:cNvPr>
          <p:cNvGrpSpPr/>
          <p:nvPr/>
        </p:nvGrpSpPr>
        <p:grpSpPr>
          <a:xfrm>
            <a:off x="6172590" y="1994549"/>
            <a:ext cx="2644839" cy="538965"/>
            <a:chOff x="6172590" y="2470186"/>
            <a:chExt cx="2644839" cy="538965"/>
          </a:xfrm>
        </p:grpSpPr>
        <p:sp>
          <p:nvSpPr>
            <p:cNvPr id="80" name="Metin kutusu 79">
              <a:extLst>
                <a:ext uri="{FF2B5EF4-FFF2-40B4-BE49-F238E27FC236}">
                  <a16:creationId xmlns:a16="http://schemas.microsoft.com/office/drawing/2014/main" id="{68CDE79D-95BF-0EB6-60D9-AF04B6549CB3}"/>
                </a:ext>
              </a:extLst>
            </p:cNvPr>
            <p:cNvSpPr txBox="1"/>
            <p:nvPr/>
          </p:nvSpPr>
          <p:spPr>
            <a:xfrm>
              <a:off x="6172590" y="2561626"/>
              <a:ext cx="991377" cy="307777"/>
            </a:xfrm>
            <a:prstGeom prst="rect">
              <a:avLst/>
            </a:prstGeom>
            <a:noFill/>
          </p:spPr>
          <p:txBody>
            <a:bodyPr wrap="square">
              <a:spAutoFit/>
            </a:bodyPr>
            <a:lstStyle/>
            <a:p>
              <a:r>
                <a:rPr lang="tr-TR" sz="1200" b="1" i="0" dirty="0">
                  <a:solidFill>
                    <a:srgbClr val="F15D23"/>
                  </a:solidFill>
                  <a:effectLst/>
                  <a:highlight>
                    <a:srgbClr val="FFFFFF"/>
                  </a:highlight>
                  <a:latin typeface="Montserrat SemiBold" panose="00000700000000000000" pitchFamily="2" charset="0"/>
                </a:rPr>
                <a:t>per2x</a:t>
              </a:r>
              <a:r>
                <a:rPr lang="tr-TR" sz="1400" b="1" i="0" dirty="0">
                  <a:solidFill>
                    <a:srgbClr val="F15D23"/>
                  </a:solidFill>
                  <a:effectLst/>
                  <a:highlight>
                    <a:srgbClr val="FFFFFF"/>
                  </a:highlight>
                  <a:latin typeface="Montserrat SemiBold" panose="00000700000000000000" pitchFamily="2" charset="0"/>
                </a:rPr>
                <a:t>%</a:t>
              </a:r>
              <a:endParaRPr lang="tr-TR" sz="1400" dirty="0">
                <a:solidFill>
                  <a:srgbClr val="F15D23"/>
                </a:solidFill>
                <a:latin typeface="Montserrat SemiBold" panose="00000700000000000000" pitchFamily="2" charset="0"/>
              </a:endParaRPr>
            </a:p>
          </p:txBody>
        </p:sp>
        <p:sp>
          <p:nvSpPr>
            <p:cNvPr id="81" name="Metin kutusu 80">
              <a:extLst>
                <a:ext uri="{FF2B5EF4-FFF2-40B4-BE49-F238E27FC236}">
                  <a16:creationId xmlns:a16="http://schemas.microsoft.com/office/drawing/2014/main" id="{B02C7387-F34D-6E3D-47CB-850336305775}"/>
                </a:ext>
              </a:extLst>
            </p:cNvPr>
            <p:cNvSpPr txBox="1"/>
            <p:nvPr/>
          </p:nvSpPr>
          <p:spPr>
            <a:xfrm>
              <a:off x="6846728" y="2470186"/>
              <a:ext cx="1970701" cy="461665"/>
            </a:xfrm>
            <a:prstGeom prst="rect">
              <a:avLst/>
            </a:prstGeom>
            <a:noFill/>
          </p:spPr>
          <p:txBody>
            <a:bodyPr wrap="square">
              <a:spAutoFit/>
            </a:bodyPr>
            <a:lstStyle/>
            <a:p>
              <a:r>
                <a:rPr lang="tr-TR" sz="1200" b="0" i="0" cap="all" dirty="0" err="1">
                  <a:solidFill>
                    <a:srgbClr val="25252C"/>
                  </a:solidFill>
                  <a:effectLst/>
                  <a:highlight>
                    <a:srgbClr val="FFFFFF"/>
                  </a:highlight>
                  <a:latin typeface="+mj-lt"/>
                </a:rPr>
                <a:t>RaIsIng</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Purchase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Orders</a:t>
              </a:r>
              <a:endParaRPr lang="tr-TR" sz="1200" dirty="0">
                <a:latin typeface="+mj-lt"/>
              </a:endParaRPr>
            </a:p>
          </p:txBody>
        </p:sp>
        <p:cxnSp>
          <p:nvCxnSpPr>
            <p:cNvPr id="82" name="Düz Bağlayıcı 81">
              <a:extLst>
                <a:ext uri="{FF2B5EF4-FFF2-40B4-BE49-F238E27FC236}">
                  <a16:creationId xmlns:a16="http://schemas.microsoft.com/office/drawing/2014/main" id="{F867A425-2630-F877-4DD8-31BFC2A9B67F}"/>
                </a:ext>
              </a:extLst>
            </p:cNvPr>
            <p:cNvCxnSpPr>
              <a:cxnSpLocks/>
            </p:cNvCxnSpPr>
            <p:nvPr/>
          </p:nvCxnSpPr>
          <p:spPr>
            <a:xfrm>
              <a:off x="6279501" y="3009151"/>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9" name="Grup 8">
            <a:extLst>
              <a:ext uri="{FF2B5EF4-FFF2-40B4-BE49-F238E27FC236}">
                <a16:creationId xmlns:a16="http://schemas.microsoft.com/office/drawing/2014/main" id="{496E04BD-90D6-CA08-FD18-862E4800796B}"/>
              </a:ext>
            </a:extLst>
          </p:cNvPr>
          <p:cNvGrpSpPr/>
          <p:nvPr/>
        </p:nvGrpSpPr>
        <p:grpSpPr>
          <a:xfrm>
            <a:off x="8813352" y="2007131"/>
            <a:ext cx="2644839" cy="529631"/>
            <a:chOff x="6172590" y="3329543"/>
            <a:chExt cx="2644839" cy="529631"/>
          </a:xfrm>
        </p:grpSpPr>
        <p:sp>
          <p:nvSpPr>
            <p:cNvPr id="84" name="Metin kutusu 83">
              <a:extLst>
                <a:ext uri="{FF2B5EF4-FFF2-40B4-BE49-F238E27FC236}">
                  <a16:creationId xmlns:a16="http://schemas.microsoft.com/office/drawing/2014/main" id="{278DB918-1A97-DC06-4F94-A617F35652C6}"/>
                </a:ext>
              </a:extLst>
            </p:cNvPr>
            <p:cNvSpPr txBox="1"/>
            <p:nvPr/>
          </p:nvSpPr>
          <p:spPr>
            <a:xfrm>
              <a:off x="6172590" y="3420983"/>
              <a:ext cx="991377" cy="307777"/>
            </a:xfrm>
            <a:prstGeom prst="rect">
              <a:avLst/>
            </a:prstGeom>
            <a:noFill/>
          </p:spPr>
          <p:txBody>
            <a:bodyPr wrap="square">
              <a:spAutoFit/>
            </a:bodyPr>
            <a:lstStyle/>
            <a:p>
              <a:r>
                <a:rPr lang="tr-TR" sz="1200" b="1" dirty="0">
                  <a:solidFill>
                    <a:srgbClr val="F6911E"/>
                  </a:solidFill>
                  <a:highlight>
                    <a:srgbClr val="FFFFFF"/>
                  </a:highlight>
                  <a:latin typeface="Montserrat SemiBold" panose="00000700000000000000" pitchFamily="2" charset="0"/>
                </a:rPr>
                <a:t>per3x</a:t>
              </a:r>
              <a:r>
                <a:rPr lang="tr-TR" sz="1400" b="1" i="0" dirty="0">
                  <a:solidFill>
                    <a:srgbClr val="F6911E"/>
                  </a:solidFill>
                  <a:effectLst/>
                  <a:highlight>
                    <a:srgbClr val="FFFFFF"/>
                  </a:highlight>
                  <a:latin typeface="Montserrat SemiBold" panose="00000700000000000000" pitchFamily="2" charset="0"/>
                </a:rPr>
                <a:t>%</a:t>
              </a:r>
              <a:endParaRPr lang="tr-TR" sz="1400" dirty="0">
                <a:solidFill>
                  <a:srgbClr val="F6911E"/>
                </a:solidFill>
                <a:latin typeface="Montserrat SemiBold" panose="00000700000000000000" pitchFamily="2" charset="0"/>
              </a:endParaRPr>
            </a:p>
          </p:txBody>
        </p:sp>
        <p:sp>
          <p:nvSpPr>
            <p:cNvPr id="85" name="Metin kutusu 84">
              <a:extLst>
                <a:ext uri="{FF2B5EF4-FFF2-40B4-BE49-F238E27FC236}">
                  <a16:creationId xmlns:a16="http://schemas.microsoft.com/office/drawing/2014/main" id="{9DF16FC7-4A23-94C8-A50C-134D96320123}"/>
                </a:ext>
              </a:extLst>
            </p:cNvPr>
            <p:cNvSpPr txBox="1"/>
            <p:nvPr/>
          </p:nvSpPr>
          <p:spPr>
            <a:xfrm>
              <a:off x="6846728" y="3329543"/>
              <a:ext cx="1970701" cy="461665"/>
            </a:xfrm>
            <a:prstGeom prst="rect">
              <a:avLst/>
            </a:prstGeom>
            <a:noFill/>
          </p:spPr>
          <p:txBody>
            <a:bodyPr wrap="square">
              <a:spAutoFit/>
            </a:bodyPr>
            <a:lstStyle/>
            <a:p>
              <a:r>
                <a:rPr lang="tr-TR" sz="1200" b="0" i="0" cap="all" dirty="0" err="1">
                  <a:solidFill>
                    <a:srgbClr val="25252C"/>
                  </a:solidFill>
                  <a:effectLst/>
                  <a:highlight>
                    <a:srgbClr val="FFFFFF"/>
                  </a:highlight>
                  <a:latin typeface="+mj-lt"/>
                </a:rPr>
                <a:t>Purchase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Order</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approvals</a:t>
              </a:r>
              <a:endParaRPr lang="tr-TR" sz="1200" dirty="0">
                <a:latin typeface="+mj-lt"/>
              </a:endParaRPr>
            </a:p>
          </p:txBody>
        </p:sp>
        <p:cxnSp>
          <p:nvCxnSpPr>
            <p:cNvPr id="86" name="Düz Bağlayıcı 85">
              <a:extLst>
                <a:ext uri="{FF2B5EF4-FFF2-40B4-BE49-F238E27FC236}">
                  <a16:creationId xmlns:a16="http://schemas.microsoft.com/office/drawing/2014/main" id="{5C05B148-EA34-BD35-D0F3-71C8B9F4F205}"/>
                </a:ext>
              </a:extLst>
            </p:cNvPr>
            <p:cNvCxnSpPr>
              <a:cxnSpLocks/>
            </p:cNvCxnSpPr>
            <p:nvPr/>
          </p:nvCxnSpPr>
          <p:spPr>
            <a:xfrm>
              <a:off x="6279502" y="3859174"/>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1" name="Grup 10">
            <a:extLst>
              <a:ext uri="{FF2B5EF4-FFF2-40B4-BE49-F238E27FC236}">
                <a16:creationId xmlns:a16="http://schemas.microsoft.com/office/drawing/2014/main" id="{B95D10E0-88BF-5D21-4657-0A35465732AF}"/>
              </a:ext>
            </a:extLst>
          </p:cNvPr>
          <p:cNvGrpSpPr/>
          <p:nvPr/>
        </p:nvGrpSpPr>
        <p:grpSpPr>
          <a:xfrm>
            <a:off x="6176843" y="5463229"/>
            <a:ext cx="2644839" cy="734900"/>
            <a:chOff x="6180613" y="4056396"/>
            <a:chExt cx="2644839" cy="734900"/>
          </a:xfrm>
        </p:grpSpPr>
        <p:sp>
          <p:nvSpPr>
            <p:cNvPr id="88" name="Metin kutusu 87">
              <a:extLst>
                <a:ext uri="{FF2B5EF4-FFF2-40B4-BE49-F238E27FC236}">
                  <a16:creationId xmlns:a16="http://schemas.microsoft.com/office/drawing/2014/main" id="{653BBD85-B2E2-226C-949E-3DC7E109DC41}"/>
                </a:ext>
              </a:extLst>
            </p:cNvPr>
            <p:cNvSpPr txBox="1"/>
            <p:nvPr/>
          </p:nvSpPr>
          <p:spPr>
            <a:xfrm>
              <a:off x="6180613" y="4208796"/>
              <a:ext cx="991377" cy="307777"/>
            </a:xfrm>
            <a:prstGeom prst="rect">
              <a:avLst/>
            </a:prstGeom>
            <a:noFill/>
          </p:spPr>
          <p:txBody>
            <a:bodyPr wrap="square">
              <a:spAutoFit/>
            </a:bodyPr>
            <a:lstStyle/>
            <a:p>
              <a:r>
                <a:rPr lang="tr-TR" sz="1200" b="1" dirty="0">
                  <a:solidFill>
                    <a:srgbClr val="2D4FB2"/>
                  </a:solidFill>
                  <a:highlight>
                    <a:srgbClr val="FFFFFF"/>
                  </a:highlight>
                  <a:latin typeface="Montserrat SemiBold" panose="00000700000000000000" pitchFamily="2" charset="0"/>
                </a:rPr>
                <a:t>per4x</a:t>
              </a:r>
              <a:r>
                <a:rPr lang="tr-TR" sz="1400" b="1" i="0" dirty="0">
                  <a:solidFill>
                    <a:srgbClr val="2D4FB2"/>
                  </a:solidFill>
                  <a:effectLst/>
                  <a:highlight>
                    <a:srgbClr val="FFFFFF"/>
                  </a:highlight>
                  <a:latin typeface="Montserrat SemiBold" panose="00000700000000000000" pitchFamily="2" charset="0"/>
                </a:rPr>
                <a:t>%</a:t>
              </a:r>
              <a:endParaRPr lang="tr-TR" sz="1400" dirty="0">
                <a:solidFill>
                  <a:srgbClr val="2D4FB2"/>
                </a:solidFill>
                <a:latin typeface="Montserrat SemiBold" panose="00000700000000000000" pitchFamily="2" charset="0"/>
              </a:endParaRPr>
            </a:p>
          </p:txBody>
        </p:sp>
        <p:sp>
          <p:nvSpPr>
            <p:cNvPr id="89" name="Metin kutusu 88">
              <a:extLst>
                <a:ext uri="{FF2B5EF4-FFF2-40B4-BE49-F238E27FC236}">
                  <a16:creationId xmlns:a16="http://schemas.microsoft.com/office/drawing/2014/main" id="{859A4E2B-C213-824B-34CE-8F02C1237BEC}"/>
                </a:ext>
              </a:extLst>
            </p:cNvPr>
            <p:cNvSpPr txBox="1"/>
            <p:nvPr/>
          </p:nvSpPr>
          <p:spPr>
            <a:xfrm>
              <a:off x="6854751" y="4056396"/>
              <a:ext cx="1970701" cy="646331"/>
            </a:xfrm>
            <a:prstGeom prst="rect">
              <a:avLst/>
            </a:prstGeom>
            <a:noFill/>
          </p:spPr>
          <p:txBody>
            <a:bodyPr wrap="square">
              <a:spAutoFit/>
            </a:bodyPr>
            <a:lstStyle/>
            <a:p>
              <a:r>
                <a:rPr lang="tr-TR" sz="1200" b="0" i="0" cap="all" dirty="0" err="1">
                  <a:solidFill>
                    <a:srgbClr val="25252C"/>
                  </a:solidFill>
                  <a:effectLst/>
                  <a:highlight>
                    <a:srgbClr val="FFFFFF"/>
                  </a:highlight>
                  <a:latin typeface="+mj-lt"/>
                </a:rPr>
                <a:t>Debt</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collectIon</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admInIstratIon</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processes</a:t>
              </a:r>
              <a:endParaRPr lang="tr-TR" sz="1200" dirty="0">
                <a:latin typeface="+mj-lt"/>
              </a:endParaRPr>
            </a:p>
          </p:txBody>
        </p:sp>
        <p:cxnSp>
          <p:nvCxnSpPr>
            <p:cNvPr id="90" name="Düz Bağlayıcı 89">
              <a:extLst>
                <a:ext uri="{FF2B5EF4-FFF2-40B4-BE49-F238E27FC236}">
                  <a16:creationId xmlns:a16="http://schemas.microsoft.com/office/drawing/2014/main" id="{736BD238-3225-F4E7-5477-79A5C3B32112}"/>
                </a:ext>
              </a:extLst>
            </p:cNvPr>
            <p:cNvCxnSpPr>
              <a:cxnSpLocks/>
            </p:cNvCxnSpPr>
            <p:nvPr/>
          </p:nvCxnSpPr>
          <p:spPr>
            <a:xfrm>
              <a:off x="6287525" y="4791296"/>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2" name="Grup 11">
            <a:extLst>
              <a:ext uri="{FF2B5EF4-FFF2-40B4-BE49-F238E27FC236}">
                <a16:creationId xmlns:a16="http://schemas.microsoft.com/office/drawing/2014/main" id="{20AC2C88-CC4F-B11A-EB34-E04D7FA22B0F}"/>
              </a:ext>
            </a:extLst>
          </p:cNvPr>
          <p:cNvGrpSpPr/>
          <p:nvPr/>
        </p:nvGrpSpPr>
        <p:grpSpPr>
          <a:xfrm>
            <a:off x="6168513" y="4696932"/>
            <a:ext cx="2644839" cy="557625"/>
            <a:chOff x="6172590" y="4943043"/>
            <a:chExt cx="2644839" cy="557625"/>
          </a:xfrm>
        </p:grpSpPr>
        <p:sp>
          <p:nvSpPr>
            <p:cNvPr id="92" name="Metin kutusu 91">
              <a:extLst>
                <a:ext uri="{FF2B5EF4-FFF2-40B4-BE49-F238E27FC236}">
                  <a16:creationId xmlns:a16="http://schemas.microsoft.com/office/drawing/2014/main" id="{558F4771-8C04-217B-32FF-6C357ED3235A}"/>
                </a:ext>
              </a:extLst>
            </p:cNvPr>
            <p:cNvSpPr txBox="1"/>
            <p:nvPr/>
          </p:nvSpPr>
          <p:spPr>
            <a:xfrm>
              <a:off x="6172590" y="5034483"/>
              <a:ext cx="991377" cy="307777"/>
            </a:xfrm>
            <a:prstGeom prst="rect">
              <a:avLst/>
            </a:prstGeom>
            <a:noFill/>
          </p:spPr>
          <p:txBody>
            <a:bodyPr wrap="square">
              <a:spAutoFit/>
            </a:bodyPr>
            <a:lstStyle/>
            <a:p>
              <a:r>
                <a:rPr lang="tr-TR" sz="1200" b="1" dirty="0">
                  <a:solidFill>
                    <a:srgbClr val="F37721"/>
                  </a:solidFill>
                  <a:highlight>
                    <a:srgbClr val="FFFFFF"/>
                  </a:highlight>
                  <a:latin typeface="Montserrat SemiBold" panose="00000700000000000000" pitchFamily="2" charset="0"/>
                </a:rPr>
                <a:t>per5x</a:t>
              </a:r>
              <a:r>
                <a:rPr lang="tr-TR" sz="1400" b="1" i="0" dirty="0">
                  <a:solidFill>
                    <a:srgbClr val="F37721"/>
                  </a:solidFill>
                  <a:effectLst/>
                  <a:highlight>
                    <a:srgbClr val="FFFFFF"/>
                  </a:highlight>
                  <a:latin typeface="Montserrat SemiBold" panose="00000700000000000000" pitchFamily="2" charset="0"/>
                </a:rPr>
                <a:t>%</a:t>
              </a:r>
              <a:endParaRPr lang="tr-TR" sz="1400" dirty="0">
                <a:solidFill>
                  <a:srgbClr val="F37721"/>
                </a:solidFill>
                <a:latin typeface="Montserrat SemiBold" panose="00000700000000000000" pitchFamily="2" charset="0"/>
              </a:endParaRPr>
            </a:p>
          </p:txBody>
        </p:sp>
        <p:sp>
          <p:nvSpPr>
            <p:cNvPr id="93" name="Metin kutusu 92">
              <a:extLst>
                <a:ext uri="{FF2B5EF4-FFF2-40B4-BE49-F238E27FC236}">
                  <a16:creationId xmlns:a16="http://schemas.microsoft.com/office/drawing/2014/main" id="{CE555165-C8F9-95E8-F188-CF8507B7FBD1}"/>
                </a:ext>
              </a:extLst>
            </p:cNvPr>
            <p:cNvSpPr txBox="1"/>
            <p:nvPr/>
          </p:nvSpPr>
          <p:spPr>
            <a:xfrm>
              <a:off x="6846728" y="4943043"/>
              <a:ext cx="1970701" cy="461665"/>
            </a:xfrm>
            <a:prstGeom prst="rect">
              <a:avLst/>
            </a:prstGeom>
            <a:noFill/>
          </p:spPr>
          <p:txBody>
            <a:bodyPr wrap="square">
              <a:spAutoFit/>
            </a:bodyPr>
            <a:lstStyle/>
            <a:p>
              <a:pPr algn="l"/>
              <a:r>
                <a:rPr lang="tr-TR" sz="1200" b="0" i="0" cap="all" dirty="0" err="1">
                  <a:solidFill>
                    <a:srgbClr val="25252C"/>
                  </a:solidFill>
                  <a:effectLst/>
                  <a:highlight>
                    <a:srgbClr val="FFFFFF"/>
                  </a:highlight>
                  <a:latin typeface="+mj-lt"/>
                </a:rPr>
                <a:t>CodIng</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InvoIce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processes</a:t>
              </a:r>
              <a:endParaRPr lang="tr-TR" sz="1200" b="0" i="0" cap="all" dirty="0">
                <a:solidFill>
                  <a:srgbClr val="25252C"/>
                </a:solidFill>
                <a:effectLst/>
                <a:highlight>
                  <a:srgbClr val="FFFFFF"/>
                </a:highlight>
                <a:latin typeface="+mj-lt"/>
              </a:endParaRPr>
            </a:p>
          </p:txBody>
        </p:sp>
        <p:cxnSp>
          <p:nvCxnSpPr>
            <p:cNvPr id="94" name="Düz Bağlayıcı 93">
              <a:extLst>
                <a:ext uri="{FF2B5EF4-FFF2-40B4-BE49-F238E27FC236}">
                  <a16:creationId xmlns:a16="http://schemas.microsoft.com/office/drawing/2014/main" id="{AD13DE8B-792D-A507-5270-94A87326C8B6}"/>
                </a:ext>
              </a:extLst>
            </p:cNvPr>
            <p:cNvCxnSpPr>
              <a:cxnSpLocks/>
            </p:cNvCxnSpPr>
            <p:nvPr/>
          </p:nvCxnSpPr>
          <p:spPr>
            <a:xfrm>
              <a:off x="6279502" y="5500668"/>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3" name="Grup 12">
            <a:extLst>
              <a:ext uri="{FF2B5EF4-FFF2-40B4-BE49-F238E27FC236}">
                <a16:creationId xmlns:a16="http://schemas.microsoft.com/office/drawing/2014/main" id="{391FA04C-B207-6A3F-3AAC-B63E820BA5E4}"/>
              </a:ext>
            </a:extLst>
          </p:cNvPr>
          <p:cNvGrpSpPr/>
          <p:nvPr/>
        </p:nvGrpSpPr>
        <p:grpSpPr>
          <a:xfrm>
            <a:off x="6168513" y="2764506"/>
            <a:ext cx="2644839" cy="697587"/>
            <a:chOff x="8817429" y="1840342"/>
            <a:chExt cx="2644839" cy="697587"/>
          </a:xfrm>
        </p:grpSpPr>
        <p:sp>
          <p:nvSpPr>
            <p:cNvPr id="96" name="Metin kutusu 95">
              <a:extLst>
                <a:ext uri="{FF2B5EF4-FFF2-40B4-BE49-F238E27FC236}">
                  <a16:creationId xmlns:a16="http://schemas.microsoft.com/office/drawing/2014/main" id="{E371E906-4791-D4FB-13CB-98044AC4EE8F}"/>
                </a:ext>
              </a:extLst>
            </p:cNvPr>
            <p:cNvSpPr txBox="1"/>
            <p:nvPr/>
          </p:nvSpPr>
          <p:spPr>
            <a:xfrm>
              <a:off x="8817429" y="1982582"/>
              <a:ext cx="991377" cy="307777"/>
            </a:xfrm>
            <a:prstGeom prst="rect">
              <a:avLst/>
            </a:prstGeom>
            <a:noFill/>
          </p:spPr>
          <p:txBody>
            <a:bodyPr wrap="square">
              <a:spAutoFit/>
            </a:bodyPr>
            <a:lstStyle/>
            <a:p>
              <a:r>
                <a:rPr lang="tr-TR" sz="1200" b="1" i="0" dirty="0">
                  <a:solidFill>
                    <a:srgbClr val="616173"/>
                  </a:solidFill>
                  <a:effectLst/>
                  <a:highlight>
                    <a:srgbClr val="FFFFFF"/>
                  </a:highlight>
                  <a:latin typeface="Montserrat SemiBold" panose="00000700000000000000" pitchFamily="2" charset="0"/>
                </a:rPr>
                <a:t>per6x</a:t>
              </a:r>
              <a:r>
                <a:rPr lang="tr-TR" sz="1400" b="1" i="0" dirty="0">
                  <a:solidFill>
                    <a:srgbClr val="616173"/>
                  </a:solidFill>
                  <a:effectLst/>
                  <a:highlight>
                    <a:srgbClr val="FFFFFF"/>
                  </a:highlight>
                  <a:latin typeface="Montserrat SemiBold" panose="00000700000000000000" pitchFamily="2" charset="0"/>
                </a:rPr>
                <a:t>%</a:t>
              </a:r>
              <a:endParaRPr lang="tr-TR" sz="1400" dirty="0">
                <a:solidFill>
                  <a:srgbClr val="616173"/>
                </a:solidFill>
                <a:latin typeface="Montserrat SemiBold" panose="00000700000000000000" pitchFamily="2" charset="0"/>
              </a:endParaRPr>
            </a:p>
          </p:txBody>
        </p:sp>
        <p:sp>
          <p:nvSpPr>
            <p:cNvPr id="97" name="Metin kutusu 96">
              <a:extLst>
                <a:ext uri="{FF2B5EF4-FFF2-40B4-BE49-F238E27FC236}">
                  <a16:creationId xmlns:a16="http://schemas.microsoft.com/office/drawing/2014/main" id="{8BACD38B-61AC-8EA5-183D-C2E4348F4DFD}"/>
                </a:ext>
              </a:extLst>
            </p:cNvPr>
            <p:cNvSpPr txBox="1"/>
            <p:nvPr/>
          </p:nvSpPr>
          <p:spPr>
            <a:xfrm>
              <a:off x="9491567" y="1840342"/>
              <a:ext cx="1970701" cy="646331"/>
            </a:xfrm>
            <a:prstGeom prst="rect">
              <a:avLst/>
            </a:prstGeom>
            <a:noFill/>
          </p:spPr>
          <p:txBody>
            <a:bodyPr wrap="square">
              <a:spAutoFit/>
            </a:bodyPr>
            <a:lstStyle/>
            <a:p>
              <a:r>
                <a:rPr lang="en-US" sz="1200" b="0" i="0" cap="all" dirty="0">
                  <a:solidFill>
                    <a:srgbClr val="25252C"/>
                  </a:solidFill>
                  <a:effectLst/>
                  <a:highlight>
                    <a:srgbClr val="FFFFFF"/>
                  </a:highlight>
                  <a:latin typeface="+mj-lt"/>
                </a:rPr>
                <a:t>Management of supplier and purchase invoices</a:t>
              </a:r>
              <a:endParaRPr lang="tr-TR" sz="1200" dirty="0">
                <a:latin typeface="+mj-lt"/>
              </a:endParaRPr>
            </a:p>
          </p:txBody>
        </p:sp>
        <p:cxnSp>
          <p:nvCxnSpPr>
            <p:cNvPr id="98" name="Düz Bağlayıcı 97">
              <a:extLst>
                <a:ext uri="{FF2B5EF4-FFF2-40B4-BE49-F238E27FC236}">
                  <a16:creationId xmlns:a16="http://schemas.microsoft.com/office/drawing/2014/main" id="{19580D41-4D79-F44C-DAAE-CEC8B5FA1C6E}"/>
                </a:ext>
              </a:extLst>
            </p:cNvPr>
            <p:cNvCxnSpPr>
              <a:cxnSpLocks/>
            </p:cNvCxnSpPr>
            <p:nvPr/>
          </p:nvCxnSpPr>
          <p:spPr>
            <a:xfrm>
              <a:off x="8924341" y="2537929"/>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5" name="Grup 14">
            <a:extLst>
              <a:ext uri="{FF2B5EF4-FFF2-40B4-BE49-F238E27FC236}">
                <a16:creationId xmlns:a16="http://schemas.microsoft.com/office/drawing/2014/main" id="{E3815792-34AE-34EA-A4E6-D8697FD0659D}"/>
              </a:ext>
            </a:extLst>
          </p:cNvPr>
          <p:cNvGrpSpPr/>
          <p:nvPr/>
        </p:nvGrpSpPr>
        <p:grpSpPr>
          <a:xfrm>
            <a:off x="8813352" y="2741473"/>
            <a:ext cx="2644839" cy="716239"/>
            <a:chOff x="8817429" y="2741189"/>
            <a:chExt cx="2644839" cy="716239"/>
          </a:xfrm>
        </p:grpSpPr>
        <p:sp>
          <p:nvSpPr>
            <p:cNvPr id="100" name="Metin kutusu 99">
              <a:extLst>
                <a:ext uri="{FF2B5EF4-FFF2-40B4-BE49-F238E27FC236}">
                  <a16:creationId xmlns:a16="http://schemas.microsoft.com/office/drawing/2014/main" id="{FD7CAE49-F18D-367E-752C-761C39CE6C9E}"/>
                </a:ext>
              </a:extLst>
            </p:cNvPr>
            <p:cNvSpPr txBox="1"/>
            <p:nvPr/>
          </p:nvSpPr>
          <p:spPr>
            <a:xfrm>
              <a:off x="8817429" y="2893589"/>
              <a:ext cx="991377" cy="307777"/>
            </a:xfrm>
            <a:prstGeom prst="rect">
              <a:avLst/>
            </a:prstGeom>
            <a:noFill/>
          </p:spPr>
          <p:txBody>
            <a:bodyPr wrap="square">
              <a:spAutoFit/>
            </a:bodyPr>
            <a:lstStyle/>
            <a:p>
              <a:r>
                <a:rPr lang="tr-TR" sz="1200" b="1" i="0" dirty="0">
                  <a:solidFill>
                    <a:srgbClr val="1078CF"/>
                  </a:solidFill>
                  <a:effectLst/>
                  <a:highlight>
                    <a:srgbClr val="FFFFFF"/>
                  </a:highlight>
                  <a:latin typeface="Montserrat SemiBold" panose="00000700000000000000" pitchFamily="2" charset="0"/>
                </a:rPr>
                <a:t>per7x</a:t>
              </a:r>
              <a:r>
                <a:rPr lang="tr-TR" sz="1400" b="1" i="0" dirty="0">
                  <a:solidFill>
                    <a:srgbClr val="1078CF"/>
                  </a:solidFill>
                  <a:effectLst/>
                  <a:highlight>
                    <a:srgbClr val="FFFFFF"/>
                  </a:highlight>
                  <a:latin typeface="Montserrat SemiBold" panose="00000700000000000000" pitchFamily="2" charset="0"/>
                </a:rPr>
                <a:t>%</a:t>
              </a:r>
              <a:endParaRPr lang="tr-TR" sz="1400" dirty="0">
                <a:solidFill>
                  <a:srgbClr val="1078CF"/>
                </a:solidFill>
                <a:latin typeface="Montserrat SemiBold" panose="00000700000000000000" pitchFamily="2" charset="0"/>
              </a:endParaRPr>
            </a:p>
          </p:txBody>
        </p:sp>
        <p:sp>
          <p:nvSpPr>
            <p:cNvPr id="101" name="Metin kutusu 100">
              <a:extLst>
                <a:ext uri="{FF2B5EF4-FFF2-40B4-BE49-F238E27FC236}">
                  <a16:creationId xmlns:a16="http://schemas.microsoft.com/office/drawing/2014/main" id="{4E8335D8-ABCA-7E95-E77E-A9A9B1E4C505}"/>
                </a:ext>
              </a:extLst>
            </p:cNvPr>
            <p:cNvSpPr txBox="1"/>
            <p:nvPr/>
          </p:nvSpPr>
          <p:spPr>
            <a:xfrm>
              <a:off x="9491567" y="2741189"/>
              <a:ext cx="1970701" cy="646331"/>
            </a:xfrm>
            <a:prstGeom prst="rect">
              <a:avLst/>
            </a:prstGeom>
            <a:noFill/>
          </p:spPr>
          <p:txBody>
            <a:bodyPr wrap="square">
              <a:spAutoFit/>
            </a:bodyPr>
            <a:lstStyle/>
            <a:p>
              <a:r>
                <a:rPr lang="en-US" sz="1200" b="0" i="0" cap="all" dirty="0">
                  <a:solidFill>
                    <a:srgbClr val="25252C"/>
                  </a:solidFill>
                  <a:effectLst/>
                  <a:highlight>
                    <a:srgbClr val="FFFFFF"/>
                  </a:highlight>
                  <a:latin typeface="+mj-lt"/>
                </a:rPr>
                <a:t>Managing Maverick spend &amp; Spend leakage</a:t>
              </a:r>
              <a:endParaRPr lang="tr-TR" sz="1200" dirty="0">
                <a:latin typeface="+mj-lt"/>
              </a:endParaRPr>
            </a:p>
          </p:txBody>
        </p:sp>
        <p:cxnSp>
          <p:nvCxnSpPr>
            <p:cNvPr id="102" name="Düz Bağlayıcı 101">
              <a:extLst>
                <a:ext uri="{FF2B5EF4-FFF2-40B4-BE49-F238E27FC236}">
                  <a16:creationId xmlns:a16="http://schemas.microsoft.com/office/drawing/2014/main" id="{87409FF8-8F43-CBCD-E45F-A1465170BB84}"/>
                </a:ext>
              </a:extLst>
            </p:cNvPr>
            <p:cNvCxnSpPr>
              <a:cxnSpLocks/>
            </p:cNvCxnSpPr>
            <p:nvPr/>
          </p:nvCxnSpPr>
          <p:spPr>
            <a:xfrm>
              <a:off x="8924341" y="3457428"/>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6" name="Grup 15">
            <a:extLst>
              <a:ext uri="{FF2B5EF4-FFF2-40B4-BE49-F238E27FC236}">
                <a16:creationId xmlns:a16="http://schemas.microsoft.com/office/drawing/2014/main" id="{4FDF228D-4A53-C066-5082-528D3F1606C2}"/>
              </a:ext>
            </a:extLst>
          </p:cNvPr>
          <p:cNvGrpSpPr/>
          <p:nvPr/>
        </p:nvGrpSpPr>
        <p:grpSpPr>
          <a:xfrm>
            <a:off x="8813352" y="3635833"/>
            <a:ext cx="2644839" cy="921514"/>
            <a:chOff x="8817429" y="3656286"/>
            <a:chExt cx="2644839" cy="921514"/>
          </a:xfrm>
        </p:grpSpPr>
        <p:sp>
          <p:nvSpPr>
            <p:cNvPr id="104" name="Metin kutusu 103">
              <a:extLst>
                <a:ext uri="{FF2B5EF4-FFF2-40B4-BE49-F238E27FC236}">
                  <a16:creationId xmlns:a16="http://schemas.microsoft.com/office/drawing/2014/main" id="{E388BB5C-C9EF-9DC1-19B5-AD8823F87CA9}"/>
                </a:ext>
              </a:extLst>
            </p:cNvPr>
            <p:cNvSpPr txBox="1"/>
            <p:nvPr/>
          </p:nvSpPr>
          <p:spPr>
            <a:xfrm>
              <a:off x="8817429" y="3930606"/>
              <a:ext cx="991377" cy="307777"/>
            </a:xfrm>
            <a:prstGeom prst="rect">
              <a:avLst/>
            </a:prstGeom>
            <a:noFill/>
          </p:spPr>
          <p:txBody>
            <a:bodyPr wrap="square">
              <a:spAutoFit/>
            </a:bodyPr>
            <a:lstStyle/>
            <a:p>
              <a:r>
                <a:rPr lang="tr-TR" sz="1200" b="1" i="0" dirty="0">
                  <a:solidFill>
                    <a:srgbClr val="FCB415"/>
                  </a:solidFill>
                  <a:effectLst/>
                  <a:highlight>
                    <a:srgbClr val="FFFFFF"/>
                  </a:highlight>
                  <a:latin typeface="Montserrat SemiBold" panose="00000700000000000000" pitchFamily="2" charset="0"/>
                </a:rPr>
                <a:t>per8x</a:t>
              </a:r>
              <a:r>
                <a:rPr lang="tr-TR" sz="1400" b="1" i="0" dirty="0">
                  <a:solidFill>
                    <a:srgbClr val="FCB415"/>
                  </a:solidFill>
                  <a:effectLst/>
                  <a:highlight>
                    <a:srgbClr val="FFFFFF"/>
                  </a:highlight>
                  <a:latin typeface="Montserrat SemiBold" panose="00000700000000000000" pitchFamily="2" charset="0"/>
                </a:rPr>
                <a:t>%</a:t>
              </a:r>
              <a:endParaRPr lang="tr-TR" sz="1400" dirty="0">
                <a:solidFill>
                  <a:srgbClr val="FCB415"/>
                </a:solidFill>
                <a:latin typeface="Montserrat SemiBold" panose="00000700000000000000" pitchFamily="2" charset="0"/>
              </a:endParaRPr>
            </a:p>
          </p:txBody>
        </p:sp>
        <p:sp>
          <p:nvSpPr>
            <p:cNvPr id="105" name="Metin kutusu 104">
              <a:extLst>
                <a:ext uri="{FF2B5EF4-FFF2-40B4-BE49-F238E27FC236}">
                  <a16:creationId xmlns:a16="http://schemas.microsoft.com/office/drawing/2014/main" id="{A984B308-B2DC-7D51-BE88-33E4DB0B9ABD}"/>
                </a:ext>
              </a:extLst>
            </p:cNvPr>
            <p:cNvSpPr txBox="1"/>
            <p:nvPr/>
          </p:nvSpPr>
          <p:spPr>
            <a:xfrm>
              <a:off x="9491567" y="3656286"/>
              <a:ext cx="1970701" cy="830997"/>
            </a:xfrm>
            <a:prstGeom prst="rect">
              <a:avLst/>
            </a:prstGeom>
            <a:noFill/>
          </p:spPr>
          <p:txBody>
            <a:bodyPr wrap="square">
              <a:spAutoFit/>
            </a:bodyPr>
            <a:lstStyle/>
            <a:p>
              <a:r>
                <a:rPr lang="en-US" sz="1200" b="0" i="0" cap="all" dirty="0">
                  <a:solidFill>
                    <a:srgbClr val="25252C"/>
                  </a:solidFill>
                  <a:effectLst/>
                  <a:highlight>
                    <a:srgbClr val="FFFFFF"/>
                  </a:highlight>
                  <a:latin typeface="+mj-lt"/>
                </a:rPr>
                <a:t>Finance query management and dashboard reporting</a:t>
              </a:r>
              <a:endParaRPr lang="tr-TR" sz="1200" dirty="0">
                <a:latin typeface="+mj-lt"/>
              </a:endParaRPr>
            </a:p>
          </p:txBody>
        </p:sp>
        <p:cxnSp>
          <p:nvCxnSpPr>
            <p:cNvPr id="106" name="Düz Bağlayıcı 105">
              <a:extLst>
                <a:ext uri="{FF2B5EF4-FFF2-40B4-BE49-F238E27FC236}">
                  <a16:creationId xmlns:a16="http://schemas.microsoft.com/office/drawing/2014/main" id="{781FEE8A-8B62-E95E-11A3-56EF1D6C1FF9}"/>
                </a:ext>
              </a:extLst>
            </p:cNvPr>
            <p:cNvCxnSpPr>
              <a:cxnSpLocks/>
            </p:cNvCxnSpPr>
            <p:nvPr/>
          </p:nvCxnSpPr>
          <p:spPr>
            <a:xfrm>
              <a:off x="8924341" y="4577800"/>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7" name="Grup 16">
            <a:extLst>
              <a:ext uri="{FF2B5EF4-FFF2-40B4-BE49-F238E27FC236}">
                <a16:creationId xmlns:a16="http://schemas.microsoft.com/office/drawing/2014/main" id="{A447F7FB-0EA7-79A6-407C-2A20A3E89138}"/>
              </a:ext>
            </a:extLst>
          </p:cNvPr>
          <p:cNvGrpSpPr/>
          <p:nvPr/>
        </p:nvGrpSpPr>
        <p:grpSpPr>
          <a:xfrm>
            <a:off x="6168513" y="3688439"/>
            <a:ext cx="2644839" cy="896633"/>
            <a:chOff x="8817429" y="4788821"/>
            <a:chExt cx="2644839" cy="896633"/>
          </a:xfrm>
        </p:grpSpPr>
        <p:sp>
          <p:nvSpPr>
            <p:cNvPr id="108" name="Metin kutusu 107">
              <a:extLst>
                <a:ext uri="{FF2B5EF4-FFF2-40B4-BE49-F238E27FC236}">
                  <a16:creationId xmlns:a16="http://schemas.microsoft.com/office/drawing/2014/main" id="{B82BF7D9-C6A6-18BC-7236-5DAFEE7CB7E6}"/>
                </a:ext>
              </a:extLst>
            </p:cNvPr>
            <p:cNvSpPr txBox="1"/>
            <p:nvPr/>
          </p:nvSpPr>
          <p:spPr>
            <a:xfrm>
              <a:off x="8817429" y="5002181"/>
              <a:ext cx="991377" cy="307777"/>
            </a:xfrm>
            <a:prstGeom prst="rect">
              <a:avLst/>
            </a:prstGeom>
            <a:noFill/>
          </p:spPr>
          <p:txBody>
            <a:bodyPr wrap="square">
              <a:spAutoFit/>
            </a:bodyPr>
            <a:lstStyle/>
            <a:p>
              <a:r>
                <a:rPr lang="tr-TR" sz="1200" b="1" i="0" dirty="0">
                  <a:solidFill>
                    <a:srgbClr val="40404C"/>
                  </a:solidFill>
                  <a:effectLst/>
                  <a:highlight>
                    <a:srgbClr val="FFFFFF"/>
                  </a:highlight>
                  <a:latin typeface="Montserrat SemiBold" panose="00000700000000000000" pitchFamily="2" charset="0"/>
                </a:rPr>
                <a:t>per9x</a:t>
              </a:r>
              <a:r>
                <a:rPr lang="tr-TR" sz="1400" b="1" i="0" dirty="0">
                  <a:solidFill>
                    <a:srgbClr val="40404C"/>
                  </a:solidFill>
                  <a:effectLst/>
                  <a:highlight>
                    <a:srgbClr val="FFFFFF"/>
                  </a:highlight>
                  <a:latin typeface="Montserrat SemiBold" panose="00000700000000000000" pitchFamily="2" charset="0"/>
                </a:rPr>
                <a:t>%</a:t>
              </a:r>
              <a:endParaRPr lang="tr-TR" sz="1400" dirty="0">
                <a:solidFill>
                  <a:srgbClr val="40404C"/>
                </a:solidFill>
                <a:latin typeface="Montserrat SemiBold" panose="00000700000000000000" pitchFamily="2" charset="0"/>
              </a:endParaRPr>
            </a:p>
          </p:txBody>
        </p:sp>
        <p:sp>
          <p:nvSpPr>
            <p:cNvPr id="109" name="Metin kutusu 108">
              <a:extLst>
                <a:ext uri="{FF2B5EF4-FFF2-40B4-BE49-F238E27FC236}">
                  <a16:creationId xmlns:a16="http://schemas.microsoft.com/office/drawing/2014/main" id="{CAC382F4-FB39-6FC5-0D34-17B558A73657}"/>
                </a:ext>
              </a:extLst>
            </p:cNvPr>
            <p:cNvSpPr txBox="1"/>
            <p:nvPr/>
          </p:nvSpPr>
          <p:spPr>
            <a:xfrm>
              <a:off x="9491567" y="4788821"/>
              <a:ext cx="1970701" cy="830997"/>
            </a:xfrm>
            <a:prstGeom prst="rect">
              <a:avLst/>
            </a:prstGeom>
            <a:noFill/>
          </p:spPr>
          <p:txBody>
            <a:bodyPr wrap="square">
              <a:spAutoFit/>
            </a:bodyPr>
            <a:lstStyle/>
            <a:p>
              <a:r>
                <a:rPr lang="en-US" sz="1200" b="0" i="0" cap="all" dirty="0">
                  <a:solidFill>
                    <a:srgbClr val="25252C"/>
                  </a:solidFill>
                  <a:effectLst/>
                  <a:highlight>
                    <a:srgbClr val="FFFFFF"/>
                  </a:highlight>
                  <a:latin typeface="+mj-lt"/>
                </a:rPr>
                <a:t>Customer Invoicing &amp; Finance Workflow Management</a:t>
              </a:r>
              <a:endParaRPr lang="tr-TR" sz="1200" dirty="0">
                <a:latin typeface="+mj-lt"/>
              </a:endParaRPr>
            </a:p>
          </p:txBody>
        </p:sp>
        <p:cxnSp>
          <p:nvCxnSpPr>
            <p:cNvPr id="110" name="Düz Bağlayıcı 109">
              <a:extLst>
                <a:ext uri="{FF2B5EF4-FFF2-40B4-BE49-F238E27FC236}">
                  <a16:creationId xmlns:a16="http://schemas.microsoft.com/office/drawing/2014/main" id="{A4347154-C127-FFC1-08D3-FB0EF51C4824}"/>
                </a:ext>
              </a:extLst>
            </p:cNvPr>
            <p:cNvCxnSpPr>
              <a:cxnSpLocks/>
            </p:cNvCxnSpPr>
            <p:nvPr/>
          </p:nvCxnSpPr>
          <p:spPr>
            <a:xfrm>
              <a:off x="8924341" y="5685454"/>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8" name="Grup 17">
            <a:extLst>
              <a:ext uri="{FF2B5EF4-FFF2-40B4-BE49-F238E27FC236}">
                <a16:creationId xmlns:a16="http://schemas.microsoft.com/office/drawing/2014/main" id="{8AF031B6-445D-051F-E70B-9B3120E69AB5}"/>
              </a:ext>
            </a:extLst>
          </p:cNvPr>
          <p:cNvGrpSpPr/>
          <p:nvPr/>
        </p:nvGrpSpPr>
        <p:grpSpPr>
          <a:xfrm>
            <a:off x="8821682" y="4700582"/>
            <a:ext cx="2644839" cy="588934"/>
            <a:chOff x="8817429" y="5816406"/>
            <a:chExt cx="2644839" cy="588934"/>
          </a:xfrm>
        </p:grpSpPr>
        <p:sp>
          <p:nvSpPr>
            <p:cNvPr id="112" name="Metin kutusu 111">
              <a:extLst>
                <a:ext uri="{FF2B5EF4-FFF2-40B4-BE49-F238E27FC236}">
                  <a16:creationId xmlns:a16="http://schemas.microsoft.com/office/drawing/2014/main" id="{CC84724E-414F-4032-7E50-6A3377C93D5B}"/>
                </a:ext>
              </a:extLst>
            </p:cNvPr>
            <p:cNvSpPr txBox="1"/>
            <p:nvPr/>
          </p:nvSpPr>
          <p:spPr>
            <a:xfrm>
              <a:off x="8817429" y="5938326"/>
              <a:ext cx="991377" cy="307777"/>
            </a:xfrm>
            <a:prstGeom prst="rect">
              <a:avLst/>
            </a:prstGeom>
            <a:noFill/>
          </p:spPr>
          <p:txBody>
            <a:bodyPr wrap="square">
              <a:spAutoFit/>
            </a:bodyPr>
            <a:lstStyle/>
            <a:p>
              <a:r>
                <a:rPr lang="tr-TR" sz="1200" b="1" i="0" dirty="0">
                  <a:solidFill>
                    <a:srgbClr val="4C9ADB"/>
                  </a:solidFill>
                  <a:effectLst/>
                  <a:highlight>
                    <a:srgbClr val="FFFFFF"/>
                  </a:highlight>
                  <a:latin typeface="Montserrat SemiBold" panose="00000700000000000000" pitchFamily="2" charset="0"/>
                </a:rPr>
                <a:t>per10x</a:t>
              </a:r>
              <a:r>
                <a:rPr lang="tr-TR" sz="1400" b="1" i="0" dirty="0">
                  <a:solidFill>
                    <a:srgbClr val="4C9ADB"/>
                  </a:solidFill>
                  <a:effectLst/>
                  <a:highlight>
                    <a:srgbClr val="FFFFFF"/>
                  </a:highlight>
                  <a:latin typeface="Montserrat SemiBold" panose="00000700000000000000" pitchFamily="2" charset="0"/>
                </a:rPr>
                <a:t>%</a:t>
              </a:r>
              <a:endParaRPr lang="tr-TR" sz="1400" dirty="0">
                <a:solidFill>
                  <a:srgbClr val="4C9ADB"/>
                </a:solidFill>
                <a:latin typeface="Montserrat SemiBold" panose="00000700000000000000" pitchFamily="2" charset="0"/>
              </a:endParaRPr>
            </a:p>
          </p:txBody>
        </p:sp>
        <p:sp>
          <p:nvSpPr>
            <p:cNvPr id="113" name="Metin kutusu 112">
              <a:extLst>
                <a:ext uri="{FF2B5EF4-FFF2-40B4-BE49-F238E27FC236}">
                  <a16:creationId xmlns:a16="http://schemas.microsoft.com/office/drawing/2014/main" id="{8ECA3C71-B90C-5C79-92BE-D4A43231630C}"/>
                </a:ext>
              </a:extLst>
            </p:cNvPr>
            <p:cNvSpPr txBox="1"/>
            <p:nvPr/>
          </p:nvSpPr>
          <p:spPr>
            <a:xfrm>
              <a:off x="9491567" y="5816406"/>
              <a:ext cx="1970701" cy="461665"/>
            </a:xfrm>
            <a:prstGeom prst="rect">
              <a:avLst/>
            </a:prstGeom>
            <a:noFill/>
          </p:spPr>
          <p:txBody>
            <a:bodyPr wrap="square">
              <a:spAutoFit/>
            </a:bodyPr>
            <a:lstStyle/>
            <a:p>
              <a:r>
                <a:rPr lang="tr-TR" sz="1200" b="0" i="0" cap="all" dirty="0" err="1">
                  <a:solidFill>
                    <a:srgbClr val="25252C"/>
                  </a:solidFill>
                  <a:effectLst/>
                  <a:highlight>
                    <a:srgbClr val="FFFFFF"/>
                  </a:highlight>
                  <a:latin typeface="+mj-lt"/>
                </a:rPr>
                <a:t>OnlIne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expense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management</a:t>
              </a:r>
              <a:endParaRPr lang="tr-TR" sz="1200" dirty="0">
                <a:latin typeface="+mj-lt"/>
              </a:endParaRPr>
            </a:p>
          </p:txBody>
        </p:sp>
        <p:cxnSp>
          <p:nvCxnSpPr>
            <p:cNvPr id="114" name="Düz Bağlayıcı 113">
              <a:extLst>
                <a:ext uri="{FF2B5EF4-FFF2-40B4-BE49-F238E27FC236}">
                  <a16:creationId xmlns:a16="http://schemas.microsoft.com/office/drawing/2014/main" id="{18380BCB-3B68-498E-6E7C-C5B6B59EDEE3}"/>
                </a:ext>
              </a:extLst>
            </p:cNvPr>
            <p:cNvCxnSpPr>
              <a:cxnSpLocks/>
            </p:cNvCxnSpPr>
            <p:nvPr/>
          </p:nvCxnSpPr>
          <p:spPr>
            <a:xfrm>
              <a:off x="8924341" y="6405340"/>
              <a:ext cx="2304000" cy="0"/>
            </a:xfrm>
            <a:prstGeom prst="line">
              <a:avLst/>
            </a:prstGeom>
          </p:spPr>
          <p:style>
            <a:lnRef idx="1">
              <a:schemeClr val="dk1"/>
            </a:lnRef>
            <a:fillRef idx="0">
              <a:schemeClr val="dk1"/>
            </a:fillRef>
            <a:effectRef idx="0">
              <a:schemeClr val="dk1"/>
            </a:effectRef>
            <a:fontRef idx="minor">
              <a:schemeClr val="tx1"/>
            </a:fontRef>
          </p:style>
        </p:cxnSp>
      </p:grpSp>
      <p:graphicFrame>
        <p:nvGraphicFramePr>
          <p:cNvPr id="19" name="Chart 9">
            <a:extLst>
              <a:ext uri="{FF2B5EF4-FFF2-40B4-BE49-F238E27FC236}">
                <a16:creationId xmlns:a16="http://schemas.microsoft.com/office/drawing/2014/main" id="{CB2957A3-C29F-EA0C-D4F9-6E1774FD7D32}"/>
              </a:ext>
            </a:extLst>
          </p:cNvPr>
          <p:cNvGraphicFramePr>
            <a:graphicFrameLocks/>
          </p:cNvGraphicFramePr>
          <p:nvPr>
            <p:extLst>
              <p:ext uri="{D42A27DB-BD31-4B8C-83A1-F6EECF244321}">
                <p14:modId xmlns:p14="http://schemas.microsoft.com/office/powerpoint/2010/main" val="3697842235"/>
              </p:ext>
            </p:extLst>
          </p:nvPr>
        </p:nvGraphicFramePr>
        <p:xfrm>
          <a:off x="695326" y="1392132"/>
          <a:ext cx="4987017" cy="4890682"/>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6">
            <a:extLst>
              <a:ext uri="{FF2B5EF4-FFF2-40B4-BE49-F238E27FC236}">
                <a16:creationId xmlns:a16="http://schemas.microsoft.com/office/drawing/2014/main" id="{2C272AF8-2197-51B5-CD77-5ABC943D88DB}"/>
              </a:ext>
            </a:extLst>
          </p:cNvPr>
          <p:cNvSpPr txBox="1"/>
          <p:nvPr/>
        </p:nvSpPr>
        <p:spPr>
          <a:xfrm>
            <a:off x="2083966" y="2951930"/>
            <a:ext cx="2237726" cy="2616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GB" sz="1100" dirty="0">
                <a:solidFill>
                  <a:schemeClr val="tx1">
                    <a:lumMod val="50000"/>
                    <a:lumOff val="50000"/>
                  </a:schemeClr>
                </a:solidFill>
                <a:ea typeface="Open Sans" panose="020B0606030504020204" pitchFamily="34" charset="0"/>
                <a:cs typeface="Open Sans" panose="020B0606030504020204" pitchFamily="34" charset="0"/>
              </a:rPr>
              <a:t>Save</a:t>
            </a:r>
          </a:p>
        </p:txBody>
      </p:sp>
      <p:sp>
        <p:nvSpPr>
          <p:cNvPr id="20" name="TextBox 5">
            <a:extLst>
              <a:ext uri="{FF2B5EF4-FFF2-40B4-BE49-F238E27FC236}">
                <a16:creationId xmlns:a16="http://schemas.microsoft.com/office/drawing/2014/main" id="{E98D4C97-5354-D2A4-0E9C-B113753AE082}"/>
              </a:ext>
            </a:extLst>
          </p:cNvPr>
          <p:cNvSpPr txBox="1"/>
          <p:nvPr/>
        </p:nvSpPr>
        <p:spPr>
          <a:xfrm>
            <a:off x="2083966" y="4098608"/>
            <a:ext cx="2237726" cy="2616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1100" dirty="0">
                <a:solidFill>
                  <a:schemeClr val="tx1">
                    <a:lumMod val="50000"/>
                    <a:lumOff val="50000"/>
                  </a:schemeClr>
                </a:solidFill>
                <a:ea typeface="Open Sans" panose="020B0606030504020204" pitchFamily="34" charset="0"/>
                <a:cs typeface="Open Sans" panose="020B0606030504020204" pitchFamily="34" charset="0"/>
              </a:rPr>
              <a:t>across the term of the contract</a:t>
            </a:r>
          </a:p>
        </p:txBody>
      </p:sp>
    </p:spTree>
    <p:extLst>
      <p:ext uri="{BB962C8B-B14F-4D97-AF65-F5344CB8AC3E}">
        <p14:creationId xmlns:p14="http://schemas.microsoft.com/office/powerpoint/2010/main" val="6578909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Numarası Yer Tutucusu 1">
            <a:extLst>
              <a:ext uri="{FF2B5EF4-FFF2-40B4-BE49-F238E27FC236}">
                <a16:creationId xmlns:a16="http://schemas.microsoft.com/office/drawing/2014/main" id="{4799F497-A7B6-4959-CA18-E0445795558A}"/>
              </a:ext>
            </a:extLst>
          </p:cNvPr>
          <p:cNvSpPr>
            <a:spLocks noGrp="1"/>
          </p:cNvSpPr>
          <p:nvPr>
            <p:ph type="sldNum" sz="quarter" idx="12"/>
          </p:nvPr>
        </p:nvSpPr>
        <p:spPr/>
        <p:txBody>
          <a:bodyPr/>
          <a:lstStyle/>
          <a:p>
            <a:fld id="{3531A8E9-B4CF-5643-AF96-CB4C768DAD63}" type="slidenum">
              <a:rPr lang="en-US" smtClean="0"/>
              <a:t>5</a:t>
            </a:fld>
            <a:endParaRPr lang="en-US"/>
          </a:p>
        </p:txBody>
      </p:sp>
      <p:sp>
        <p:nvSpPr>
          <p:cNvPr id="4" name="Title 2">
            <a:extLst>
              <a:ext uri="{FF2B5EF4-FFF2-40B4-BE49-F238E27FC236}">
                <a16:creationId xmlns:a16="http://schemas.microsoft.com/office/drawing/2014/main" id="{86DF87E2-0A1C-D1BB-361D-C6ECA4633BB3}"/>
              </a:ext>
            </a:extLst>
          </p:cNvPr>
          <p:cNvSpPr>
            <a:spLocks noGrp="1"/>
          </p:cNvSpPr>
          <p:nvPr>
            <p:ph type="title"/>
          </p:nvPr>
        </p:nvSpPr>
        <p:spPr>
          <a:xfrm>
            <a:off x="694800" y="429459"/>
            <a:ext cx="10801349" cy="388773"/>
          </a:xfrm>
        </p:spPr>
        <p:txBody>
          <a:bodyPr>
            <a:normAutofit/>
          </a:bodyPr>
          <a:lstStyle/>
          <a:p>
            <a:r>
              <a:rPr lang="en-GB" dirty="0"/>
              <a:t>TOTAL COST OF DELAY</a:t>
            </a:r>
            <a:r>
              <a:rPr lang="tr-TR" dirty="0"/>
              <a:t> : BREAKDOWN</a:t>
            </a:r>
            <a:endParaRPr lang="en-GB" dirty="0"/>
          </a:p>
        </p:txBody>
      </p:sp>
      <p:grpSp>
        <p:nvGrpSpPr>
          <p:cNvPr id="8" name="Grup 7">
            <a:extLst>
              <a:ext uri="{FF2B5EF4-FFF2-40B4-BE49-F238E27FC236}">
                <a16:creationId xmlns:a16="http://schemas.microsoft.com/office/drawing/2014/main" id="{D652DCD0-C009-2081-FA82-3662C7BF1E7B}"/>
              </a:ext>
            </a:extLst>
          </p:cNvPr>
          <p:cNvGrpSpPr/>
          <p:nvPr/>
        </p:nvGrpSpPr>
        <p:grpSpPr>
          <a:xfrm>
            <a:off x="612523" y="1555506"/>
            <a:ext cx="2738027" cy="1134010"/>
            <a:chOff x="323184" y="683777"/>
            <a:chExt cx="3395944" cy="1201040"/>
          </a:xfrm>
        </p:grpSpPr>
        <p:sp>
          <p:nvSpPr>
            <p:cNvPr id="3" name="TextBox 41">
              <a:extLst>
                <a:ext uri="{FF2B5EF4-FFF2-40B4-BE49-F238E27FC236}">
                  <a16:creationId xmlns:a16="http://schemas.microsoft.com/office/drawing/2014/main" id="{22F32B97-3F00-B750-6AA5-DA551F12C778}"/>
                </a:ext>
              </a:extLst>
            </p:cNvPr>
            <p:cNvSpPr txBox="1"/>
            <p:nvPr/>
          </p:nvSpPr>
          <p:spPr>
            <a:xfrm>
              <a:off x="356496" y="683777"/>
              <a:ext cx="2612846" cy="391163"/>
            </a:xfrm>
            <a:prstGeom prst="rect">
              <a:avLst/>
            </a:prstGeom>
            <a:noFill/>
          </p:spPr>
          <p:txBody>
            <a:bodyPr wrap="square" rtlCol="0" anchor="b" anchorCtr="0">
              <a:spAutoFit/>
            </a:bodyPr>
            <a:lstStyle/>
            <a:p>
              <a:r>
                <a:rPr lang="tr-TR" b="1" i="0" dirty="0">
                  <a:solidFill>
                    <a:srgbClr val="F15D23"/>
                  </a:solidFill>
                  <a:effectLst/>
                  <a:latin typeface="Open Sans" panose="020B0606030504020204" pitchFamily="34" charset="0"/>
                </a:rPr>
                <a:t>£</a:t>
              </a:r>
              <a:r>
                <a:rPr lang="tr-TR" b="1" dirty="0" err="1">
                  <a:solidFill>
                    <a:srgbClr val="F15D23"/>
                  </a:solidFill>
                  <a:latin typeface="Montserrat SemiBold" panose="00000700000000000000" pitchFamily="2" charset="0"/>
                </a:rPr>
                <a:t>prpoval</a:t>
              </a:r>
              <a:endParaRPr lang="en-US" b="1" dirty="0">
                <a:latin typeface="Montserrat SemiBold" panose="00000700000000000000" pitchFamily="2" charset="0"/>
                <a:ea typeface="League Spartan" charset="0"/>
                <a:cs typeface="Poppins" pitchFamily="2" charset="77"/>
              </a:endParaRPr>
            </a:p>
          </p:txBody>
        </p:sp>
        <p:sp>
          <p:nvSpPr>
            <p:cNvPr id="5" name="Metin kutusu 4">
              <a:extLst>
                <a:ext uri="{FF2B5EF4-FFF2-40B4-BE49-F238E27FC236}">
                  <a16:creationId xmlns:a16="http://schemas.microsoft.com/office/drawing/2014/main" id="{11C0659B-B953-2BD7-B07D-1642C2DDDF68}"/>
                </a:ext>
              </a:extLst>
            </p:cNvPr>
            <p:cNvSpPr txBox="1"/>
            <p:nvPr/>
          </p:nvSpPr>
          <p:spPr>
            <a:xfrm>
              <a:off x="356496" y="1098031"/>
              <a:ext cx="3362632" cy="277074"/>
            </a:xfrm>
            <a:prstGeom prst="rect">
              <a:avLst/>
            </a:prstGeom>
            <a:noFill/>
          </p:spPr>
          <p:txBody>
            <a:bodyPr wrap="square">
              <a:spAutoFit/>
            </a:bodyPr>
            <a:lstStyle/>
            <a:p>
              <a:pPr algn="l"/>
              <a:r>
                <a:rPr lang="tr-TR" sz="1100" b="1" i="0" cap="all" dirty="0" err="1">
                  <a:solidFill>
                    <a:srgbClr val="555555"/>
                  </a:solidFill>
                  <a:effectLst/>
                  <a:latin typeface="Montserrat SemiBold" panose="00000700000000000000" pitchFamily="2" charset="0"/>
                </a:rPr>
                <a:t>RaIsIng</a:t>
              </a:r>
              <a:r>
                <a:rPr lang="tr-TR" sz="1100" b="1" i="0" cap="all" dirty="0">
                  <a:solidFill>
                    <a:srgbClr val="555555"/>
                  </a:solidFill>
                  <a:effectLst/>
                  <a:latin typeface="Montserrat SemiBold" panose="00000700000000000000" pitchFamily="2" charset="0"/>
                </a:rPr>
                <a:t> </a:t>
              </a:r>
              <a:r>
                <a:rPr lang="tr-TR" sz="1100" b="1" i="0" cap="all" dirty="0" err="1">
                  <a:solidFill>
                    <a:srgbClr val="555555"/>
                  </a:solidFill>
                  <a:effectLst/>
                  <a:latin typeface="Montserrat SemiBold" panose="00000700000000000000" pitchFamily="2" charset="0"/>
                </a:rPr>
                <a:t>Purchase</a:t>
              </a:r>
              <a:r>
                <a:rPr lang="tr-TR" sz="1100" b="1" i="0" cap="all" dirty="0">
                  <a:solidFill>
                    <a:srgbClr val="555555"/>
                  </a:solidFill>
                  <a:effectLst/>
                  <a:latin typeface="Montserrat SemiBold" panose="00000700000000000000" pitchFamily="2" charset="0"/>
                </a:rPr>
                <a:t> </a:t>
              </a:r>
              <a:r>
                <a:rPr lang="tr-TR" sz="1100" b="1" i="0" cap="all" dirty="0" err="1">
                  <a:solidFill>
                    <a:srgbClr val="555555"/>
                  </a:solidFill>
                  <a:effectLst/>
                  <a:latin typeface="Montserrat SemiBold" panose="00000700000000000000" pitchFamily="2" charset="0"/>
                </a:rPr>
                <a:t>Orders</a:t>
              </a:r>
              <a:endParaRPr lang="tr-TR" sz="1100" b="1" i="0" cap="all" dirty="0">
                <a:solidFill>
                  <a:srgbClr val="555555"/>
                </a:solidFill>
                <a:effectLst/>
                <a:latin typeface="Montserrat SemiBold" panose="00000700000000000000" pitchFamily="2" charset="0"/>
              </a:endParaRPr>
            </a:p>
          </p:txBody>
        </p:sp>
        <p:sp>
          <p:nvSpPr>
            <p:cNvPr id="7" name="Metin kutusu 6">
              <a:extLst>
                <a:ext uri="{FF2B5EF4-FFF2-40B4-BE49-F238E27FC236}">
                  <a16:creationId xmlns:a16="http://schemas.microsoft.com/office/drawing/2014/main" id="{CE5DD493-8C8B-7B2F-C609-120E02BD117D}"/>
                </a:ext>
              </a:extLst>
            </p:cNvPr>
            <p:cNvSpPr txBox="1"/>
            <p:nvPr/>
          </p:nvSpPr>
          <p:spPr>
            <a:xfrm>
              <a:off x="323184" y="1477355"/>
              <a:ext cx="3261775" cy="407462"/>
            </a:xfrm>
            <a:prstGeom prst="rect">
              <a:avLst/>
            </a:prstGeom>
            <a:noFill/>
          </p:spPr>
          <p:txBody>
            <a:bodyPr wrap="square">
              <a:spAutoFit/>
            </a:bodyPr>
            <a:lstStyle/>
            <a:p>
              <a:r>
                <a:rPr lang="en-US" sz="950" b="0" i="0" dirty="0" err="1">
                  <a:solidFill>
                    <a:srgbClr val="555555"/>
                  </a:solidFill>
                  <a:effectLst/>
                  <a:latin typeface="Open Sans" panose="020B0606030504020204" pitchFamily="34" charset="0"/>
                </a:rPr>
                <a:t>Optimise</a:t>
              </a:r>
              <a:r>
                <a:rPr lang="en-US" sz="950" b="0" i="0" dirty="0">
                  <a:solidFill>
                    <a:srgbClr val="555555"/>
                  </a:solidFill>
                  <a:effectLst/>
                  <a:latin typeface="Open Sans" panose="020B0606030504020204" pitchFamily="34" charset="0"/>
                </a:rPr>
                <a:t> purchasing processes, </a:t>
              </a:r>
              <a:r>
                <a:rPr lang="en-US" sz="950" b="0" i="0" dirty="0" err="1">
                  <a:solidFill>
                    <a:srgbClr val="555555"/>
                  </a:solidFill>
                  <a:effectLst/>
                  <a:latin typeface="Open Sans" panose="020B0606030504020204" pitchFamily="34" charset="0"/>
                </a:rPr>
                <a:t>minimise</a:t>
              </a:r>
              <a:r>
                <a:rPr lang="en-US" sz="950" b="0" i="0" dirty="0">
                  <a:solidFill>
                    <a:srgbClr val="555555"/>
                  </a:solidFill>
                  <a:effectLst/>
                  <a:latin typeface="Open Sans" panose="020B0606030504020204" pitchFamily="34" charset="0"/>
                </a:rPr>
                <a:t> errors, and ensure timely procurement</a:t>
              </a:r>
              <a:endParaRPr lang="tr-TR" sz="950" dirty="0"/>
            </a:p>
          </p:txBody>
        </p:sp>
      </p:grpSp>
      <p:grpSp>
        <p:nvGrpSpPr>
          <p:cNvPr id="57" name="Grup 56">
            <a:extLst>
              <a:ext uri="{FF2B5EF4-FFF2-40B4-BE49-F238E27FC236}">
                <a16:creationId xmlns:a16="http://schemas.microsoft.com/office/drawing/2014/main" id="{F98E25A5-05E0-0F5A-B0CE-8A07D9D5A161}"/>
              </a:ext>
            </a:extLst>
          </p:cNvPr>
          <p:cNvGrpSpPr/>
          <p:nvPr/>
        </p:nvGrpSpPr>
        <p:grpSpPr>
          <a:xfrm>
            <a:off x="3283824" y="1555506"/>
            <a:ext cx="2711169" cy="1254544"/>
            <a:chOff x="356496" y="683777"/>
            <a:chExt cx="3362632" cy="1328701"/>
          </a:xfrm>
        </p:grpSpPr>
        <p:sp>
          <p:nvSpPr>
            <p:cNvPr id="58" name="TextBox 41">
              <a:extLst>
                <a:ext uri="{FF2B5EF4-FFF2-40B4-BE49-F238E27FC236}">
                  <a16:creationId xmlns:a16="http://schemas.microsoft.com/office/drawing/2014/main" id="{4F8C3667-588B-01E3-6ABC-422A96BD3866}"/>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F6911E"/>
                  </a:solidFill>
                  <a:effectLst/>
                  <a:latin typeface="Open Sans" panose="020B0606030504020204" pitchFamily="34" charset="0"/>
                </a:rPr>
                <a:t>£</a:t>
              </a:r>
              <a:r>
                <a:rPr lang="tr-TR" b="1" dirty="0" err="1">
                  <a:solidFill>
                    <a:srgbClr val="F6911E"/>
                  </a:solidFill>
                  <a:latin typeface="Montserrat SemiBold" panose="00000700000000000000" pitchFamily="2" charset="0"/>
                </a:rPr>
                <a:t>ppoaval</a:t>
              </a:r>
              <a:endParaRPr lang="en-US" b="1" dirty="0">
                <a:solidFill>
                  <a:srgbClr val="F6911E"/>
                </a:solidFill>
                <a:latin typeface="Montserrat SemiBold" panose="00000700000000000000" pitchFamily="2" charset="0"/>
                <a:ea typeface="League Spartan" charset="0"/>
                <a:cs typeface="Poppins" pitchFamily="2" charset="77"/>
              </a:endParaRPr>
            </a:p>
          </p:txBody>
        </p:sp>
        <p:sp>
          <p:nvSpPr>
            <p:cNvPr id="59" name="Metin kutusu 58">
              <a:extLst>
                <a:ext uri="{FF2B5EF4-FFF2-40B4-BE49-F238E27FC236}">
                  <a16:creationId xmlns:a16="http://schemas.microsoft.com/office/drawing/2014/main" id="{52EF5415-BE16-643E-44C5-4FB74BB57C6B}"/>
                </a:ext>
              </a:extLst>
            </p:cNvPr>
            <p:cNvSpPr txBox="1"/>
            <p:nvPr/>
          </p:nvSpPr>
          <p:spPr>
            <a:xfrm>
              <a:off x="356496" y="1098031"/>
              <a:ext cx="3362632" cy="277074"/>
            </a:xfrm>
            <a:prstGeom prst="rect">
              <a:avLst/>
            </a:prstGeom>
            <a:noFill/>
          </p:spPr>
          <p:txBody>
            <a:bodyPr wrap="square">
              <a:spAutoFit/>
            </a:bodyPr>
            <a:lstStyle/>
            <a:p>
              <a:pPr algn="l"/>
              <a:r>
                <a:rPr lang="tr-TR" sz="1100" b="1" cap="all" dirty="0" err="1">
                  <a:solidFill>
                    <a:srgbClr val="555555"/>
                  </a:solidFill>
                  <a:latin typeface="Montserrat SemiBold" panose="00000700000000000000" pitchFamily="2" charset="0"/>
                </a:rPr>
                <a:t>Purchase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Order</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approvals</a:t>
              </a:r>
              <a:endParaRPr lang="tr-TR" sz="1100" b="1" cap="all" dirty="0">
                <a:solidFill>
                  <a:srgbClr val="555555"/>
                </a:solidFill>
                <a:latin typeface="Montserrat SemiBold" panose="00000700000000000000" pitchFamily="2" charset="0"/>
              </a:endParaRPr>
            </a:p>
          </p:txBody>
        </p:sp>
        <p:sp>
          <p:nvSpPr>
            <p:cNvPr id="60" name="Metin kutusu 59">
              <a:extLst>
                <a:ext uri="{FF2B5EF4-FFF2-40B4-BE49-F238E27FC236}">
                  <a16:creationId xmlns:a16="http://schemas.microsoft.com/office/drawing/2014/main" id="{89890676-43BD-C906-5D2A-09FAB0D2B707}"/>
                </a:ext>
              </a:extLst>
            </p:cNvPr>
            <p:cNvSpPr txBox="1"/>
            <p:nvPr/>
          </p:nvSpPr>
          <p:spPr>
            <a:xfrm>
              <a:off x="356496" y="1450180"/>
              <a:ext cx="3261775" cy="562298"/>
            </a:xfrm>
            <a:prstGeom prst="rect">
              <a:avLst/>
            </a:prstGeom>
            <a:noFill/>
          </p:spPr>
          <p:txBody>
            <a:bodyPr wrap="square">
              <a:spAutoFit/>
            </a:bodyPr>
            <a:lstStyle/>
            <a:p>
              <a:r>
                <a:rPr lang="en-US" sz="950" dirty="0">
                  <a:solidFill>
                    <a:srgbClr val="555555"/>
                  </a:solidFill>
                  <a:latin typeface="Open Sans" panose="020B0606030504020204" pitchFamily="34" charset="0"/>
                </a:rPr>
                <a:t>Improve precision and ensure timely purchase order processes, ultimately enhancing operational efficiency.</a:t>
              </a:r>
              <a:endParaRPr lang="tr-TR" sz="950" dirty="0">
                <a:solidFill>
                  <a:srgbClr val="555555"/>
                </a:solidFill>
                <a:latin typeface="Open Sans" panose="020B0606030504020204" pitchFamily="34" charset="0"/>
              </a:endParaRPr>
            </a:p>
          </p:txBody>
        </p:sp>
      </p:grpSp>
      <p:grpSp>
        <p:nvGrpSpPr>
          <p:cNvPr id="61" name="Grup 60">
            <a:extLst>
              <a:ext uri="{FF2B5EF4-FFF2-40B4-BE49-F238E27FC236}">
                <a16:creationId xmlns:a16="http://schemas.microsoft.com/office/drawing/2014/main" id="{6348A403-BBD3-7C03-63D8-71DB33FCEC60}"/>
              </a:ext>
            </a:extLst>
          </p:cNvPr>
          <p:cNvGrpSpPr/>
          <p:nvPr/>
        </p:nvGrpSpPr>
        <p:grpSpPr>
          <a:xfrm>
            <a:off x="5928267" y="1555507"/>
            <a:ext cx="2711169" cy="1236422"/>
            <a:chOff x="356496" y="683777"/>
            <a:chExt cx="3362632" cy="1309506"/>
          </a:xfrm>
        </p:grpSpPr>
        <p:sp>
          <p:nvSpPr>
            <p:cNvPr id="62" name="TextBox 41">
              <a:extLst>
                <a:ext uri="{FF2B5EF4-FFF2-40B4-BE49-F238E27FC236}">
                  <a16:creationId xmlns:a16="http://schemas.microsoft.com/office/drawing/2014/main" id="{76824EF2-887D-D375-D8A5-111DB55811D2}"/>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F37721"/>
                  </a:solidFill>
                  <a:effectLst/>
                  <a:latin typeface="Open Sans" panose="020B0606030504020204" pitchFamily="34" charset="0"/>
                </a:rPr>
                <a:t>£</a:t>
              </a:r>
              <a:r>
                <a:rPr lang="tr-TR" b="1" dirty="0" err="1">
                  <a:solidFill>
                    <a:srgbClr val="F37721"/>
                  </a:solidFill>
                  <a:latin typeface="Montserrat SemiBold" panose="00000700000000000000" pitchFamily="2" charset="0"/>
                </a:rPr>
                <a:t>pcipval</a:t>
              </a:r>
              <a:endParaRPr lang="en-US" b="1" dirty="0">
                <a:solidFill>
                  <a:srgbClr val="F37721"/>
                </a:solidFill>
                <a:latin typeface="Montserrat SemiBold" panose="00000700000000000000" pitchFamily="2" charset="0"/>
                <a:ea typeface="League Spartan" charset="0"/>
                <a:cs typeface="Poppins" pitchFamily="2" charset="77"/>
              </a:endParaRPr>
            </a:p>
          </p:txBody>
        </p:sp>
        <p:sp>
          <p:nvSpPr>
            <p:cNvPr id="63" name="Metin kutusu 62">
              <a:extLst>
                <a:ext uri="{FF2B5EF4-FFF2-40B4-BE49-F238E27FC236}">
                  <a16:creationId xmlns:a16="http://schemas.microsoft.com/office/drawing/2014/main" id="{01DB5729-5F76-DD4E-DECD-00DBA4631227}"/>
                </a:ext>
              </a:extLst>
            </p:cNvPr>
            <p:cNvSpPr txBox="1"/>
            <p:nvPr/>
          </p:nvSpPr>
          <p:spPr>
            <a:xfrm>
              <a:off x="356496" y="1063999"/>
              <a:ext cx="3362632" cy="277074"/>
            </a:xfrm>
            <a:prstGeom prst="rect">
              <a:avLst/>
            </a:prstGeom>
            <a:noFill/>
          </p:spPr>
          <p:txBody>
            <a:bodyPr wrap="square">
              <a:spAutoFit/>
            </a:bodyPr>
            <a:lstStyle/>
            <a:p>
              <a:pPr algn="l"/>
              <a:r>
                <a:rPr lang="tr-TR" sz="1100" b="1" cap="all" dirty="0" err="1">
                  <a:solidFill>
                    <a:srgbClr val="555555"/>
                  </a:solidFill>
                  <a:latin typeface="Montserrat SemiBold" panose="00000700000000000000" pitchFamily="2" charset="0"/>
                </a:rPr>
                <a:t>Cod</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ng</a:t>
              </a:r>
              <a:r>
                <a:rPr lang="tr-TR" sz="1100" b="1" cap="all" dirty="0">
                  <a:solidFill>
                    <a:srgbClr val="555555"/>
                  </a:solidFill>
                  <a:latin typeface="Montserrat SemiBold" panose="00000700000000000000" pitchFamily="2" charset="0"/>
                </a:rPr>
                <a:t> </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nvo</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ce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processes</a:t>
              </a:r>
              <a:endParaRPr lang="tr-TR" sz="1100" b="1" cap="all" dirty="0">
                <a:solidFill>
                  <a:srgbClr val="555555"/>
                </a:solidFill>
                <a:latin typeface="Montserrat SemiBold" panose="00000700000000000000" pitchFamily="2" charset="0"/>
              </a:endParaRPr>
            </a:p>
          </p:txBody>
        </p:sp>
        <p:sp>
          <p:nvSpPr>
            <p:cNvPr id="64" name="Metin kutusu 63">
              <a:extLst>
                <a:ext uri="{FF2B5EF4-FFF2-40B4-BE49-F238E27FC236}">
                  <a16:creationId xmlns:a16="http://schemas.microsoft.com/office/drawing/2014/main" id="{70B7DF68-A6B1-A7D1-1FE0-C4BC70BD0EDD}"/>
                </a:ext>
              </a:extLst>
            </p:cNvPr>
            <p:cNvSpPr txBox="1"/>
            <p:nvPr/>
          </p:nvSpPr>
          <p:spPr>
            <a:xfrm>
              <a:off x="356496" y="1430986"/>
              <a:ext cx="3261775" cy="562297"/>
            </a:xfrm>
            <a:prstGeom prst="rect">
              <a:avLst/>
            </a:prstGeom>
            <a:noFill/>
          </p:spPr>
          <p:txBody>
            <a:bodyPr wrap="square">
              <a:spAutoFit/>
            </a:bodyPr>
            <a:lstStyle/>
            <a:p>
              <a:r>
                <a:rPr lang="en-US" sz="950" dirty="0" err="1">
                  <a:solidFill>
                    <a:srgbClr val="555555"/>
                  </a:solidFill>
                  <a:latin typeface="Open Sans" panose="020B0606030504020204" pitchFamily="34" charset="0"/>
                </a:rPr>
                <a:t>Minimise</a:t>
              </a:r>
              <a:r>
                <a:rPr lang="en-US" sz="950" dirty="0">
                  <a:solidFill>
                    <a:srgbClr val="555555"/>
                  </a:solidFill>
                  <a:latin typeface="Open Sans" panose="020B0606030504020204" pitchFamily="34" charset="0"/>
                </a:rPr>
                <a:t> errors and boost customer satisfaction by ensuring invoices are accurate and timely.</a:t>
              </a:r>
              <a:endParaRPr lang="tr-TR" sz="950" dirty="0">
                <a:solidFill>
                  <a:srgbClr val="555555"/>
                </a:solidFill>
                <a:latin typeface="Open Sans" panose="020B0606030504020204" pitchFamily="34" charset="0"/>
              </a:endParaRPr>
            </a:p>
          </p:txBody>
        </p:sp>
      </p:grpSp>
      <p:grpSp>
        <p:nvGrpSpPr>
          <p:cNvPr id="65" name="Grup 64">
            <a:extLst>
              <a:ext uri="{FF2B5EF4-FFF2-40B4-BE49-F238E27FC236}">
                <a16:creationId xmlns:a16="http://schemas.microsoft.com/office/drawing/2014/main" id="{7470ADB2-C72B-CAF1-540B-C342E3A40EE7}"/>
              </a:ext>
            </a:extLst>
          </p:cNvPr>
          <p:cNvGrpSpPr/>
          <p:nvPr/>
        </p:nvGrpSpPr>
        <p:grpSpPr>
          <a:xfrm>
            <a:off x="8572711" y="1555506"/>
            <a:ext cx="2817024" cy="1236422"/>
            <a:chOff x="356496" y="683777"/>
            <a:chExt cx="3362632" cy="1309507"/>
          </a:xfrm>
        </p:grpSpPr>
        <p:sp>
          <p:nvSpPr>
            <p:cNvPr id="66" name="TextBox 41">
              <a:extLst>
                <a:ext uri="{FF2B5EF4-FFF2-40B4-BE49-F238E27FC236}">
                  <a16:creationId xmlns:a16="http://schemas.microsoft.com/office/drawing/2014/main" id="{1EB35EE1-4666-4F9B-E86F-8E125084A501}"/>
                </a:ext>
              </a:extLst>
            </p:cNvPr>
            <p:cNvSpPr txBox="1"/>
            <p:nvPr/>
          </p:nvSpPr>
          <p:spPr>
            <a:xfrm>
              <a:off x="356496" y="683777"/>
              <a:ext cx="2612845" cy="391163"/>
            </a:xfrm>
            <a:prstGeom prst="rect">
              <a:avLst/>
            </a:prstGeom>
            <a:noFill/>
          </p:spPr>
          <p:txBody>
            <a:bodyPr wrap="square" rtlCol="0" anchor="b" anchorCtr="0">
              <a:spAutoFit/>
            </a:bodyPr>
            <a:lstStyle/>
            <a:p>
              <a:r>
                <a:rPr lang="tr-TR" b="1" i="0" dirty="0">
                  <a:solidFill>
                    <a:srgbClr val="616173"/>
                  </a:solidFill>
                  <a:effectLst/>
                  <a:latin typeface="Open Sans" panose="020B0606030504020204" pitchFamily="34" charset="0"/>
                </a:rPr>
                <a:t>£</a:t>
              </a:r>
              <a:r>
                <a:rPr lang="tr-TR" b="1" dirty="0" err="1">
                  <a:solidFill>
                    <a:srgbClr val="616173"/>
                  </a:solidFill>
                  <a:latin typeface="Montserrat SemiBold" panose="00000700000000000000" pitchFamily="2" charset="0"/>
                </a:rPr>
                <a:t>pmspival</a:t>
              </a:r>
              <a:endParaRPr lang="en-US" b="1" dirty="0">
                <a:solidFill>
                  <a:srgbClr val="616173"/>
                </a:solidFill>
                <a:latin typeface="Montserrat SemiBold" panose="00000700000000000000" pitchFamily="2" charset="0"/>
                <a:ea typeface="League Spartan" charset="0"/>
                <a:cs typeface="Poppins" pitchFamily="2" charset="77"/>
              </a:endParaRPr>
            </a:p>
          </p:txBody>
        </p:sp>
        <p:sp>
          <p:nvSpPr>
            <p:cNvPr id="67" name="Metin kutusu 66">
              <a:extLst>
                <a:ext uri="{FF2B5EF4-FFF2-40B4-BE49-F238E27FC236}">
                  <a16:creationId xmlns:a16="http://schemas.microsoft.com/office/drawing/2014/main" id="{B4C366F9-7CA7-D5CB-D168-B331177566FD}"/>
                </a:ext>
              </a:extLst>
            </p:cNvPr>
            <p:cNvSpPr txBox="1"/>
            <p:nvPr/>
          </p:nvSpPr>
          <p:spPr>
            <a:xfrm>
              <a:off x="356496" y="1035612"/>
              <a:ext cx="3362632" cy="456357"/>
            </a:xfrm>
            <a:prstGeom prst="rect">
              <a:avLst/>
            </a:prstGeom>
            <a:noFill/>
          </p:spPr>
          <p:txBody>
            <a:bodyPr wrap="square">
              <a:spAutoFit/>
            </a:bodyPr>
            <a:lstStyle/>
            <a:p>
              <a:pPr algn="l"/>
              <a:r>
                <a:rPr lang="en-US" sz="1100" b="1" cap="all" dirty="0">
                  <a:solidFill>
                    <a:srgbClr val="555555"/>
                  </a:solidFill>
                  <a:latin typeface="Montserrat SemiBold" panose="00000700000000000000" pitchFamily="2" charset="0"/>
                </a:rPr>
                <a:t>Management of supplier and purchase invoices</a:t>
              </a:r>
              <a:endParaRPr lang="tr-TR" sz="1100" b="1" cap="all" dirty="0">
                <a:solidFill>
                  <a:srgbClr val="555555"/>
                </a:solidFill>
                <a:latin typeface="Montserrat SemiBold" panose="00000700000000000000" pitchFamily="2" charset="0"/>
              </a:endParaRPr>
            </a:p>
          </p:txBody>
        </p:sp>
        <p:sp>
          <p:nvSpPr>
            <p:cNvPr id="68" name="Metin kutusu 67">
              <a:extLst>
                <a:ext uri="{FF2B5EF4-FFF2-40B4-BE49-F238E27FC236}">
                  <a16:creationId xmlns:a16="http://schemas.microsoft.com/office/drawing/2014/main" id="{A513D85B-78B3-DBE2-BD9A-ABE5F9E43C18}"/>
                </a:ext>
              </a:extLst>
            </p:cNvPr>
            <p:cNvSpPr txBox="1"/>
            <p:nvPr/>
          </p:nvSpPr>
          <p:spPr>
            <a:xfrm>
              <a:off x="356496" y="1430987"/>
              <a:ext cx="3261775" cy="562297"/>
            </a:xfrm>
            <a:prstGeom prst="rect">
              <a:avLst/>
            </a:prstGeom>
            <a:noFill/>
          </p:spPr>
          <p:txBody>
            <a:bodyPr wrap="square">
              <a:spAutoFit/>
            </a:bodyPr>
            <a:lstStyle/>
            <a:p>
              <a:r>
                <a:rPr lang="en-US" sz="950" dirty="0">
                  <a:solidFill>
                    <a:srgbClr val="555555"/>
                  </a:solidFill>
                  <a:latin typeface="Open Sans" panose="020B0606030504020204" pitchFamily="34" charset="0"/>
                </a:rPr>
                <a:t>Ensure timely payments, maintain good supplier relationships, and contribute to efficient financial operations.</a:t>
              </a:r>
              <a:endParaRPr lang="tr-TR" sz="950" dirty="0">
                <a:solidFill>
                  <a:srgbClr val="555555"/>
                </a:solidFill>
                <a:latin typeface="Open Sans" panose="020B0606030504020204" pitchFamily="34" charset="0"/>
              </a:endParaRPr>
            </a:p>
          </p:txBody>
        </p:sp>
      </p:grpSp>
      <p:grpSp>
        <p:nvGrpSpPr>
          <p:cNvPr id="101" name="Grup 100">
            <a:extLst>
              <a:ext uri="{FF2B5EF4-FFF2-40B4-BE49-F238E27FC236}">
                <a16:creationId xmlns:a16="http://schemas.microsoft.com/office/drawing/2014/main" id="{63970938-07D4-7FBB-C212-E5A391FCEEBA}"/>
              </a:ext>
            </a:extLst>
          </p:cNvPr>
          <p:cNvGrpSpPr/>
          <p:nvPr/>
        </p:nvGrpSpPr>
        <p:grpSpPr>
          <a:xfrm>
            <a:off x="639381" y="3093878"/>
            <a:ext cx="2711169" cy="1370981"/>
            <a:chOff x="356496" y="683777"/>
            <a:chExt cx="3362632" cy="1452020"/>
          </a:xfrm>
        </p:grpSpPr>
        <p:sp>
          <p:nvSpPr>
            <p:cNvPr id="102" name="TextBox 41">
              <a:extLst>
                <a:ext uri="{FF2B5EF4-FFF2-40B4-BE49-F238E27FC236}">
                  <a16:creationId xmlns:a16="http://schemas.microsoft.com/office/drawing/2014/main" id="{8405EFC9-E102-49D6-6EF0-82763702D37E}"/>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1078CF"/>
                  </a:solidFill>
                  <a:effectLst/>
                  <a:latin typeface="Open Sans" panose="020B0606030504020204" pitchFamily="34" charset="0"/>
                </a:rPr>
                <a:t>£</a:t>
              </a:r>
              <a:r>
                <a:rPr lang="tr-TR" b="1" dirty="0" err="1">
                  <a:solidFill>
                    <a:srgbClr val="1078CF"/>
                  </a:solidFill>
                  <a:latin typeface="Montserrat SemiBold" panose="00000700000000000000" pitchFamily="2" charset="0"/>
                </a:rPr>
                <a:t>pmslval</a:t>
              </a:r>
              <a:endParaRPr lang="en-US" b="1" dirty="0">
                <a:solidFill>
                  <a:srgbClr val="1078CF"/>
                </a:solidFill>
                <a:latin typeface="Montserrat SemiBold" panose="00000700000000000000" pitchFamily="2" charset="0"/>
                <a:ea typeface="League Spartan" charset="0"/>
                <a:cs typeface="Poppins" pitchFamily="2" charset="77"/>
              </a:endParaRPr>
            </a:p>
          </p:txBody>
        </p:sp>
        <p:sp>
          <p:nvSpPr>
            <p:cNvPr id="103" name="Metin kutusu 102">
              <a:extLst>
                <a:ext uri="{FF2B5EF4-FFF2-40B4-BE49-F238E27FC236}">
                  <a16:creationId xmlns:a16="http://schemas.microsoft.com/office/drawing/2014/main" id="{EE4731C8-E691-F24C-1264-5D180A9D9577}"/>
                </a:ext>
              </a:extLst>
            </p:cNvPr>
            <p:cNvSpPr txBox="1"/>
            <p:nvPr/>
          </p:nvSpPr>
          <p:spPr>
            <a:xfrm>
              <a:off x="356496" y="1035612"/>
              <a:ext cx="3362632" cy="456357"/>
            </a:xfrm>
            <a:prstGeom prst="rect">
              <a:avLst/>
            </a:prstGeom>
            <a:noFill/>
          </p:spPr>
          <p:txBody>
            <a:bodyPr wrap="square">
              <a:spAutoFit/>
            </a:bodyPr>
            <a:lstStyle/>
            <a:p>
              <a:r>
                <a:rPr lang="en-US" sz="1100" b="1" cap="all" dirty="0">
                  <a:solidFill>
                    <a:srgbClr val="555555"/>
                  </a:solidFill>
                  <a:latin typeface="Montserrat SemiBold" panose="00000700000000000000" pitchFamily="2" charset="0"/>
                </a:rPr>
                <a:t>Managing Maverick spend &amp; Spend leakage</a:t>
              </a:r>
              <a:endParaRPr lang="tr-TR" sz="1100" b="1" cap="all" dirty="0">
                <a:solidFill>
                  <a:srgbClr val="555555"/>
                </a:solidFill>
                <a:latin typeface="Montserrat SemiBold" panose="00000700000000000000" pitchFamily="2" charset="0"/>
              </a:endParaRPr>
            </a:p>
          </p:txBody>
        </p:sp>
        <p:sp>
          <p:nvSpPr>
            <p:cNvPr id="104" name="Metin kutusu 103">
              <a:extLst>
                <a:ext uri="{FF2B5EF4-FFF2-40B4-BE49-F238E27FC236}">
                  <a16:creationId xmlns:a16="http://schemas.microsoft.com/office/drawing/2014/main" id="{FDEF0E98-0A9F-48CE-8429-19F6641A7B0A}"/>
                </a:ext>
              </a:extLst>
            </p:cNvPr>
            <p:cNvSpPr txBox="1"/>
            <p:nvPr/>
          </p:nvSpPr>
          <p:spPr>
            <a:xfrm>
              <a:off x="356496" y="1418665"/>
              <a:ext cx="3261775" cy="717132"/>
            </a:xfrm>
            <a:prstGeom prst="rect">
              <a:avLst/>
            </a:prstGeom>
            <a:noFill/>
          </p:spPr>
          <p:txBody>
            <a:bodyPr wrap="square">
              <a:spAutoFit/>
            </a:bodyPr>
            <a:lstStyle/>
            <a:p>
              <a:r>
                <a:rPr lang="en-US" sz="950" dirty="0">
                  <a:solidFill>
                    <a:srgbClr val="555555"/>
                  </a:solidFill>
                  <a:latin typeface="Open Sans" panose="020B0606030504020204" pitchFamily="34" charset="0"/>
                </a:rPr>
                <a:t>Enable significant cost savings, empowering your business to allocate resources more effectively and achieve greater financial stability.</a:t>
              </a:r>
              <a:endParaRPr lang="tr-TR" sz="950" dirty="0">
                <a:solidFill>
                  <a:srgbClr val="555555"/>
                </a:solidFill>
                <a:latin typeface="Open Sans" panose="020B0606030504020204" pitchFamily="34" charset="0"/>
              </a:endParaRPr>
            </a:p>
          </p:txBody>
        </p:sp>
      </p:grpSp>
      <p:grpSp>
        <p:nvGrpSpPr>
          <p:cNvPr id="105" name="Grup 104">
            <a:extLst>
              <a:ext uri="{FF2B5EF4-FFF2-40B4-BE49-F238E27FC236}">
                <a16:creationId xmlns:a16="http://schemas.microsoft.com/office/drawing/2014/main" id="{6EA10EF7-BBCF-88E8-5286-57CF48AA033D}"/>
              </a:ext>
            </a:extLst>
          </p:cNvPr>
          <p:cNvGrpSpPr/>
          <p:nvPr/>
        </p:nvGrpSpPr>
        <p:grpSpPr>
          <a:xfrm>
            <a:off x="3283824" y="3093877"/>
            <a:ext cx="2711169" cy="1392109"/>
            <a:chOff x="356496" y="683777"/>
            <a:chExt cx="3362632" cy="1474396"/>
          </a:xfrm>
        </p:grpSpPr>
        <p:sp>
          <p:nvSpPr>
            <p:cNvPr id="106" name="TextBox 41">
              <a:extLst>
                <a:ext uri="{FF2B5EF4-FFF2-40B4-BE49-F238E27FC236}">
                  <a16:creationId xmlns:a16="http://schemas.microsoft.com/office/drawing/2014/main" id="{110710D0-F844-4CED-6400-E571D0E48B28}"/>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FCB415"/>
                  </a:solidFill>
                  <a:effectLst/>
                  <a:latin typeface="Open Sans" panose="020B0606030504020204" pitchFamily="34" charset="0"/>
                </a:rPr>
                <a:t>£</a:t>
              </a:r>
              <a:r>
                <a:rPr lang="tr-TR" b="1" dirty="0" err="1">
                  <a:solidFill>
                    <a:srgbClr val="FCB415"/>
                  </a:solidFill>
                  <a:latin typeface="Montserrat SemiBold" panose="00000700000000000000" pitchFamily="2" charset="0"/>
                </a:rPr>
                <a:t>pfqmrval</a:t>
              </a:r>
              <a:endParaRPr lang="en-US" b="1" dirty="0">
                <a:solidFill>
                  <a:srgbClr val="FCB415"/>
                </a:solidFill>
                <a:latin typeface="Montserrat SemiBold" panose="00000700000000000000" pitchFamily="2" charset="0"/>
                <a:ea typeface="League Spartan" charset="0"/>
                <a:cs typeface="Poppins" pitchFamily="2" charset="77"/>
              </a:endParaRPr>
            </a:p>
          </p:txBody>
        </p:sp>
        <p:sp>
          <p:nvSpPr>
            <p:cNvPr id="107" name="Metin kutusu 106">
              <a:extLst>
                <a:ext uri="{FF2B5EF4-FFF2-40B4-BE49-F238E27FC236}">
                  <a16:creationId xmlns:a16="http://schemas.microsoft.com/office/drawing/2014/main" id="{D2E86102-1E86-EC74-3C17-D2762C0A5B9B}"/>
                </a:ext>
              </a:extLst>
            </p:cNvPr>
            <p:cNvSpPr txBox="1"/>
            <p:nvPr/>
          </p:nvSpPr>
          <p:spPr>
            <a:xfrm>
              <a:off x="356496" y="1035612"/>
              <a:ext cx="3362632" cy="456357"/>
            </a:xfrm>
            <a:prstGeom prst="rect">
              <a:avLst/>
            </a:prstGeom>
            <a:noFill/>
          </p:spPr>
          <p:txBody>
            <a:bodyPr wrap="square">
              <a:spAutoFit/>
            </a:bodyPr>
            <a:lstStyle/>
            <a:p>
              <a:pPr algn="l"/>
              <a:r>
                <a:rPr lang="en-US" sz="1100" b="1" cap="all" dirty="0">
                  <a:solidFill>
                    <a:srgbClr val="555555"/>
                  </a:solidFill>
                  <a:latin typeface="Montserrat SemiBold" panose="00000700000000000000" pitchFamily="2" charset="0"/>
                </a:rPr>
                <a:t>Finance query management and dashboard reporting</a:t>
              </a:r>
              <a:endParaRPr lang="tr-TR" sz="1100" b="1" cap="all" dirty="0">
                <a:solidFill>
                  <a:srgbClr val="555555"/>
                </a:solidFill>
                <a:latin typeface="Montserrat SemiBold" panose="00000700000000000000" pitchFamily="2" charset="0"/>
              </a:endParaRPr>
            </a:p>
          </p:txBody>
        </p:sp>
        <p:sp>
          <p:nvSpPr>
            <p:cNvPr id="108" name="Metin kutusu 107">
              <a:extLst>
                <a:ext uri="{FF2B5EF4-FFF2-40B4-BE49-F238E27FC236}">
                  <a16:creationId xmlns:a16="http://schemas.microsoft.com/office/drawing/2014/main" id="{B52508D1-3082-1BBA-EA36-0DCADDB47EDB}"/>
                </a:ext>
              </a:extLst>
            </p:cNvPr>
            <p:cNvSpPr txBox="1"/>
            <p:nvPr/>
          </p:nvSpPr>
          <p:spPr>
            <a:xfrm>
              <a:off x="356496" y="1441042"/>
              <a:ext cx="3261775" cy="717131"/>
            </a:xfrm>
            <a:prstGeom prst="rect">
              <a:avLst/>
            </a:prstGeom>
            <a:noFill/>
          </p:spPr>
          <p:txBody>
            <a:bodyPr wrap="square">
              <a:spAutoFit/>
            </a:bodyPr>
            <a:lstStyle/>
            <a:p>
              <a:r>
                <a:rPr lang="en-US" sz="950" dirty="0">
                  <a:solidFill>
                    <a:srgbClr val="555555"/>
                  </a:solidFill>
                  <a:latin typeface="Open Sans" panose="020B0606030504020204" pitchFamily="34" charset="0"/>
                </a:rPr>
                <a:t>Quicker decision-making, increased accuracy and enhanced visibility into financial performance, ultimately drives customer success and satisfaction.</a:t>
              </a:r>
              <a:endParaRPr lang="tr-TR" sz="950" dirty="0">
                <a:solidFill>
                  <a:srgbClr val="555555"/>
                </a:solidFill>
                <a:latin typeface="Open Sans" panose="020B0606030504020204" pitchFamily="34" charset="0"/>
              </a:endParaRPr>
            </a:p>
          </p:txBody>
        </p:sp>
      </p:grpSp>
      <p:grpSp>
        <p:nvGrpSpPr>
          <p:cNvPr id="109" name="Grup 108">
            <a:extLst>
              <a:ext uri="{FF2B5EF4-FFF2-40B4-BE49-F238E27FC236}">
                <a16:creationId xmlns:a16="http://schemas.microsoft.com/office/drawing/2014/main" id="{4AB562DE-9CD3-F33E-5606-DE490E0F965E}"/>
              </a:ext>
            </a:extLst>
          </p:cNvPr>
          <p:cNvGrpSpPr/>
          <p:nvPr/>
        </p:nvGrpSpPr>
        <p:grpSpPr>
          <a:xfrm>
            <a:off x="5928267" y="3093877"/>
            <a:ext cx="2711169" cy="1397126"/>
            <a:chOff x="356496" y="683777"/>
            <a:chExt cx="3362632" cy="1479709"/>
          </a:xfrm>
        </p:grpSpPr>
        <p:sp>
          <p:nvSpPr>
            <p:cNvPr id="110" name="TextBox 41">
              <a:extLst>
                <a:ext uri="{FF2B5EF4-FFF2-40B4-BE49-F238E27FC236}">
                  <a16:creationId xmlns:a16="http://schemas.microsoft.com/office/drawing/2014/main" id="{C4D3B900-CA76-28B7-D9F0-20582987BC8C}"/>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2D4FB2"/>
                  </a:solidFill>
                  <a:effectLst/>
                  <a:latin typeface="Open Sans" panose="020B0606030504020204" pitchFamily="34" charset="0"/>
                </a:rPr>
                <a:t>£</a:t>
              </a:r>
              <a:r>
                <a:rPr lang="tr-TR" b="1" dirty="0" err="1">
                  <a:solidFill>
                    <a:srgbClr val="2D4FB2"/>
                  </a:solidFill>
                  <a:latin typeface="Montserrat SemiBold" panose="00000700000000000000" pitchFamily="2" charset="0"/>
                </a:rPr>
                <a:t>pdcapval</a:t>
              </a:r>
              <a:endParaRPr lang="en-US" b="1" dirty="0">
                <a:solidFill>
                  <a:srgbClr val="2D4FB2"/>
                </a:solidFill>
                <a:latin typeface="Montserrat SemiBold" panose="00000700000000000000" pitchFamily="2" charset="0"/>
                <a:ea typeface="League Spartan" charset="0"/>
                <a:cs typeface="Poppins" pitchFamily="2" charset="77"/>
              </a:endParaRPr>
            </a:p>
          </p:txBody>
        </p:sp>
        <p:sp>
          <p:nvSpPr>
            <p:cNvPr id="111" name="Metin kutusu 110">
              <a:extLst>
                <a:ext uri="{FF2B5EF4-FFF2-40B4-BE49-F238E27FC236}">
                  <a16:creationId xmlns:a16="http://schemas.microsoft.com/office/drawing/2014/main" id="{68BE52E6-12A4-3342-83DA-22F2F3DF7254}"/>
                </a:ext>
              </a:extLst>
            </p:cNvPr>
            <p:cNvSpPr txBox="1"/>
            <p:nvPr/>
          </p:nvSpPr>
          <p:spPr>
            <a:xfrm>
              <a:off x="356496" y="1035612"/>
              <a:ext cx="3362632" cy="456357"/>
            </a:xfrm>
            <a:prstGeom prst="rect">
              <a:avLst/>
            </a:prstGeom>
            <a:noFill/>
          </p:spPr>
          <p:txBody>
            <a:bodyPr wrap="square">
              <a:spAutoFit/>
            </a:bodyPr>
            <a:lstStyle/>
            <a:p>
              <a:r>
                <a:rPr lang="tr-TR" sz="1100" b="1" cap="all" dirty="0" err="1">
                  <a:solidFill>
                    <a:srgbClr val="555555"/>
                  </a:solidFill>
                  <a:latin typeface="Montserrat SemiBold" panose="00000700000000000000" pitchFamily="2" charset="0"/>
                </a:rPr>
                <a:t>Debt</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collectIon</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adm</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n</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strat</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on</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processes</a:t>
              </a:r>
              <a:endParaRPr lang="tr-TR" sz="1100" b="1" cap="all" dirty="0">
                <a:solidFill>
                  <a:srgbClr val="555555"/>
                </a:solidFill>
                <a:latin typeface="Montserrat SemiBold" panose="00000700000000000000" pitchFamily="2" charset="0"/>
              </a:endParaRPr>
            </a:p>
          </p:txBody>
        </p:sp>
        <p:sp>
          <p:nvSpPr>
            <p:cNvPr id="112" name="Metin kutusu 111">
              <a:extLst>
                <a:ext uri="{FF2B5EF4-FFF2-40B4-BE49-F238E27FC236}">
                  <a16:creationId xmlns:a16="http://schemas.microsoft.com/office/drawing/2014/main" id="{D2627D97-5F59-1AE7-ECD6-2D326E5AE7B6}"/>
                </a:ext>
              </a:extLst>
            </p:cNvPr>
            <p:cNvSpPr txBox="1"/>
            <p:nvPr/>
          </p:nvSpPr>
          <p:spPr>
            <a:xfrm>
              <a:off x="356496" y="1446355"/>
              <a:ext cx="3261775" cy="717131"/>
            </a:xfrm>
            <a:prstGeom prst="rect">
              <a:avLst/>
            </a:prstGeom>
            <a:noFill/>
          </p:spPr>
          <p:txBody>
            <a:bodyPr wrap="square">
              <a:spAutoFit/>
            </a:bodyPr>
            <a:lstStyle/>
            <a:p>
              <a:r>
                <a:rPr lang="en-US" sz="950" dirty="0">
                  <a:solidFill>
                    <a:srgbClr val="555555"/>
                  </a:solidFill>
                  <a:latin typeface="Open Sans" panose="020B0606030504020204" pitchFamily="34" charset="0"/>
                </a:rPr>
                <a:t>Boost efficiency, cut costs, and elevate customer satisfaction by ensuring tailored and responsive debt collection processes, which  are timely and accurate.</a:t>
              </a:r>
              <a:endParaRPr lang="tr-TR" sz="950" dirty="0">
                <a:solidFill>
                  <a:srgbClr val="555555"/>
                </a:solidFill>
                <a:latin typeface="Open Sans" panose="020B0606030504020204" pitchFamily="34" charset="0"/>
              </a:endParaRPr>
            </a:p>
          </p:txBody>
        </p:sp>
      </p:grpSp>
      <p:grpSp>
        <p:nvGrpSpPr>
          <p:cNvPr id="113" name="Grup 112">
            <a:extLst>
              <a:ext uri="{FF2B5EF4-FFF2-40B4-BE49-F238E27FC236}">
                <a16:creationId xmlns:a16="http://schemas.microsoft.com/office/drawing/2014/main" id="{785FC446-70BF-C184-F74D-D65742F8C401}"/>
              </a:ext>
            </a:extLst>
          </p:cNvPr>
          <p:cNvGrpSpPr/>
          <p:nvPr/>
        </p:nvGrpSpPr>
        <p:grpSpPr>
          <a:xfrm>
            <a:off x="8558119" y="3094926"/>
            <a:ext cx="2711169" cy="1281712"/>
            <a:chOff x="356496" y="651180"/>
            <a:chExt cx="3362632" cy="1357473"/>
          </a:xfrm>
        </p:grpSpPr>
        <p:sp>
          <p:nvSpPr>
            <p:cNvPr id="114" name="TextBox 41">
              <a:extLst>
                <a:ext uri="{FF2B5EF4-FFF2-40B4-BE49-F238E27FC236}">
                  <a16:creationId xmlns:a16="http://schemas.microsoft.com/office/drawing/2014/main" id="{011AA6F9-0185-2DEB-8507-4CA61E672CB8}"/>
                </a:ext>
              </a:extLst>
            </p:cNvPr>
            <p:cNvSpPr txBox="1"/>
            <p:nvPr/>
          </p:nvSpPr>
          <p:spPr>
            <a:xfrm>
              <a:off x="356496" y="651180"/>
              <a:ext cx="2612847" cy="423761"/>
            </a:xfrm>
            <a:prstGeom prst="rect">
              <a:avLst/>
            </a:prstGeom>
            <a:noFill/>
          </p:spPr>
          <p:txBody>
            <a:bodyPr wrap="square" rtlCol="0" anchor="b" anchorCtr="0">
              <a:spAutoFit/>
            </a:bodyPr>
            <a:lstStyle/>
            <a:p>
              <a:r>
                <a:rPr lang="tr-TR" sz="2000" b="1" i="0" dirty="0">
                  <a:solidFill>
                    <a:srgbClr val="40404C"/>
                  </a:solidFill>
                  <a:effectLst/>
                  <a:latin typeface="Open Sans" panose="020B0606030504020204" pitchFamily="34" charset="0"/>
                </a:rPr>
                <a:t>£</a:t>
              </a:r>
              <a:r>
                <a:rPr lang="tr-TR" sz="2000" b="1" dirty="0" err="1">
                  <a:solidFill>
                    <a:srgbClr val="40404C"/>
                  </a:solidFill>
                  <a:latin typeface="Montserrat SemiBold" panose="00000700000000000000" pitchFamily="2" charset="0"/>
                </a:rPr>
                <a:t>pcifwval</a:t>
              </a:r>
              <a:endParaRPr lang="en-US" sz="2000" b="1" dirty="0">
                <a:solidFill>
                  <a:srgbClr val="40404C"/>
                </a:solidFill>
                <a:latin typeface="Montserrat SemiBold" panose="00000700000000000000" pitchFamily="2" charset="0"/>
                <a:ea typeface="League Spartan" charset="0"/>
                <a:cs typeface="Poppins" pitchFamily="2" charset="77"/>
              </a:endParaRPr>
            </a:p>
          </p:txBody>
        </p:sp>
        <p:sp>
          <p:nvSpPr>
            <p:cNvPr id="115" name="Metin kutusu 114">
              <a:extLst>
                <a:ext uri="{FF2B5EF4-FFF2-40B4-BE49-F238E27FC236}">
                  <a16:creationId xmlns:a16="http://schemas.microsoft.com/office/drawing/2014/main" id="{B2A6F5CB-99DA-A6F5-B757-2BC263A6C1E7}"/>
                </a:ext>
              </a:extLst>
            </p:cNvPr>
            <p:cNvSpPr txBox="1"/>
            <p:nvPr/>
          </p:nvSpPr>
          <p:spPr>
            <a:xfrm>
              <a:off x="356496" y="1035613"/>
              <a:ext cx="3362632" cy="456357"/>
            </a:xfrm>
            <a:prstGeom prst="rect">
              <a:avLst/>
            </a:prstGeom>
            <a:noFill/>
          </p:spPr>
          <p:txBody>
            <a:bodyPr wrap="square">
              <a:spAutoFit/>
            </a:bodyPr>
            <a:lstStyle/>
            <a:p>
              <a:pPr algn="l"/>
              <a:r>
                <a:rPr lang="en-US" sz="1100" b="1" cap="all" dirty="0">
                  <a:solidFill>
                    <a:srgbClr val="555555"/>
                  </a:solidFill>
                  <a:latin typeface="Montserrat SemiBold" panose="00000700000000000000" pitchFamily="2" charset="0"/>
                </a:rPr>
                <a:t>Customer Invoicing &amp; Finance Workflow Management</a:t>
              </a:r>
              <a:endParaRPr lang="tr-TR" sz="1100" b="1" cap="all" dirty="0">
                <a:solidFill>
                  <a:srgbClr val="555555"/>
                </a:solidFill>
                <a:latin typeface="Montserrat SemiBold" panose="00000700000000000000" pitchFamily="2" charset="0"/>
              </a:endParaRPr>
            </a:p>
          </p:txBody>
        </p:sp>
        <p:sp>
          <p:nvSpPr>
            <p:cNvPr id="116" name="Metin kutusu 115">
              <a:extLst>
                <a:ext uri="{FF2B5EF4-FFF2-40B4-BE49-F238E27FC236}">
                  <a16:creationId xmlns:a16="http://schemas.microsoft.com/office/drawing/2014/main" id="{4277378F-1D56-88FC-ED14-AB2F841A560B}"/>
                </a:ext>
              </a:extLst>
            </p:cNvPr>
            <p:cNvSpPr txBox="1"/>
            <p:nvPr/>
          </p:nvSpPr>
          <p:spPr>
            <a:xfrm>
              <a:off x="356496" y="1446356"/>
              <a:ext cx="3261775" cy="562297"/>
            </a:xfrm>
            <a:prstGeom prst="rect">
              <a:avLst/>
            </a:prstGeom>
            <a:noFill/>
          </p:spPr>
          <p:txBody>
            <a:bodyPr wrap="square">
              <a:spAutoFit/>
            </a:bodyPr>
            <a:lstStyle/>
            <a:p>
              <a:r>
                <a:rPr lang="en-US" sz="950" dirty="0">
                  <a:solidFill>
                    <a:srgbClr val="555555"/>
                  </a:solidFill>
                  <a:latin typeface="Open Sans" panose="020B0606030504020204" pitchFamily="34" charset="0"/>
                </a:rPr>
                <a:t>Enhance accuracy, efficiency and customer satisfaction by streamlining processes and reducing errors.</a:t>
              </a:r>
              <a:endParaRPr lang="tr-TR" sz="950" dirty="0">
                <a:solidFill>
                  <a:srgbClr val="555555"/>
                </a:solidFill>
                <a:latin typeface="Open Sans" panose="020B0606030504020204" pitchFamily="34" charset="0"/>
              </a:endParaRPr>
            </a:p>
          </p:txBody>
        </p:sp>
      </p:grpSp>
      <p:grpSp>
        <p:nvGrpSpPr>
          <p:cNvPr id="117" name="Grup 116">
            <a:extLst>
              <a:ext uri="{FF2B5EF4-FFF2-40B4-BE49-F238E27FC236}">
                <a16:creationId xmlns:a16="http://schemas.microsoft.com/office/drawing/2014/main" id="{6F2E7AF9-F8E2-5B22-2358-036B48F3D3F8}"/>
              </a:ext>
            </a:extLst>
          </p:cNvPr>
          <p:cNvGrpSpPr/>
          <p:nvPr/>
        </p:nvGrpSpPr>
        <p:grpSpPr>
          <a:xfrm>
            <a:off x="639381" y="4898950"/>
            <a:ext cx="2711169" cy="1137569"/>
            <a:chOff x="356496" y="683777"/>
            <a:chExt cx="3362632" cy="1204811"/>
          </a:xfrm>
        </p:grpSpPr>
        <p:sp>
          <p:nvSpPr>
            <p:cNvPr id="118" name="TextBox 41">
              <a:extLst>
                <a:ext uri="{FF2B5EF4-FFF2-40B4-BE49-F238E27FC236}">
                  <a16:creationId xmlns:a16="http://schemas.microsoft.com/office/drawing/2014/main" id="{C614F80E-10FB-53CA-0DC0-E3D867CBB51C}"/>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4C9ADB"/>
                  </a:solidFill>
                  <a:effectLst/>
                  <a:latin typeface="Open Sans" panose="020B0606030504020204" pitchFamily="34" charset="0"/>
                </a:rPr>
                <a:t>£</a:t>
              </a:r>
              <a:r>
                <a:rPr lang="tr-TR" b="1" dirty="0" err="1">
                  <a:solidFill>
                    <a:srgbClr val="4C9ADB"/>
                  </a:solidFill>
                  <a:latin typeface="Montserrat SemiBold" panose="00000700000000000000" pitchFamily="2" charset="0"/>
                </a:rPr>
                <a:t>poemval</a:t>
              </a:r>
              <a:endParaRPr lang="en-US" b="1" dirty="0">
                <a:solidFill>
                  <a:srgbClr val="4C9ADB"/>
                </a:solidFill>
                <a:latin typeface="Montserrat SemiBold" panose="00000700000000000000" pitchFamily="2" charset="0"/>
                <a:ea typeface="League Spartan" charset="0"/>
                <a:cs typeface="Poppins" pitchFamily="2" charset="77"/>
              </a:endParaRPr>
            </a:p>
          </p:txBody>
        </p:sp>
        <p:sp>
          <p:nvSpPr>
            <p:cNvPr id="119" name="Metin kutusu 118">
              <a:extLst>
                <a:ext uri="{FF2B5EF4-FFF2-40B4-BE49-F238E27FC236}">
                  <a16:creationId xmlns:a16="http://schemas.microsoft.com/office/drawing/2014/main" id="{0EF7D480-7EE8-1E83-4828-FA87E7CBB4A6}"/>
                </a:ext>
              </a:extLst>
            </p:cNvPr>
            <p:cNvSpPr txBox="1"/>
            <p:nvPr/>
          </p:nvSpPr>
          <p:spPr>
            <a:xfrm>
              <a:off x="356496" y="1035612"/>
              <a:ext cx="3362632" cy="277074"/>
            </a:xfrm>
            <a:prstGeom prst="rect">
              <a:avLst/>
            </a:prstGeom>
            <a:noFill/>
          </p:spPr>
          <p:txBody>
            <a:bodyPr wrap="square">
              <a:spAutoFit/>
            </a:bodyPr>
            <a:lstStyle/>
            <a:p>
              <a:pPr algn="l"/>
              <a:r>
                <a:rPr lang="tr-TR" sz="1100" b="1" cap="all" dirty="0" err="1">
                  <a:solidFill>
                    <a:srgbClr val="555555"/>
                  </a:solidFill>
                  <a:latin typeface="Montserrat SemiBold" panose="00000700000000000000" pitchFamily="2" charset="0"/>
                </a:rPr>
                <a:t>Onl</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ne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expense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management</a:t>
              </a:r>
              <a:endParaRPr lang="tr-TR" sz="1100" b="1" cap="all" dirty="0">
                <a:solidFill>
                  <a:srgbClr val="555555"/>
                </a:solidFill>
                <a:latin typeface="Montserrat SemiBold" panose="00000700000000000000" pitchFamily="2" charset="0"/>
              </a:endParaRPr>
            </a:p>
          </p:txBody>
        </p:sp>
        <p:sp>
          <p:nvSpPr>
            <p:cNvPr id="120" name="Metin kutusu 119">
              <a:extLst>
                <a:ext uri="{FF2B5EF4-FFF2-40B4-BE49-F238E27FC236}">
                  <a16:creationId xmlns:a16="http://schemas.microsoft.com/office/drawing/2014/main" id="{EF87C3C9-0CEC-F09F-1071-897022ACD7FA}"/>
                </a:ext>
              </a:extLst>
            </p:cNvPr>
            <p:cNvSpPr txBox="1"/>
            <p:nvPr/>
          </p:nvSpPr>
          <p:spPr>
            <a:xfrm>
              <a:off x="356496" y="1326290"/>
              <a:ext cx="3261775" cy="562298"/>
            </a:xfrm>
            <a:prstGeom prst="rect">
              <a:avLst/>
            </a:prstGeom>
            <a:noFill/>
          </p:spPr>
          <p:txBody>
            <a:bodyPr wrap="square">
              <a:spAutoFit/>
            </a:bodyPr>
            <a:lstStyle/>
            <a:p>
              <a:r>
                <a:rPr lang="en-US" sz="950" dirty="0">
                  <a:solidFill>
                    <a:srgbClr val="555555"/>
                  </a:solidFill>
                  <a:latin typeface="Open Sans" panose="020B0606030504020204" pitchFamily="34" charset="0"/>
                </a:rPr>
                <a:t>Simplify financial expenses tracking, reduce claim errors and enhance expense budget controls easily.</a:t>
              </a:r>
              <a:endParaRPr lang="tr-TR" sz="950" dirty="0">
                <a:solidFill>
                  <a:srgbClr val="555555"/>
                </a:solidFill>
                <a:latin typeface="Open Sans" panose="020B0606030504020204" pitchFamily="34" charset="0"/>
              </a:endParaRPr>
            </a:p>
          </p:txBody>
        </p:sp>
      </p:grpSp>
      <p:grpSp>
        <p:nvGrpSpPr>
          <p:cNvPr id="121" name="Grup 120">
            <a:extLst>
              <a:ext uri="{FF2B5EF4-FFF2-40B4-BE49-F238E27FC236}">
                <a16:creationId xmlns:a16="http://schemas.microsoft.com/office/drawing/2014/main" id="{257C2E3A-8AF5-EB74-493A-902F5FF0CBBF}"/>
              </a:ext>
            </a:extLst>
          </p:cNvPr>
          <p:cNvGrpSpPr/>
          <p:nvPr/>
        </p:nvGrpSpPr>
        <p:grpSpPr>
          <a:xfrm>
            <a:off x="3283824" y="4898950"/>
            <a:ext cx="2711169" cy="1283762"/>
            <a:chOff x="356496" y="683777"/>
            <a:chExt cx="3362632" cy="1359644"/>
          </a:xfrm>
        </p:grpSpPr>
        <p:sp>
          <p:nvSpPr>
            <p:cNvPr id="122" name="TextBox 41">
              <a:extLst>
                <a:ext uri="{FF2B5EF4-FFF2-40B4-BE49-F238E27FC236}">
                  <a16:creationId xmlns:a16="http://schemas.microsoft.com/office/drawing/2014/main" id="{F406E458-8874-85AB-363D-4DE317E9B303}"/>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A4A4B2"/>
                  </a:solidFill>
                  <a:effectLst/>
                  <a:latin typeface="Open Sans" panose="020B0606030504020204" pitchFamily="34" charset="0"/>
                </a:rPr>
                <a:t>£</a:t>
              </a:r>
              <a:r>
                <a:rPr lang="tr-TR" b="1" dirty="0" err="1">
                  <a:solidFill>
                    <a:srgbClr val="A4A4B2"/>
                  </a:solidFill>
                  <a:latin typeface="Montserrat SemiBold" panose="00000700000000000000" pitchFamily="2" charset="0"/>
                </a:rPr>
                <a:t>pitfinanceval</a:t>
              </a:r>
              <a:endParaRPr lang="en-US" b="1" dirty="0">
                <a:solidFill>
                  <a:srgbClr val="A4A4B2"/>
                </a:solidFill>
                <a:latin typeface="Montserrat SemiBold" panose="00000700000000000000" pitchFamily="2" charset="0"/>
                <a:ea typeface="League Spartan" charset="0"/>
                <a:cs typeface="Poppins" pitchFamily="2" charset="77"/>
              </a:endParaRPr>
            </a:p>
          </p:txBody>
        </p:sp>
        <p:sp>
          <p:nvSpPr>
            <p:cNvPr id="123" name="Metin kutusu 122">
              <a:extLst>
                <a:ext uri="{FF2B5EF4-FFF2-40B4-BE49-F238E27FC236}">
                  <a16:creationId xmlns:a16="http://schemas.microsoft.com/office/drawing/2014/main" id="{A0B7123B-E077-14D7-5216-0A25474D14D2}"/>
                </a:ext>
              </a:extLst>
            </p:cNvPr>
            <p:cNvSpPr txBox="1"/>
            <p:nvPr/>
          </p:nvSpPr>
          <p:spPr>
            <a:xfrm>
              <a:off x="356496" y="1035612"/>
              <a:ext cx="3362632" cy="277074"/>
            </a:xfrm>
            <a:prstGeom prst="rect">
              <a:avLst/>
            </a:prstGeom>
            <a:noFill/>
          </p:spPr>
          <p:txBody>
            <a:bodyPr wrap="square">
              <a:spAutoFit/>
            </a:bodyPr>
            <a:lstStyle/>
            <a:p>
              <a:pPr algn="l"/>
              <a:r>
                <a:rPr lang="tr-TR" sz="1100" b="1" cap="all" dirty="0">
                  <a:solidFill>
                    <a:srgbClr val="555555"/>
                  </a:solidFill>
                  <a:latin typeface="Montserrat SemiBold" panose="00000700000000000000" pitchFamily="2" charset="0"/>
                </a:rPr>
                <a:t>IT </a:t>
              </a:r>
              <a:r>
                <a:rPr lang="tr-TR" sz="1100" b="1" cap="all" dirty="0" err="1">
                  <a:solidFill>
                    <a:srgbClr val="555555"/>
                  </a:solidFill>
                  <a:latin typeface="Montserrat SemiBold" panose="00000700000000000000" pitchFamily="2" charset="0"/>
                </a:rPr>
                <a:t>fInance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systems</a:t>
              </a:r>
              <a:endParaRPr lang="tr-TR" sz="1100" b="1" cap="all" dirty="0">
                <a:solidFill>
                  <a:srgbClr val="555555"/>
                </a:solidFill>
                <a:latin typeface="Montserrat SemiBold" panose="00000700000000000000" pitchFamily="2" charset="0"/>
              </a:endParaRPr>
            </a:p>
          </p:txBody>
        </p:sp>
        <p:sp>
          <p:nvSpPr>
            <p:cNvPr id="124" name="Metin kutusu 123">
              <a:extLst>
                <a:ext uri="{FF2B5EF4-FFF2-40B4-BE49-F238E27FC236}">
                  <a16:creationId xmlns:a16="http://schemas.microsoft.com/office/drawing/2014/main" id="{68C0EE1E-0DEA-9319-9D0A-2FEF92CB1472}"/>
                </a:ext>
              </a:extLst>
            </p:cNvPr>
            <p:cNvSpPr txBox="1"/>
            <p:nvPr/>
          </p:nvSpPr>
          <p:spPr>
            <a:xfrm>
              <a:off x="356496" y="1326290"/>
              <a:ext cx="3261775" cy="717131"/>
            </a:xfrm>
            <a:prstGeom prst="rect">
              <a:avLst/>
            </a:prstGeom>
            <a:noFill/>
          </p:spPr>
          <p:txBody>
            <a:bodyPr wrap="square">
              <a:spAutoFit/>
            </a:bodyPr>
            <a:lstStyle/>
            <a:p>
              <a:r>
                <a:rPr lang="en-US" sz="950" dirty="0">
                  <a:solidFill>
                    <a:srgbClr val="555555"/>
                  </a:solidFill>
                  <a:latin typeface="Open Sans" panose="020B0606030504020204" pitchFamily="34" charset="0"/>
                </a:rPr>
                <a:t>Enhance operational efficiency, strengthen security, and support business growth by ensuring systems are </a:t>
              </a:r>
              <a:r>
                <a:rPr lang="en-US" sz="950" dirty="0" err="1">
                  <a:solidFill>
                    <a:srgbClr val="555555"/>
                  </a:solidFill>
                  <a:latin typeface="Open Sans" panose="020B0606030504020204" pitchFamily="34" charset="0"/>
                </a:rPr>
                <a:t>optimised</a:t>
              </a:r>
              <a:r>
                <a:rPr lang="en-US" sz="950" dirty="0">
                  <a:solidFill>
                    <a:srgbClr val="555555"/>
                  </a:solidFill>
                  <a:latin typeface="Open Sans" panose="020B0606030504020204" pitchFamily="34" charset="0"/>
                </a:rPr>
                <a:t>, reliable and scalable.</a:t>
              </a:r>
              <a:endParaRPr lang="tr-TR" sz="950" dirty="0">
                <a:solidFill>
                  <a:srgbClr val="555555"/>
                </a:solidFill>
                <a:latin typeface="Open Sans" panose="020B0606030504020204" pitchFamily="34" charset="0"/>
              </a:endParaRPr>
            </a:p>
          </p:txBody>
        </p:sp>
      </p:grpSp>
      <p:sp>
        <p:nvSpPr>
          <p:cNvPr id="9" name="Metin kutusu 8">
            <a:extLst>
              <a:ext uri="{FF2B5EF4-FFF2-40B4-BE49-F238E27FC236}">
                <a16:creationId xmlns:a16="http://schemas.microsoft.com/office/drawing/2014/main" id="{D694F77F-5C63-07F4-FA29-3F900093893C}"/>
              </a:ext>
            </a:extLst>
          </p:cNvPr>
          <p:cNvSpPr txBox="1"/>
          <p:nvPr/>
        </p:nvSpPr>
        <p:spPr>
          <a:xfrm>
            <a:off x="631988" y="983033"/>
            <a:ext cx="10707208" cy="430887"/>
          </a:xfrm>
          <a:prstGeom prst="rect">
            <a:avLst/>
          </a:prstGeom>
          <a:noFill/>
        </p:spPr>
        <p:txBody>
          <a:bodyPr wrap="square">
            <a:spAutoFit/>
          </a:bodyPr>
          <a:lstStyle/>
          <a:p>
            <a:r>
              <a:rPr lang="en-GB" sz="1100" dirty="0">
                <a:solidFill>
                  <a:schemeClr val="tx1">
                    <a:lumMod val="50000"/>
                    <a:lumOff val="50000"/>
                  </a:schemeClr>
                </a:solidFill>
                <a:highlight>
                  <a:srgbClr val="FFFF00"/>
                </a:highlight>
                <a:ea typeface="Open Sans" panose="020B0606030504020204" pitchFamily="34" charset="0"/>
                <a:cs typeface="Open Sans" panose="020B0606030504020204" pitchFamily="34" charset="0"/>
              </a:rPr>
              <a:t>If you purchase our software, over the term of your contract with us, you will save the following amounts for each of your processes. Our systems are designed to assist you streamline your workflow and maximise returns.</a:t>
            </a:r>
          </a:p>
        </p:txBody>
      </p:sp>
    </p:spTree>
    <p:extLst>
      <p:ext uri="{BB962C8B-B14F-4D97-AF65-F5344CB8AC3E}">
        <p14:creationId xmlns:p14="http://schemas.microsoft.com/office/powerpoint/2010/main" val="6925293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6</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normAutofit/>
          </a:bodyPr>
          <a:lstStyle/>
          <a:p>
            <a:r>
              <a:rPr lang="en-GB" dirty="0"/>
              <a:t>SUMMARY OF RETURNS</a:t>
            </a:r>
          </a:p>
        </p:txBody>
      </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11" name="Text Placeholder 3">
            <a:extLst>
              <a:ext uri="{FF2B5EF4-FFF2-40B4-BE49-F238E27FC236}">
                <a16:creationId xmlns:a16="http://schemas.microsoft.com/office/drawing/2014/main" id="{E11A7449-0F94-58D4-D1A8-AABE95370FFD}"/>
              </a:ext>
            </a:extLst>
          </p:cNvPr>
          <p:cNvSpPr txBox="1">
            <a:spLocks/>
          </p:cNvSpPr>
          <p:nvPr/>
        </p:nvSpPr>
        <p:spPr>
          <a:xfrm>
            <a:off x="635504" y="1249351"/>
            <a:ext cx="10666143" cy="5180249"/>
          </a:xfrm>
          <a:prstGeom prst="rect">
            <a:avLst/>
          </a:prstGeom>
        </p:spPr>
        <p:txBody>
          <a:bodyPr vert="horz" lIns="0" tIns="0" rIns="0" bIns="0" numCol="3" spcCol="36000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spcBef>
                <a:spcPts val="400"/>
              </a:spcBef>
              <a:spcAft>
                <a:spcPts val="400"/>
              </a:spcAft>
              <a:buNone/>
            </a:pPr>
            <a:r>
              <a:rPr lang="en-US" sz="900" b="1" dirty="0">
                <a:solidFill>
                  <a:srgbClr val="E23F13"/>
                </a:solidFill>
                <a:latin typeface="Montserrat SemiBold" panose="00000700000000000000" pitchFamily="2" charset="0"/>
                <a:ea typeface="League Spartan" charset="0"/>
                <a:cs typeface="Poppins" pitchFamily="2" charset="77"/>
              </a:rPr>
              <a:t>IT FINANCE SYSTEMS </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itfinanceper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pitfinanceval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asitfinance</a:t>
            </a:r>
            <a:r>
              <a:rPr lang="en-GB" sz="900" dirty="0">
                <a:solidFill>
                  <a:schemeClr val="tx1">
                    <a:lumMod val="50000"/>
                    <a:lumOff val="50000"/>
                  </a:schemeClr>
                </a:solidFill>
                <a:latin typeface="Open Sans"/>
                <a:ea typeface="Open Sans"/>
                <a:cs typeface="Open Sans"/>
              </a:rPr>
              <a:t> every year</a:t>
            </a:r>
          </a:p>
          <a:p>
            <a:pPr marL="90170" indent="0">
              <a:spcBef>
                <a:spcPts val="400"/>
              </a:spcBef>
              <a:spcAft>
                <a:spcPts val="400"/>
              </a:spcAft>
              <a:buFont typeface="Arial" panose="020B0604020202020204" pitchFamily="34" charset="0"/>
              <a:buNone/>
            </a:pPr>
            <a:r>
              <a:rPr lang="en-GB" sz="900" b="1" dirty="0">
                <a:solidFill>
                  <a:srgbClr val="E23F13"/>
                </a:solidFill>
                <a:latin typeface="Open Sans"/>
                <a:ea typeface="Open Sans"/>
                <a:cs typeface="Open Sans"/>
              </a:rPr>
              <a:t>RAISING PURCHASE ORDERS: </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rpoper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prpoval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asrpoval</a:t>
            </a:r>
            <a:r>
              <a:rPr lang="en-GB" sz="9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estimate you will save </a:t>
            </a:r>
            <a:r>
              <a:rPr lang="tr-TR" sz="900" dirty="0" err="1">
                <a:solidFill>
                  <a:schemeClr val="tx1">
                    <a:lumMod val="50000"/>
                    <a:lumOff val="50000"/>
                  </a:schemeClr>
                </a:solidFill>
                <a:latin typeface="Open Sans"/>
                <a:ea typeface="Open Sans"/>
                <a:cs typeface="Open Sans"/>
              </a:rPr>
              <a:t>eytimerpo</a:t>
            </a:r>
            <a:r>
              <a:rPr lang="en-GB" sz="900" dirty="0">
                <a:solidFill>
                  <a:schemeClr val="tx1">
                    <a:lumMod val="50000"/>
                    <a:lumOff val="50000"/>
                  </a:schemeClr>
                </a:solidFill>
                <a:latin typeface="Open Sans"/>
                <a:ea typeface="Open Sans"/>
                <a:cs typeface="Open Sans"/>
              </a:rPr>
              <a:t> hours every year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across</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your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team</a:t>
            </a:r>
            <a:endParaRPr lang="en-GB" sz="900" dirty="0">
              <a:solidFill>
                <a:schemeClr val="tx1">
                  <a:lumMod val="50000"/>
                  <a:lumOff val="50000"/>
                </a:schemeClr>
              </a:solidFill>
              <a:latin typeface="Open Sans"/>
              <a:ea typeface="Open Sans"/>
              <a:cs typeface="Open Sans"/>
            </a:endParaRPr>
          </a:p>
          <a:p>
            <a:pPr marL="90170" indent="0">
              <a:spcBef>
                <a:spcPts val="400"/>
              </a:spcBef>
              <a:spcAft>
                <a:spcPts val="400"/>
              </a:spcAft>
              <a:buFont typeface="Arial" panose="020B0604020202020204" pitchFamily="34" charset="0"/>
              <a:buNone/>
            </a:pPr>
            <a:r>
              <a:rPr lang="en-GB" sz="900" b="1" dirty="0">
                <a:solidFill>
                  <a:srgbClr val="E23F13"/>
                </a:solidFill>
                <a:latin typeface="Open Sans"/>
                <a:ea typeface="Open Sans"/>
                <a:cs typeface="Open Sans"/>
              </a:rPr>
              <a:t>PURCHASE ORDER APPROVALS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poaper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ppoaval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aspoaval</a:t>
            </a:r>
            <a:r>
              <a:rPr lang="en-GB" sz="9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estimate you will save </a:t>
            </a:r>
            <a:r>
              <a:rPr lang="tr-TR" sz="900" dirty="0" err="1">
                <a:solidFill>
                  <a:schemeClr val="tx1">
                    <a:lumMod val="50000"/>
                    <a:lumOff val="50000"/>
                  </a:schemeClr>
                </a:solidFill>
                <a:latin typeface="Open Sans"/>
                <a:ea typeface="Open Sans"/>
                <a:cs typeface="Open Sans"/>
              </a:rPr>
              <a:t>eytimepoa</a:t>
            </a:r>
            <a:r>
              <a:rPr lang="en-GB" sz="900" dirty="0">
                <a:solidFill>
                  <a:schemeClr val="tx1">
                    <a:lumMod val="50000"/>
                    <a:lumOff val="50000"/>
                  </a:schemeClr>
                </a:solidFill>
                <a:latin typeface="Open Sans"/>
                <a:ea typeface="Open Sans"/>
                <a:cs typeface="Open Sans"/>
              </a:rPr>
              <a:t> hours every year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across</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your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team</a:t>
            </a:r>
            <a:endParaRPr lang="en-GB" sz="9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US" sz="900" b="1" dirty="0">
                <a:solidFill>
                  <a:srgbClr val="E23F13"/>
                </a:solidFill>
                <a:latin typeface="Montserrat SemiBold" panose="00000700000000000000" pitchFamily="2" charset="0"/>
                <a:ea typeface="League Spartan" charset="0"/>
                <a:cs typeface="Poppins" pitchFamily="2" charset="77"/>
              </a:rPr>
              <a:t>CODING INVOICE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cipper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pcipval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ascipval</a:t>
            </a:r>
            <a:r>
              <a:rPr lang="en-GB" sz="9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estimate you will save </a:t>
            </a:r>
            <a:r>
              <a:rPr lang="tr-TR" sz="900" dirty="0" err="1">
                <a:solidFill>
                  <a:schemeClr val="tx1">
                    <a:lumMod val="50000"/>
                    <a:lumOff val="50000"/>
                  </a:schemeClr>
                </a:solidFill>
                <a:latin typeface="Open Sans"/>
                <a:ea typeface="Open Sans"/>
                <a:cs typeface="Open Sans"/>
              </a:rPr>
              <a:t>eytimecip</a:t>
            </a:r>
            <a:r>
              <a:rPr lang="en-GB" sz="900" dirty="0">
                <a:solidFill>
                  <a:schemeClr val="tx1">
                    <a:lumMod val="50000"/>
                    <a:lumOff val="50000"/>
                  </a:schemeClr>
                </a:solidFill>
                <a:latin typeface="Open Sans"/>
                <a:ea typeface="Open Sans"/>
                <a:cs typeface="Open Sans"/>
              </a:rPr>
              <a:t> hours every year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across</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your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team</a:t>
            </a:r>
            <a:endParaRPr lang="en-GB" sz="9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GB" sz="900" b="1" dirty="0">
                <a:solidFill>
                  <a:srgbClr val="E23F13"/>
                </a:solidFill>
                <a:latin typeface="Open Sans"/>
                <a:ea typeface="Open Sans"/>
                <a:cs typeface="Open Sans"/>
              </a:rPr>
              <a:t>MANAGEMENT OF SUPPLIER AND PURCHASE INVOICES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mspiper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pmspival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asmspival</a:t>
            </a:r>
            <a:r>
              <a:rPr lang="en-GB" sz="9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estimate you will save </a:t>
            </a:r>
            <a:r>
              <a:rPr lang="tr-TR" sz="900" dirty="0" err="1">
                <a:solidFill>
                  <a:schemeClr val="tx1">
                    <a:lumMod val="50000"/>
                    <a:lumOff val="50000"/>
                  </a:schemeClr>
                </a:solidFill>
                <a:latin typeface="Open Sans"/>
                <a:ea typeface="Open Sans"/>
                <a:cs typeface="Open Sans"/>
              </a:rPr>
              <a:t>eytimemspi</a:t>
            </a:r>
            <a:r>
              <a:rPr lang="en-GB" sz="900" dirty="0">
                <a:solidFill>
                  <a:schemeClr val="tx1">
                    <a:lumMod val="50000"/>
                    <a:lumOff val="50000"/>
                  </a:schemeClr>
                </a:solidFill>
                <a:latin typeface="Open Sans"/>
                <a:ea typeface="Open Sans"/>
                <a:cs typeface="Open Sans"/>
              </a:rPr>
              <a:t> hours every year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across</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your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team</a:t>
            </a:r>
            <a:endParaRPr lang="en-GB" sz="9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US" sz="900" b="1" dirty="0">
                <a:solidFill>
                  <a:srgbClr val="E23F13"/>
                </a:solidFill>
                <a:latin typeface="Montserrat SemiBold" panose="00000700000000000000" pitchFamily="2" charset="0"/>
                <a:cs typeface="Poppins" pitchFamily="2" charset="77"/>
              </a:rPr>
              <a:t>MANAGING SPEND LEAKAGE </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valmslper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pmslval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asmslval</a:t>
            </a:r>
            <a:r>
              <a:rPr lang="en-GB" sz="900" dirty="0">
                <a:solidFill>
                  <a:schemeClr val="tx1">
                    <a:lumMod val="50000"/>
                    <a:lumOff val="50000"/>
                  </a:schemeClr>
                </a:solidFill>
                <a:latin typeface="Open Sans"/>
                <a:ea typeface="Open Sans"/>
                <a:cs typeface="Open Sans"/>
              </a:rPr>
              <a:t> every year</a:t>
            </a:r>
          </a:p>
          <a:p>
            <a:pPr marL="90170" indent="0">
              <a:spcBef>
                <a:spcPts val="400"/>
              </a:spcBef>
              <a:spcAft>
                <a:spcPts val="400"/>
              </a:spcAft>
              <a:buNone/>
            </a:pPr>
            <a:r>
              <a:rPr lang="en-US" sz="900" b="1" dirty="0">
                <a:solidFill>
                  <a:srgbClr val="E23F13"/>
                </a:solidFill>
                <a:latin typeface="Montserrat SemiBold" panose="00000700000000000000" pitchFamily="2" charset="0"/>
                <a:ea typeface="League Spartan" charset="0"/>
                <a:cs typeface="Poppins" pitchFamily="2" charset="77"/>
              </a:rPr>
              <a:t>FINANCE QUERY MANAGEMENT &amp; REPORTING</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valfqmrper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pfqmrval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asfqmrval</a:t>
            </a:r>
            <a:r>
              <a:rPr lang="en-GB" sz="9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estimate you will save </a:t>
            </a:r>
            <a:r>
              <a:rPr lang="tr-TR" sz="900" dirty="0" err="1">
                <a:solidFill>
                  <a:schemeClr val="tx1">
                    <a:lumMod val="50000"/>
                    <a:lumOff val="50000"/>
                  </a:schemeClr>
                </a:solidFill>
                <a:latin typeface="Open Sans"/>
                <a:ea typeface="Open Sans"/>
                <a:cs typeface="Open Sans"/>
              </a:rPr>
              <a:t>eytimefqmr</a:t>
            </a:r>
            <a:r>
              <a:rPr lang="en-GB" sz="900" dirty="0">
                <a:solidFill>
                  <a:schemeClr val="tx1">
                    <a:lumMod val="50000"/>
                    <a:lumOff val="50000"/>
                  </a:schemeClr>
                </a:solidFill>
                <a:latin typeface="Open Sans"/>
                <a:ea typeface="Open Sans"/>
                <a:cs typeface="Open Sans"/>
              </a:rPr>
              <a:t> hours every year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across</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your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team</a:t>
            </a:r>
            <a:endParaRPr lang="en-GB" sz="9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endParaRPr lang="tr-TR" sz="9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9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9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9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9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r>
              <a:rPr lang="en-US" sz="900" b="1" dirty="0">
                <a:solidFill>
                  <a:srgbClr val="E23F13"/>
                </a:solidFill>
                <a:latin typeface="Montserrat SemiBold" panose="00000700000000000000" pitchFamily="2" charset="0"/>
                <a:ea typeface="League Spartan" charset="0"/>
                <a:cs typeface="Poppins" pitchFamily="2" charset="77"/>
              </a:rPr>
              <a:t>DEBT COLLECTION ADMINISTRATION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valdcapper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pdcapval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asdcapval</a:t>
            </a:r>
            <a:r>
              <a:rPr lang="en-GB" sz="9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estimate you will save </a:t>
            </a:r>
            <a:r>
              <a:rPr lang="tr-TR" sz="900" dirty="0" err="1">
                <a:solidFill>
                  <a:schemeClr val="tx1">
                    <a:lumMod val="50000"/>
                    <a:lumOff val="50000"/>
                  </a:schemeClr>
                </a:solidFill>
                <a:latin typeface="Open Sans"/>
                <a:ea typeface="Open Sans"/>
                <a:cs typeface="Open Sans"/>
              </a:rPr>
              <a:t>eytimedcap</a:t>
            </a:r>
            <a:r>
              <a:rPr lang="en-GB" sz="900" dirty="0">
                <a:solidFill>
                  <a:schemeClr val="tx1">
                    <a:lumMod val="50000"/>
                    <a:lumOff val="50000"/>
                  </a:schemeClr>
                </a:solidFill>
                <a:latin typeface="Open Sans"/>
                <a:ea typeface="Open Sans"/>
                <a:cs typeface="Open Sans"/>
              </a:rPr>
              <a:t> hours every year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across</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your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team</a:t>
            </a:r>
            <a:endParaRPr lang="en-GB" sz="9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US" sz="900" b="1" dirty="0">
                <a:solidFill>
                  <a:srgbClr val="E23F13"/>
                </a:solidFill>
                <a:latin typeface="Montserrat SemiBold" panose="00000700000000000000" pitchFamily="2" charset="0"/>
                <a:ea typeface="League Spartan" charset="0"/>
                <a:cs typeface="Poppins" pitchFamily="2" charset="77"/>
              </a:rPr>
              <a:t>CUSTOMER INVOICING &amp; FINANCE WORKFLOW</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valcifwper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pcifwval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ascifwval</a:t>
            </a:r>
            <a:r>
              <a:rPr lang="en-GB" sz="9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estimate you will save </a:t>
            </a:r>
            <a:r>
              <a:rPr lang="tr-TR" sz="900" dirty="0" err="1">
                <a:solidFill>
                  <a:schemeClr val="tx1">
                    <a:lumMod val="50000"/>
                    <a:lumOff val="50000"/>
                  </a:schemeClr>
                </a:solidFill>
                <a:latin typeface="Open Sans"/>
                <a:ea typeface="Open Sans"/>
                <a:cs typeface="Open Sans"/>
              </a:rPr>
              <a:t>eytimecifw</a:t>
            </a:r>
            <a:r>
              <a:rPr lang="en-GB" sz="900" dirty="0">
                <a:solidFill>
                  <a:schemeClr val="tx1">
                    <a:lumMod val="50000"/>
                    <a:lumOff val="50000"/>
                  </a:schemeClr>
                </a:solidFill>
                <a:latin typeface="Open Sans"/>
                <a:ea typeface="Open Sans"/>
                <a:cs typeface="Open Sans"/>
              </a:rPr>
              <a:t> hours every year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across</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your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team</a:t>
            </a:r>
            <a:endParaRPr lang="en-GB" sz="9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GB" sz="900" b="1" dirty="0">
                <a:solidFill>
                  <a:srgbClr val="E23F13"/>
                </a:solidFill>
                <a:latin typeface="Montserrat SemiBold" panose="00000700000000000000" pitchFamily="2" charset="0"/>
                <a:cs typeface="Poppins" pitchFamily="2" charset="77"/>
              </a:rPr>
              <a:t>ONLINE EXPENSE MANAGEMENT</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poemval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asoemval</a:t>
            </a:r>
            <a:r>
              <a:rPr lang="en-GB" sz="9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estimate you will save </a:t>
            </a:r>
            <a:r>
              <a:rPr lang="tr-TR" sz="900" dirty="0" err="1">
                <a:solidFill>
                  <a:schemeClr val="tx1">
                    <a:lumMod val="50000"/>
                    <a:lumOff val="50000"/>
                  </a:schemeClr>
                </a:solidFill>
                <a:latin typeface="Open Sans"/>
                <a:ea typeface="Open Sans"/>
                <a:cs typeface="Open Sans"/>
              </a:rPr>
              <a:t>eytimeoem</a:t>
            </a:r>
            <a:r>
              <a:rPr lang="en-GB" sz="900" dirty="0">
                <a:solidFill>
                  <a:schemeClr val="tx1">
                    <a:lumMod val="50000"/>
                    <a:lumOff val="50000"/>
                  </a:schemeClr>
                </a:solidFill>
                <a:latin typeface="Open Sans"/>
                <a:ea typeface="Open Sans"/>
                <a:cs typeface="Open Sans"/>
              </a:rPr>
              <a:t> hours every year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across</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your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team</a:t>
            </a:r>
            <a:endParaRPr lang="en-GB" sz="900" dirty="0">
              <a:solidFill>
                <a:schemeClr val="tx1">
                  <a:lumMod val="50000"/>
                  <a:lumOff val="50000"/>
                </a:schemeClr>
              </a:solidFill>
              <a:latin typeface="Open Sans"/>
              <a:ea typeface="Open Sans"/>
              <a:cs typeface="Open Sans"/>
            </a:endParaRPr>
          </a:p>
          <a:p>
            <a:pPr marL="90170" indent="0">
              <a:spcBef>
                <a:spcPts val="400"/>
              </a:spcBef>
              <a:spcAft>
                <a:spcPts val="400"/>
              </a:spcAft>
              <a:buFont typeface="Arial" panose="020B0604020202020204" pitchFamily="34" charset="0"/>
              <a:buNone/>
            </a:pPr>
            <a:endParaRPr lang="en-GB" sz="900" dirty="0">
              <a:solidFill>
                <a:schemeClr val="tx1">
                  <a:lumMod val="50000"/>
                  <a:lumOff val="50000"/>
                </a:schemeClr>
              </a:solidFill>
              <a:latin typeface="Open Sans"/>
              <a:ea typeface="Open Sans"/>
              <a:cs typeface="Open Sans"/>
            </a:endParaRPr>
          </a:p>
        </p:txBody>
      </p:sp>
    </p:spTree>
    <p:extLst>
      <p:ext uri="{BB962C8B-B14F-4D97-AF65-F5344CB8AC3E}">
        <p14:creationId xmlns:p14="http://schemas.microsoft.com/office/powerpoint/2010/main" val="2546625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9BC53D8-9D7C-941A-CC2A-4063486EB986}"/>
              </a:ext>
            </a:extLst>
          </p:cNvPr>
          <p:cNvSpPr>
            <a:spLocks noGrp="1"/>
          </p:cNvSpPr>
          <p:nvPr>
            <p:ph type="sldNum" sz="quarter" idx="12"/>
          </p:nvPr>
        </p:nvSpPr>
        <p:spPr/>
        <p:txBody>
          <a:bodyPr/>
          <a:lstStyle/>
          <a:p>
            <a:fld id="{3531A8E9-B4CF-5643-AF96-CB4C768DAD63}" type="slidenum">
              <a:rPr lang="en-US" smtClean="0"/>
              <a:t>7</a:t>
            </a:fld>
            <a:endParaRPr lang="en-US"/>
          </a:p>
        </p:txBody>
      </p:sp>
      <p:sp>
        <p:nvSpPr>
          <p:cNvPr id="3" name="Title 2">
            <a:extLst>
              <a:ext uri="{FF2B5EF4-FFF2-40B4-BE49-F238E27FC236}">
                <a16:creationId xmlns:a16="http://schemas.microsoft.com/office/drawing/2014/main" id="{8E8DA237-B9A8-8F39-10D8-DB6BB882015C}"/>
              </a:ext>
            </a:extLst>
          </p:cNvPr>
          <p:cNvSpPr>
            <a:spLocks noGrp="1"/>
          </p:cNvSpPr>
          <p:nvPr>
            <p:ph type="title"/>
          </p:nvPr>
        </p:nvSpPr>
        <p:spPr/>
        <p:txBody>
          <a:bodyPr>
            <a:normAutofit fontScale="90000"/>
          </a:bodyPr>
          <a:lstStyle/>
          <a:p>
            <a:r>
              <a:rPr lang="en-GB" dirty="0"/>
              <a:t>OUR VALUE OFFERING</a:t>
            </a:r>
            <a:br>
              <a:rPr lang="en-GB" dirty="0"/>
            </a:br>
            <a:endParaRPr lang="en-US" dirty="0"/>
          </a:p>
        </p:txBody>
      </p:sp>
      <p:graphicFrame>
        <p:nvGraphicFramePr>
          <p:cNvPr id="8" name="Chart 7">
            <a:extLst>
              <a:ext uri="{FF2B5EF4-FFF2-40B4-BE49-F238E27FC236}">
                <a16:creationId xmlns:a16="http://schemas.microsoft.com/office/drawing/2014/main" id="{EFCB1EEA-BDEC-08E7-276C-322204CC06FC}"/>
              </a:ext>
            </a:extLst>
          </p:cNvPr>
          <p:cNvGraphicFramePr>
            <a:graphicFrameLocks/>
          </p:cNvGraphicFramePr>
          <p:nvPr/>
        </p:nvGraphicFramePr>
        <p:xfrm>
          <a:off x="5669907" y="2657753"/>
          <a:ext cx="5531728" cy="1866311"/>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BE94A281-D1A0-E5FD-CB82-72B642FBC7D5}"/>
              </a:ext>
            </a:extLst>
          </p:cNvPr>
          <p:cNvSpPr txBox="1"/>
          <p:nvPr/>
        </p:nvSpPr>
        <p:spPr>
          <a:xfrm>
            <a:off x="6318909" y="454290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1</a:t>
            </a:r>
          </a:p>
        </p:txBody>
      </p:sp>
      <p:cxnSp>
        <p:nvCxnSpPr>
          <p:cNvPr id="10" name="Straight Connector 9">
            <a:extLst>
              <a:ext uri="{FF2B5EF4-FFF2-40B4-BE49-F238E27FC236}">
                <a16:creationId xmlns:a16="http://schemas.microsoft.com/office/drawing/2014/main" id="{8449F8A7-FC6D-313E-A2DF-2680E8BEA7AC}"/>
              </a:ext>
            </a:extLst>
          </p:cNvPr>
          <p:cNvCxnSpPr>
            <a:cxnSpLocks/>
          </p:cNvCxnSpPr>
          <p:nvPr/>
        </p:nvCxnSpPr>
        <p:spPr>
          <a:xfrm>
            <a:off x="6303932" y="4505358"/>
            <a:ext cx="607573"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sp>
        <p:nvSpPr>
          <p:cNvPr id="11" name="TextBox 10">
            <a:extLst>
              <a:ext uri="{FF2B5EF4-FFF2-40B4-BE49-F238E27FC236}">
                <a16:creationId xmlns:a16="http://schemas.microsoft.com/office/drawing/2014/main" id="{7965C874-7CD2-69FC-F01E-31A1F1F36C0E}"/>
              </a:ext>
            </a:extLst>
          </p:cNvPr>
          <p:cNvSpPr txBox="1"/>
          <p:nvPr/>
        </p:nvSpPr>
        <p:spPr>
          <a:xfrm>
            <a:off x="9521321" y="454290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4</a:t>
            </a:r>
          </a:p>
        </p:txBody>
      </p:sp>
      <p:sp>
        <p:nvSpPr>
          <p:cNvPr id="12" name="Rectangle 11">
            <a:extLst>
              <a:ext uri="{FF2B5EF4-FFF2-40B4-BE49-F238E27FC236}">
                <a16:creationId xmlns:a16="http://schemas.microsoft.com/office/drawing/2014/main" id="{C17307F1-3E9F-31AB-602F-D0B447E51DF3}"/>
              </a:ext>
            </a:extLst>
          </p:cNvPr>
          <p:cNvSpPr/>
          <p:nvPr/>
        </p:nvSpPr>
        <p:spPr>
          <a:xfrm>
            <a:off x="7671223" y="4871633"/>
            <a:ext cx="172687" cy="160235"/>
          </a:xfrm>
          <a:prstGeom prst="rect">
            <a:avLst/>
          </a:prstGeom>
          <a:solidFill>
            <a:schemeClr val="accent1"/>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13" name="TextBox 12">
            <a:extLst>
              <a:ext uri="{FF2B5EF4-FFF2-40B4-BE49-F238E27FC236}">
                <a16:creationId xmlns:a16="http://schemas.microsoft.com/office/drawing/2014/main" id="{C19F8ECD-4880-724C-097B-DAE96AEC930F}"/>
              </a:ext>
            </a:extLst>
          </p:cNvPr>
          <p:cNvSpPr txBox="1"/>
          <p:nvPr/>
        </p:nvSpPr>
        <p:spPr>
          <a:xfrm>
            <a:off x="7772940" y="4862500"/>
            <a:ext cx="906240"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INVESTMENT</a:t>
            </a:r>
          </a:p>
        </p:txBody>
      </p:sp>
      <p:sp>
        <p:nvSpPr>
          <p:cNvPr id="14" name="Rectangle 13">
            <a:extLst>
              <a:ext uri="{FF2B5EF4-FFF2-40B4-BE49-F238E27FC236}">
                <a16:creationId xmlns:a16="http://schemas.microsoft.com/office/drawing/2014/main" id="{23547995-0EAD-1650-0828-399741769E1F}"/>
              </a:ext>
            </a:extLst>
          </p:cNvPr>
          <p:cNvSpPr/>
          <p:nvPr/>
        </p:nvSpPr>
        <p:spPr>
          <a:xfrm>
            <a:off x="9086850" y="4871613"/>
            <a:ext cx="184133" cy="160235"/>
          </a:xfrm>
          <a:prstGeom prst="rect">
            <a:avLst/>
          </a:prstGeom>
          <a:solidFill>
            <a:schemeClr val="accent3"/>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0B381449-0B76-F1EF-4F55-C41BCD50E42A}"/>
              </a:ext>
            </a:extLst>
          </p:cNvPr>
          <p:cNvSpPr txBox="1"/>
          <p:nvPr/>
        </p:nvSpPr>
        <p:spPr>
          <a:xfrm>
            <a:off x="9209014" y="4862500"/>
            <a:ext cx="624613"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BENEFIT</a:t>
            </a:r>
          </a:p>
        </p:txBody>
      </p:sp>
      <p:sp>
        <p:nvSpPr>
          <p:cNvPr id="16" name="TextBox 15">
            <a:extLst>
              <a:ext uri="{FF2B5EF4-FFF2-40B4-BE49-F238E27FC236}">
                <a16:creationId xmlns:a16="http://schemas.microsoft.com/office/drawing/2014/main" id="{81F4BBBE-B522-6819-ADDD-AA352D356F1F}"/>
              </a:ext>
            </a:extLst>
          </p:cNvPr>
          <p:cNvSpPr txBox="1"/>
          <p:nvPr/>
        </p:nvSpPr>
        <p:spPr>
          <a:xfrm>
            <a:off x="7370173" y="4534313"/>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2</a:t>
            </a:r>
          </a:p>
        </p:txBody>
      </p:sp>
      <p:sp>
        <p:nvSpPr>
          <p:cNvPr id="17" name="TextBox 16">
            <a:extLst>
              <a:ext uri="{FF2B5EF4-FFF2-40B4-BE49-F238E27FC236}">
                <a16:creationId xmlns:a16="http://schemas.microsoft.com/office/drawing/2014/main" id="{A6E8D07E-173B-6337-B44A-85A484F1B09A}"/>
              </a:ext>
            </a:extLst>
          </p:cNvPr>
          <p:cNvSpPr txBox="1"/>
          <p:nvPr/>
        </p:nvSpPr>
        <p:spPr>
          <a:xfrm>
            <a:off x="5614506" y="2016672"/>
            <a:ext cx="4884244" cy="378886"/>
          </a:xfrm>
          <a:prstGeom prst="rect">
            <a:avLst/>
          </a:prstGeom>
          <a:noFill/>
        </p:spPr>
        <p:txBody>
          <a:bodyPr wrap="square">
            <a:spAutoFit/>
          </a:bodyPr>
          <a:lstStyle/>
          <a:p>
            <a:r>
              <a:rPr lang="tr-TR" sz="1862" b="1" dirty="0" err="1">
                <a:solidFill>
                  <a:srgbClr val="25252C"/>
                </a:solidFill>
                <a:latin typeface="Montserrat SemiBold" pitchFamily="2" charset="77"/>
              </a:rPr>
              <a:t>valclient</a:t>
            </a:r>
            <a:r>
              <a:rPr lang="en-GB" sz="1862" b="1" dirty="0">
                <a:solidFill>
                  <a:srgbClr val="25252C"/>
                </a:solidFill>
                <a:latin typeface="Montserrat SemiBold" pitchFamily="2" charset="77"/>
              </a:rPr>
              <a:t> RETURNS</a:t>
            </a:r>
          </a:p>
        </p:txBody>
      </p:sp>
      <p:cxnSp>
        <p:nvCxnSpPr>
          <p:cNvPr id="18" name="Straight Connector 17">
            <a:extLst>
              <a:ext uri="{FF2B5EF4-FFF2-40B4-BE49-F238E27FC236}">
                <a16:creationId xmlns:a16="http://schemas.microsoft.com/office/drawing/2014/main" id="{2B8A4694-80A8-24F1-7161-7605BE1AF04A}"/>
              </a:ext>
            </a:extLst>
          </p:cNvPr>
          <p:cNvCxnSpPr>
            <a:cxnSpLocks/>
          </p:cNvCxnSpPr>
          <p:nvPr/>
        </p:nvCxnSpPr>
        <p:spPr>
          <a:xfrm>
            <a:off x="7351123" y="4499703"/>
            <a:ext cx="607573"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19" name="Straight Connector 18">
            <a:extLst>
              <a:ext uri="{FF2B5EF4-FFF2-40B4-BE49-F238E27FC236}">
                <a16:creationId xmlns:a16="http://schemas.microsoft.com/office/drawing/2014/main" id="{267887AB-D86D-4FCE-C90D-139F3D439E0F}"/>
              </a:ext>
            </a:extLst>
          </p:cNvPr>
          <p:cNvCxnSpPr>
            <a:cxnSpLocks/>
          </p:cNvCxnSpPr>
          <p:nvPr/>
        </p:nvCxnSpPr>
        <p:spPr>
          <a:xfrm>
            <a:off x="8422593"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20" name="Straight Connector 19">
            <a:extLst>
              <a:ext uri="{FF2B5EF4-FFF2-40B4-BE49-F238E27FC236}">
                <a16:creationId xmlns:a16="http://schemas.microsoft.com/office/drawing/2014/main" id="{1E5FF4BC-4ACC-E8C4-02E3-9CC3261AAF43}"/>
              </a:ext>
            </a:extLst>
          </p:cNvPr>
          <p:cNvCxnSpPr>
            <a:cxnSpLocks/>
          </p:cNvCxnSpPr>
          <p:nvPr/>
        </p:nvCxnSpPr>
        <p:spPr>
          <a:xfrm>
            <a:off x="9479995"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21" name="Straight Connector 20">
            <a:extLst>
              <a:ext uri="{FF2B5EF4-FFF2-40B4-BE49-F238E27FC236}">
                <a16:creationId xmlns:a16="http://schemas.microsoft.com/office/drawing/2014/main" id="{13E78D28-15B3-66E5-6E12-C0FA26BF754B}"/>
              </a:ext>
            </a:extLst>
          </p:cNvPr>
          <p:cNvCxnSpPr>
            <a:cxnSpLocks/>
          </p:cNvCxnSpPr>
          <p:nvPr/>
        </p:nvCxnSpPr>
        <p:spPr>
          <a:xfrm>
            <a:off x="10550332"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sp>
        <p:nvSpPr>
          <p:cNvPr id="22" name="TextBox 21">
            <a:extLst>
              <a:ext uri="{FF2B5EF4-FFF2-40B4-BE49-F238E27FC236}">
                <a16:creationId xmlns:a16="http://schemas.microsoft.com/office/drawing/2014/main" id="{E56198AE-6EB5-C51F-409C-26B8F7F86BEF}"/>
              </a:ext>
            </a:extLst>
          </p:cNvPr>
          <p:cNvSpPr txBox="1"/>
          <p:nvPr/>
        </p:nvSpPr>
        <p:spPr>
          <a:xfrm>
            <a:off x="8444646" y="453755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3</a:t>
            </a:r>
          </a:p>
        </p:txBody>
      </p:sp>
      <p:sp>
        <p:nvSpPr>
          <p:cNvPr id="23" name="TextBox 22">
            <a:extLst>
              <a:ext uri="{FF2B5EF4-FFF2-40B4-BE49-F238E27FC236}">
                <a16:creationId xmlns:a16="http://schemas.microsoft.com/office/drawing/2014/main" id="{0EB2181E-C4A0-6999-3B29-5141DD713FE1}"/>
              </a:ext>
            </a:extLst>
          </p:cNvPr>
          <p:cNvSpPr txBox="1"/>
          <p:nvPr/>
        </p:nvSpPr>
        <p:spPr>
          <a:xfrm>
            <a:off x="10589451" y="4550022"/>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5</a:t>
            </a:r>
          </a:p>
        </p:txBody>
      </p:sp>
      <p:pic>
        <p:nvPicPr>
          <p:cNvPr id="35" name="Graphic 34" descr="Dollar outline">
            <a:extLst>
              <a:ext uri="{FF2B5EF4-FFF2-40B4-BE49-F238E27FC236}">
                <a16:creationId xmlns:a16="http://schemas.microsoft.com/office/drawing/2014/main" id="{3F7A8CC5-A34A-2AAF-046A-EA7F5275B046}"/>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77097" y="3971094"/>
            <a:ext cx="99414" cy="99414"/>
          </a:xfrm>
          <a:prstGeom prst="rect">
            <a:avLst/>
          </a:prstGeom>
        </p:spPr>
      </p:pic>
      <p:sp>
        <p:nvSpPr>
          <p:cNvPr id="41" name="TextBox 40">
            <a:extLst>
              <a:ext uri="{FF2B5EF4-FFF2-40B4-BE49-F238E27FC236}">
                <a16:creationId xmlns:a16="http://schemas.microsoft.com/office/drawing/2014/main" id="{854C1CF3-49C6-7197-7CCD-F4A045119A8D}"/>
              </a:ext>
            </a:extLst>
          </p:cNvPr>
          <p:cNvSpPr txBox="1"/>
          <p:nvPr/>
        </p:nvSpPr>
        <p:spPr>
          <a:xfrm>
            <a:off x="1491097" y="2200685"/>
            <a:ext cx="1408328" cy="338554"/>
          </a:xfrm>
          <a:prstGeom prst="rect">
            <a:avLst/>
          </a:prstGeom>
          <a:noFill/>
        </p:spPr>
        <p:txBody>
          <a:bodyPr wrap="square" rtlCol="0">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valbnft</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3" name="TextBox 42">
            <a:extLst>
              <a:ext uri="{FF2B5EF4-FFF2-40B4-BE49-F238E27FC236}">
                <a16:creationId xmlns:a16="http://schemas.microsoft.com/office/drawing/2014/main" id="{1CA5A673-91FC-2C94-7F57-6F75AF00332C}"/>
              </a:ext>
            </a:extLst>
          </p:cNvPr>
          <p:cNvSpPr txBox="1"/>
          <p:nvPr/>
        </p:nvSpPr>
        <p:spPr>
          <a:xfrm>
            <a:off x="3797628" y="4027026"/>
            <a:ext cx="1260000" cy="584775"/>
          </a:xfrm>
          <a:prstGeom prst="rect">
            <a:avLst/>
          </a:prstGeom>
          <a:noFill/>
        </p:spPr>
        <p:txBody>
          <a:bodyPr wrap="square" rtlCol="0">
            <a:spAutoFit/>
          </a:bodyPr>
          <a:lstStyle/>
          <a:p>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valmonths</a:t>
            </a: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 months</a:t>
            </a:r>
          </a:p>
        </p:txBody>
      </p:sp>
      <p:sp>
        <p:nvSpPr>
          <p:cNvPr id="44" name="TextBox 43">
            <a:extLst>
              <a:ext uri="{FF2B5EF4-FFF2-40B4-BE49-F238E27FC236}">
                <a16:creationId xmlns:a16="http://schemas.microsoft.com/office/drawing/2014/main" id="{B51CD36F-4B90-CBDF-E4CA-2F7753CCAD0D}"/>
              </a:ext>
            </a:extLst>
          </p:cNvPr>
          <p:cNvSpPr txBox="1"/>
          <p:nvPr/>
        </p:nvSpPr>
        <p:spPr>
          <a:xfrm>
            <a:off x="1491097" y="4017274"/>
            <a:ext cx="1599526" cy="584775"/>
          </a:xfrm>
          <a:prstGeom prst="rect">
            <a:avLst/>
          </a:prstGeom>
          <a:noFill/>
        </p:spPr>
        <p:txBody>
          <a:bodyPr wrap="square" rtlCol="0">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valinvestment</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5" name="TextBox 44">
            <a:extLst>
              <a:ext uri="{FF2B5EF4-FFF2-40B4-BE49-F238E27FC236}">
                <a16:creationId xmlns:a16="http://schemas.microsoft.com/office/drawing/2014/main" id="{1B3924B1-6D93-5AF9-68DF-307D783C4301}"/>
              </a:ext>
            </a:extLst>
          </p:cNvPr>
          <p:cNvSpPr txBox="1"/>
          <p:nvPr/>
        </p:nvSpPr>
        <p:spPr>
          <a:xfrm>
            <a:off x="1491097" y="3192818"/>
            <a:ext cx="1278041" cy="338554"/>
          </a:xfrm>
          <a:prstGeom prst="rect">
            <a:avLst/>
          </a:prstGeom>
          <a:noFill/>
        </p:spPr>
        <p:txBody>
          <a:bodyPr wrap="square" rtlCol="0">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valacd</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 name="TextBox 48">
            <a:extLst>
              <a:ext uri="{FF2B5EF4-FFF2-40B4-BE49-F238E27FC236}">
                <a16:creationId xmlns:a16="http://schemas.microsoft.com/office/drawing/2014/main" id="{059F857E-0C32-6C1E-C411-71299828D62F}"/>
              </a:ext>
            </a:extLst>
          </p:cNvPr>
          <p:cNvSpPr txBox="1"/>
          <p:nvPr/>
        </p:nvSpPr>
        <p:spPr>
          <a:xfrm>
            <a:off x="3797628" y="3184326"/>
            <a:ext cx="1260000" cy="338554"/>
          </a:xfrm>
          <a:prstGeom prst="rect">
            <a:avLst/>
          </a:prstGeom>
          <a:noFill/>
        </p:spPr>
        <p:txBody>
          <a:bodyPr wrap="square" rtlCol="0">
            <a:spAutoFit/>
          </a:bodyPr>
          <a:lstStyle/>
          <a:p>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valroi</a:t>
            </a: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51" name="TextBox 50">
            <a:extLst>
              <a:ext uri="{FF2B5EF4-FFF2-40B4-BE49-F238E27FC236}">
                <a16:creationId xmlns:a16="http://schemas.microsoft.com/office/drawing/2014/main" id="{919B2869-F7B8-C766-B4DF-19CA5F6D8E9E}"/>
              </a:ext>
            </a:extLst>
          </p:cNvPr>
          <p:cNvSpPr txBox="1"/>
          <p:nvPr/>
        </p:nvSpPr>
        <p:spPr>
          <a:xfrm>
            <a:off x="3797628" y="2204508"/>
            <a:ext cx="1260000" cy="338554"/>
          </a:xfrm>
          <a:prstGeom prst="rect">
            <a:avLst/>
          </a:prstGeom>
          <a:noFill/>
        </p:spPr>
        <p:txBody>
          <a:bodyPr wrap="square">
            <a:spAutoFit/>
          </a:bodyPr>
          <a:lstStyle/>
          <a:p>
            <a:r>
              <a:rPr lang="en-GB" sz="1600" i="0" u="none" strike="noStrike" dirty="0">
                <a:solidFill>
                  <a:schemeClr val="bg1"/>
                </a:solidFill>
                <a:effectLst/>
                <a:latin typeface="Open Sans" panose="020B0606030504020204" pitchFamily="34" charset="0"/>
                <a:ea typeface="Open Sans" panose="020B0606030504020204" pitchFamily="34" charset="0"/>
                <a:cs typeface="Open Sans" panose="020B0606030504020204" pitchFamily="34" charset="0"/>
              </a:rPr>
              <a:t> </a:t>
            </a: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valnpvv</a:t>
            </a:r>
            <a:r>
              <a:rPr lang="en-GB" sz="1600" i="0" u="none" strike="noStrike" dirty="0">
                <a:solidFill>
                  <a:schemeClr val="bg1"/>
                </a:solidFill>
                <a:effectLst/>
                <a:latin typeface="Open Sans" panose="020B0606030504020204" pitchFamily="34" charset="0"/>
                <a:ea typeface="Open Sans" panose="020B0606030504020204" pitchFamily="34" charset="0"/>
                <a:cs typeface="Open Sans" panose="020B0606030504020204" pitchFamily="34" charset="0"/>
              </a:rPr>
              <a:t> </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53" name="TextBox 52">
            <a:extLst>
              <a:ext uri="{FF2B5EF4-FFF2-40B4-BE49-F238E27FC236}">
                <a16:creationId xmlns:a16="http://schemas.microsoft.com/office/drawing/2014/main" id="{7464C18C-8143-AB54-955A-A0DE0ACF69AD}"/>
              </a:ext>
            </a:extLst>
          </p:cNvPr>
          <p:cNvSpPr txBox="1"/>
          <p:nvPr/>
        </p:nvSpPr>
        <p:spPr>
          <a:xfrm>
            <a:off x="650833" y="791325"/>
            <a:ext cx="24062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24" name="TextBox 23">
            <a:extLst>
              <a:ext uri="{FF2B5EF4-FFF2-40B4-BE49-F238E27FC236}">
                <a16:creationId xmlns:a16="http://schemas.microsoft.com/office/drawing/2014/main" id="{012C8D2C-9662-93C5-9673-63020C005BD9}"/>
              </a:ext>
            </a:extLst>
          </p:cNvPr>
          <p:cNvSpPr txBox="1"/>
          <p:nvPr/>
        </p:nvSpPr>
        <p:spPr>
          <a:xfrm>
            <a:off x="1491097" y="5063705"/>
            <a:ext cx="1599526" cy="338554"/>
          </a:xfrm>
          <a:prstGeom prst="rect">
            <a:avLst/>
          </a:prstGeom>
          <a:noFill/>
        </p:spPr>
        <p:txBody>
          <a:bodyPr wrap="square" rtlCol="0">
            <a:spAutoFit/>
          </a:bodyPr>
          <a:lstStyle/>
          <a:p>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valhours</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pic>
        <p:nvPicPr>
          <p:cNvPr id="4" name="Graphic 32" descr="Coins outline">
            <a:extLst>
              <a:ext uri="{FF2B5EF4-FFF2-40B4-BE49-F238E27FC236}">
                <a16:creationId xmlns:a16="http://schemas.microsoft.com/office/drawing/2014/main" id="{BF77A655-3945-E7CF-0B09-2ADCEDE06CFF}"/>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82107" y="2016302"/>
            <a:ext cx="493118" cy="493118"/>
          </a:xfrm>
          <a:prstGeom prst="rect">
            <a:avLst/>
          </a:prstGeom>
        </p:spPr>
      </p:pic>
      <p:sp>
        <p:nvSpPr>
          <p:cNvPr id="5" name="TextBox 35">
            <a:extLst>
              <a:ext uri="{FF2B5EF4-FFF2-40B4-BE49-F238E27FC236}">
                <a16:creationId xmlns:a16="http://schemas.microsoft.com/office/drawing/2014/main" id="{4850F750-8AF5-047D-7215-8CBA0136499D}"/>
              </a:ext>
            </a:extLst>
          </p:cNvPr>
          <p:cNvSpPr txBox="1"/>
          <p:nvPr/>
        </p:nvSpPr>
        <p:spPr>
          <a:xfrm>
            <a:off x="385167" y="3361760"/>
            <a:ext cx="1086998" cy="400110"/>
          </a:xfrm>
          <a:prstGeom prst="rect">
            <a:avLst/>
          </a:prstGeom>
          <a:noFill/>
        </p:spPr>
        <p:txBody>
          <a:bodyPr wrap="square" rtlCol="0">
            <a:spAutoFit/>
          </a:bodyPr>
          <a:lstStyle/>
          <a:p>
            <a:pPr algn="ctr"/>
            <a:r>
              <a:rPr lang="en-GB" sz="1000" b="1">
                <a:solidFill>
                  <a:srgbClr val="E23F13"/>
                </a:solidFill>
                <a:latin typeface="Open Sans" panose="020B0606030504020204" pitchFamily="34" charset="0"/>
                <a:ea typeface="Open Sans" panose="020B0606030504020204" pitchFamily="34" charset="0"/>
                <a:cs typeface="Open Sans" panose="020B0606030504020204" pitchFamily="34" charset="0"/>
              </a:rPr>
              <a:t>Annual cost of delay</a:t>
            </a:r>
          </a:p>
        </p:txBody>
      </p:sp>
      <p:sp>
        <p:nvSpPr>
          <p:cNvPr id="25" name="TextBox 36">
            <a:extLst>
              <a:ext uri="{FF2B5EF4-FFF2-40B4-BE49-F238E27FC236}">
                <a16:creationId xmlns:a16="http://schemas.microsoft.com/office/drawing/2014/main" id="{3A61F173-8814-5F33-33D0-4427D5617FE6}"/>
              </a:ext>
            </a:extLst>
          </p:cNvPr>
          <p:cNvSpPr txBox="1"/>
          <p:nvPr/>
        </p:nvSpPr>
        <p:spPr>
          <a:xfrm>
            <a:off x="529012" y="2462878"/>
            <a:ext cx="799309" cy="253916"/>
          </a:xfrm>
          <a:prstGeom prst="rect">
            <a:avLst/>
          </a:prstGeom>
          <a:noFill/>
        </p:spPr>
        <p:txBody>
          <a:bodyPr wrap="square" rtlCol="0">
            <a:spAutoFit/>
          </a:bodyPr>
          <a:lstStyle/>
          <a:p>
            <a:pPr algn="ctr"/>
            <a:r>
              <a:rPr lang="en-GB" sz="1050" b="1">
                <a:solidFill>
                  <a:srgbClr val="E23F13"/>
                </a:solidFill>
                <a:latin typeface="Open Sans" panose="020B0606030504020204" pitchFamily="34" charset="0"/>
                <a:ea typeface="Open Sans" panose="020B0606030504020204" pitchFamily="34" charset="0"/>
                <a:cs typeface="Open Sans" panose="020B0606030504020204" pitchFamily="34" charset="0"/>
              </a:rPr>
              <a:t>BENEFIT</a:t>
            </a:r>
          </a:p>
        </p:txBody>
      </p:sp>
      <p:pic>
        <p:nvPicPr>
          <p:cNvPr id="26" name="Graphic 37" descr="Downward trend graph outline">
            <a:extLst>
              <a:ext uri="{FF2B5EF4-FFF2-40B4-BE49-F238E27FC236}">
                <a16:creationId xmlns:a16="http://schemas.microsoft.com/office/drawing/2014/main" id="{A5A58F65-65E8-1B34-0ED8-A95CC257B769}"/>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731368" y="2930773"/>
            <a:ext cx="394596" cy="394596"/>
          </a:xfrm>
          <a:prstGeom prst="rect">
            <a:avLst/>
          </a:prstGeom>
        </p:spPr>
      </p:pic>
      <p:sp>
        <p:nvSpPr>
          <p:cNvPr id="27" name="TextBox 38">
            <a:extLst>
              <a:ext uri="{FF2B5EF4-FFF2-40B4-BE49-F238E27FC236}">
                <a16:creationId xmlns:a16="http://schemas.microsoft.com/office/drawing/2014/main" id="{DA3C6438-DE5B-554E-CEED-255F056800CF}"/>
              </a:ext>
            </a:extLst>
          </p:cNvPr>
          <p:cNvSpPr txBox="1"/>
          <p:nvPr/>
        </p:nvSpPr>
        <p:spPr>
          <a:xfrm>
            <a:off x="385167" y="4381620"/>
            <a:ext cx="1086998" cy="253916"/>
          </a:xfrm>
          <a:prstGeom prst="rect">
            <a:avLst/>
          </a:prstGeom>
          <a:noFill/>
        </p:spPr>
        <p:txBody>
          <a:bodyPr wrap="square" rtlCol="0">
            <a:spAutoFit/>
          </a:bodyPr>
          <a:lstStyle/>
          <a:p>
            <a:pPr algn="ctr"/>
            <a:r>
              <a:rPr lang="en-GB" sz="1050" b="1">
                <a:solidFill>
                  <a:srgbClr val="E23F13"/>
                </a:solidFill>
                <a:latin typeface="Open Sans" panose="020B0606030504020204" pitchFamily="34" charset="0"/>
                <a:ea typeface="Open Sans" panose="020B0606030504020204" pitchFamily="34" charset="0"/>
                <a:cs typeface="Open Sans" panose="020B0606030504020204" pitchFamily="34" charset="0"/>
              </a:rPr>
              <a:t>INVESTMENT</a:t>
            </a:r>
          </a:p>
        </p:txBody>
      </p:sp>
      <p:sp>
        <p:nvSpPr>
          <p:cNvPr id="28" name="TextBox 39">
            <a:extLst>
              <a:ext uri="{FF2B5EF4-FFF2-40B4-BE49-F238E27FC236}">
                <a16:creationId xmlns:a16="http://schemas.microsoft.com/office/drawing/2014/main" id="{FC58518A-B8BB-F527-D433-49DEE77EA9B2}"/>
              </a:ext>
            </a:extLst>
          </p:cNvPr>
          <p:cNvSpPr txBox="1"/>
          <p:nvPr/>
        </p:nvSpPr>
        <p:spPr>
          <a:xfrm>
            <a:off x="2962265" y="4316345"/>
            <a:ext cx="729079" cy="400110"/>
          </a:xfrm>
          <a:prstGeom prst="rect">
            <a:avLst/>
          </a:prstGeom>
          <a:noFill/>
        </p:spPr>
        <p:txBody>
          <a:bodyPr wrap="square" rtlCol="0">
            <a:spAutoFit/>
          </a:bodyPr>
          <a:lstStyle/>
          <a:p>
            <a:pPr algn="ctr"/>
            <a:r>
              <a:rPr lang="en-GB" sz="1000" b="1">
                <a:solidFill>
                  <a:srgbClr val="E23F13"/>
                </a:solidFill>
                <a:latin typeface="Open Sans" panose="020B0606030504020204" pitchFamily="34" charset="0"/>
                <a:ea typeface="Open Sans" panose="020B0606030504020204" pitchFamily="34" charset="0"/>
                <a:cs typeface="Open Sans" panose="020B0606030504020204" pitchFamily="34" charset="0"/>
              </a:rPr>
              <a:t>Payback</a:t>
            </a:r>
            <a:r>
              <a:rPr lang="en-GB" sz="700">
                <a:solidFill>
                  <a:srgbClr val="E23F13"/>
                </a:solidFill>
                <a:latin typeface="Open Sans" panose="020B0606030504020204" pitchFamily="34" charset="0"/>
                <a:ea typeface="Open Sans" panose="020B0606030504020204" pitchFamily="34" charset="0"/>
                <a:cs typeface="Open Sans" panose="020B0606030504020204" pitchFamily="34" charset="0"/>
              </a:rPr>
              <a:t> </a:t>
            </a:r>
            <a:r>
              <a:rPr lang="en-GB" sz="1000" b="1">
                <a:solidFill>
                  <a:srgbClr val="E23F13"/>
                </a:solidFill>
                <a:latin typeface="Open Sans" panose="020B0606030504020204" pitchFamily="34" charset="0"/>
                <a:ea typeface="Open Sans" panose="020B0606030504020204" pitchFamily="34" charset="0"/>
                <a:cs typeface="Open Sans" panose="020B0606030504020204" pitchFamily="34" charset="0"/>
              </a:rPr>
              <a:t>Period</a:t>
            </a:r>
          </a:p>
        </p:txBody>
      </p:sp>
      <p:grpSp>
        <p:nvGrpSpPr>
          <p:cNvPr id="29" name="Group 24">
            <a:extLst>
              <a:ext uri="{FF2B5EF4-FFF2-40B4-BE49-F238E27FC236}">
                <a16:creationId xmlns:a16="http://schemas.microsoft.com/office/drawing/2014/main" id="{2A35F7B4-89CA-28D2-C761-27F195682596}"/>
              </a:ext>
            </a:extLst>
          </p:cNvPr>
          <p:cNvGrpSpPr/>
          <p:nvPr/>
        </p:nvGrpSpPr>
        <p:grpSpPr>
          <a:xfrm>
            <a:off x="3299656" y="4004190"/>
            <a:ext cx="144000" cy="144000"/>
            <a:chOff x="3274765" y="4031786"/>
            <a:chExt cx="106557" cy="106557"/>
          </a:xfrm>
        </p:grpSpPr>
        <p:pic>
          <p:nvPicPr>
            <p:cNvPr id="30" name="Graphic 34" descr="Dollar outline">
              <a:extLst>
                <a:ext uri="{FF2B5EF4-FFF2-40B4-BE49-F238E27FC236}">
                  <a16:creationId xmlns:a16="http://schemas.microsoft.com/office/drawing/2014/main" id="{0E6689E8-7209-C0F1-640C-D80457BE91E8}"/>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3279681" y="4037294"/>
              <a:ext cx="99414" cy="99414"/>
            </a:xfrm>
            <a:prstGeom prst="rect">
              <a:avLst/>
            </a:prstGeom>
          </p:spPr>
        </p:pic>
        <p:sp>
          <p:nvSpPr>
            <p:cNvPr id="31" name="Oval 30">
              <a:extLst>
                <a:ext uri="{FF2B5EF4-FFF2-40B4-BE49-F238E27FC236}">
                  <a16:creationId xmlns:a16="http://schemas.microsoft.com/office/drawing/2014/main" id="{B2799852-8DB3-C170-3A44-73EEE983320B}"/>
                </a:ext>
              </a:extLst>
            </p:cNvPr>
            <p:cNvSpPr/>
            <p:nvPr/>
          </p:nvSpPr>
          <p:spPr>
            <a:xfrm>
              <a:off x="3274765" y="4031786"/>
              <a:ext cx="106557" cy="106557"/>
            </a:xfrm>
            <a:prstGeom prst="ellipse">
              <a:avLst/>
            </a:prstGeom>
            <a:noFill/>
            <a:ln w="12700">
              <a:solidFill>
                <a:srgbClr val="E23F1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p>
          </p:txBody>
        </p:sp>
      </p:grpSp>
      <p:pic>
        <p:nvPicPr>
          <p:cNvPr id="32" name="Graphic 46" descr="Diamond with solid fill">
            <a:extLst>
              <a:ext uri="{FF2B5EF4-FFF2-40B4-BE49-F238E27FC236}">
                <a16:creationId xmlns:a16="http://schemas.microsoft.com/office/drawing/2014/main" id="{C87E5E7B-3E65-6A77-43D5-9385F8688EE1}"/>
              </a:ext>
            </a:extLst>
          </p:cNvPr>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3116481" y="2033136"/>
            <a:ext cx="420646" cy="521262"/>
          </a:xfrm>
          <a:prstGeom prst="rect">
            <a:avLst/>
          </a:prstGeom>
        </p:spPr>
      </p:pic>
      <p:sp>
        <p:nvSpPr>
          <p:cNvPr id="46" name="TextBox 47">
            <a:extLst>
              <a:ext uri="{FF2B5EF4-FFF2-40B4-BE49-F238E27FC236}">
                <a16:creationId xmlns:a16="http://schemas.microsoft.com/office/drawing/2014/main" id="{169D5DCA-2B84-FFBE-27A9-8219C35C3CA7}"/>
              </a:ext>
            </a:extLst>
          </p:cNvPr>
          <p:cNvSpPr txBox="1"/>
          <p:nvPr/>
        </p:nvSpPr>
        <p:spPr>
          <a:xfrm>
            <a:off x="2906368" y="2516728"/>
            <a:ext cx="840873" cy="253916"/>
          </a:xfrm>
          <a:prstGeom prst="rect">
            <a:avLst/>
          </a:prstGeom>
          <a:noFill/>
        </p:spPr>
        <p:txBody>
          <a:bodyPr wrap="square" rtlCol="0">
            <a:spAutoFit/>
          </a:bodyPr>
          <a:lstStyle/>
          <a:p>
            <a:pPr algn="ctr"/>
            <a:r>
              <a:rPr lang="en-GB" sz="1050" b="1">
                <a:solidFill>
                  <a:srgbClr val="E23F13"/>
                </a:solidFill>
                <a:latin typeface="Open Sans" panose="020B0606030504020204" pitchFamily="34" charset="0"/>
                <a:ea typeface="Open Sans" panose="020B0606030504020204" pitchFamily="34" charset="0"/>
                <a:cs typeface="Open Sans" panose="020B0606030504020204" pitchFamily="34" charset="0"/>
              </a:rPr>
              <a:t>NPV</a:t>
            </a:r>
          </a:p>
        </p:txBody>
      </p:sp>
      <p:sp>
        <p:nvSpPr>
          <p:cNvPr id="54" name="TextBox 49">
            <a:extLst>
              <a:ext uri="{FF2B5EF4-FFF2-40B4-BE49-F238E27FC236}">
                <a16:creationId xmlns:a16="http://schemas.microsoft.com/office/drawing/2014/main" id="{71EED8F1-EC39-8B8A-9542-2E46264AED21}"/>
              </a:ext>
            </a:extLst>
          </p:cNvPr>
          <p:cNvSpPr txBox="1"/>
          <p:nvPr/>
        </p:nvSpPr>
        <p:spPr>
          <a:xfrm>
            <a:off x="2986505" y="3171616"/>
            <a:ext cx="680598" cy="369332"/>
          </a:xfrm>
          <a:prstGeom prst="rect">
            <a:avLst/>
          </a:prstGeom>
          <a:noFill/>
        </p:spPr>
        <p:txBody>
          <a:bodyPr wrap="square" rtlCol="0">
            <a:spAutoFit/>
          </a:bodyPr>
          <a:lstStyle/>
          <a:p>
            <a:r>
              <a:rPr lang="en-GB" b="1">
                <a:solidFill>
                  <a:srgbClr val="E23F13"/>
                </a:solidFill>
                <a:latin typeface="Open Sans" panose="020B0606030504020204" pitchFamily="34" charset="0"/>
                <a:ea typeface="Open Sans" panose="020B0606030504020204" pitchFamily="34" charset="0"/>
                <a:cs typeface="Open Sans" panose="020B0606030504020204" pitchFamily="34" charset="0"/>
              </a:rPr>
              <a:t>ROI</a:t>
            </a:r>
          </a:p>
        </p:txBody>
      </p:sp>
      <p:pic>
        <p:nvPicPr>
          <p:cNvPr id="55" name="Graphic 51" descr="Bank with solid fill">
            <a:extLst>
              <a:ext uri="{FF2B5EF4-FFF2-40B4-BE49-F238E27FC236}">
                <a16:creationId xmlns:a16="http://schemas.microsoft.com/office/drawing/2014/main" id="{C9AD5526-9A2B-E55B-FA9F-12205A9A6F5B}"/>
              </a:ext>
            </a:extLst>
          </p:cNvPr>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685332" y="3943217"/>
            <a:ext cx="486669" cy="486669"/>
          </a:xfrm>
          <a:prstGeom prst="rect">
            <a:avLst/>
          </a:prstGeom>
        </p:spPr>
      </p:pic>
      <p:pic>
        <p:nvPicPr>
          <p:cNvPr id="56" name="Graphic 5" descr="Clock with solid fill">
            <a:extLst>
              <a:ext uri="{FF2B5EF4-FFF2-40B4-BE49-F238E27FC236}">
                <a16:creationId xmlns:a16="http://schemas.microsoft.com/office/drawing/2014/main" id="{F793E217-CF18-2C0D-8236-59809DC1FD7C}"/>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87867" y="4872929"/>
            <a:ext cx="681598" cy="681598"/>
          </a:xfrm>
          <a:prstGeom prst="rect">
            <a:avLst/>
          </a:prstGeom>
        </p:spPr>
      </p:pic>
      <p:sp>
        <p:nvSpPr>
          <p:cNvPr id="57" name="TextBox 6">
            <a:extLst>
              <a:ext uri="{FF2B5EF4-FFF2-40B4-BE49-F238E27FC236}">
                <a16:creationId xmlns:a16="http://schemas.microsoft.com/office/drawing/2014/main" id="{8AE9A536-6EEB-7AFE-0670-BCE4C45D9480}"/>
              </a:ext>
            </a:extLst>
          </p:cNvPr>
          <p:cNvSpPr txBox="1"/>
          <p:nvPr/>
        </p:nvSpPr>
        <p:spPr>
          <a:xfrm>
            <a:off x="385167" y="5549278"/>
            <a:ext cx="1086998" cy="415498"/>
          </a:xfrm>
          <a:prstGeom prst="rect">
            <a:avLst/>
          </a:prstGeom>
          <a:noFill/>
        </p:spPr>
        <p:txBody>
          <a:bodyPr wrap="square" rtlCol="0">
            <a:spAutoFit/>
          </a:bodyPr>
          <a:lstStyle/>
          <a:p>
            <a:pPr algn="ctr"/>
            <a:r>
              <a:rPr lang="en-GB" sz="1050" b="1">
                <a:solidFill>
                  <a:srgbClr val="E23F13"/>
                </a:solidFill>
                <a:latin typeface="Open Sans" panose="020B0606030504020204" pitchFamily="34" charset="0"/>
                <a:ea typeface="Open Sans" panose="020B0606030504020204" pitchFamily="34" charset="0"/>
                <a:cs typeface="Open Sans" panose="020B0606030504020204" pitchFamily="34" charset="0"/>
              </a:rPr>
              <a:t>HOURS SAVED</a:t>
            </a:r>
          </a:p>
        </p:txBody>
      </p:sp>
    </p:spTree>
    <p:extLst>
      <p:ext uri="{BB962C8B-B14F-4D97-AF65-F5344CB8AC3E}">
        <p14:creationId xmlns:p14="http://schemas.microsoft.com/office/powerpoint/2010/main" val="23658039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F303557-C3DF-0A09-A6C3-B95DAC3B7127}"/>
              </a:ext>
            </a:extLst>
          </p:cNvPr>
          <p:cNvSpPr>
            <a:spLocks noGrp="1"/>
          </p:cNvSpPr>
          <p:nvPr>
            <p:ph type="sldNum" sz="quarter" idx="12"/>
          </p:nvPr>
        </p:nvSpPr>
        <p:spPr/>
        <p:txBody>
          <a:bodyPr/>
          <a:lstStyle/>
          <a:p>
            <a:fld id="{3531A8E9-B4CF-5643-AF96-CB4C768DAD63}" type="slidenum">
              <a:rPr lang="en-US" smtClean="0"/>
              <a:t>8</a:t>
            </a:fld>
            <a:endParaRPr lang="en-US"/>
          </a:p>
        </p:txBody>
      </p:sp>
      <p:sp>
        <p:nvSpPr>
          <p:cNvPr id="3" name="Title 2">
            <a:extLst>
              <a:ext uri="{FF2B5EF4-FFF2-40B4-BE49-F238E27FC236}">
                <a16:creationId xmlns:a16="http://schemas.microsoft.com/office/drawing/2014/main" id="{0D27C223-66B0-43E1-F7E0-38D12174F72F}"/>
              </a:ext>
            </a:extLst>
          </p:cNvPr>
          <p:cNvSpPr>
            <a:spLocks noGrp="1"/>
          </p:cNvSpPr>
          <p:nvPr>
            <p:ph type="title"/>
          </p:nvPr>
        </p:nvSpPr>
        <p:spPr>
          <a:xfrm>
            <a:off x="695326" y="428401"/>
            <a:ext cx="9292735" cy="401594"/>
          </a:xfrm>
        </p:spPr>
        <p:txBody>
          <a:bodyPr>
            <a:normAutofit/>
          </a:bodyPr>
          <a:lstStyle/>
          <a:p>
            <a:r>
              <a:rPr lang="tr-TR" dirty="0"/>
              <a:t>DEFINITION OF TERMS</a:t>
            </a:r>
            <a:endParaRPr lang="en-US" dirty="0"/>
          </a:p>
        </p:txBody>
      </p:sp>
      <p:sp>
        <p:nvSpPr>
          <p:cNvPr id="4" name="Text Placeholder 3">
            <a:extLst>
              <a:ext uri="{FF2B5EF4-FFF2-40B4-BE49-F238E27FC236}">
                <a16:creationId xmlns:a16="http://schemas.microsoft.com/office/drawing/2014/main" id="{77D034D3-826E-71EB-8E21-FFDB47E1C1EE}"/>
              </a:ext>
            </a:extLst>
          </p:cNvPr>
          <p:cNvSpPr>
            <a:spLocks noGrp="1"/>
          </p:cNvSpPr>
          <p:nvPr>
            <p:ph type="body" sz="quarter" idx="13"/>
          </p:nvPr>
        </p:nvSpPr>
        <p:spPr>
          <a:xfrm>
            <a:off x="6017270" y="1717608"/>
            <a:ext cx="4638088" cy="3361386"/>
          </a:xfrm>
        </p:spPr>
        <p:txBody>
          <a:bodyPr vert="horz" lIns="0" tIns="0" rIns="0" bIns="0" rtlCol="0" anchor="t">
            <a:noAutofit/>
          </a:bodyPr>
          <a:lstStyle/>
          <a:p>
            <a:pPr marL="341630" indent="-251460">
              <a:spcAft>
                <a:spcPts val="800"/>
              </a:spcAft>
            </a:pPr>
            <a:r>
              <a:rPr lang="en-GB" sz="900" b="1" dirty="0">
                <a:solidFill>
                  <a:srgbClr val="FF6600"/>
                </a:solidFill>
                <a:effectLst/>
                <a:latin typeface="Open Sans"/>
                <a:ea typeface="Open Sans"/>
                <a:cs typeface="Open Sans"/>
              </a:rPr>
              <a:t>Payback Period: </a:t>
            </a:r>
            <a:r>
              <a:rPr lang="en-GB" sz="900" dirty="0">
                <a:solidFill>
                  <a:schemeClr val="tx1">
                    <a:lumMod val="50000"/>
                    <a:lumOff val="50000"/>
                  </a:schemeClr>
                </a:solidFill>
                <a:effectLst/>
                <a:latin typeface="Open Sans"/>
                <a:ea typeface="Open Sans"/>
                <a:cs typeface="Open Sans"/>
              </a:rPr>
              <a:t>time at which benefits achieved outweigh amount invested. If you invest £12 and receive £1 per month, your payback period is 1 year, equal to the "break-even point”. This calculation does not consider the time value of money (see NPV)</a:t>
            </a:r>
          </a:p>
          <a:p>
            <a:pPr marL="341630" indent="-251460">
              <a:spcAft>
                <a:spcPts val="800"/>
              </a:spcAft>
            </a:pPr>
            <a:r>
              <a:rPr lang="en-GB" sz="900" b="1" dirty="0">
                <a:solidFill>
                  <a:srgbClr val="FF6600"/>
                </a:solidFill>
                <a:effectLst/>
                <a:latin typeface="Open Sans"/>
                <a:ea typeface="Open Sans"/>
                <a:cs typeface="Open Sans"/>
              </a:rPr>
              <a:t>Net Present Value (NPV): </a:t>
            </a:r>
            <a:r>
              <a:rPr lang="en-GB" sz="900" dirty="0">
                <a:solidFill>
                  <a:schemeClr val="tx1">
                    <a:lumMod val="50000"/>
                    <a:lumOff val="50000"/>
                  </a:schemeClr>
                </a:solidFill>
                <a:effectLst/>
                <a:latin typeface="Open Sans"/>
                <a:ea typeface="Open Sans"/>
                <a:cs typeface="Open Sans"/>
              </a:rPr>
              <a:t>the present value of future net Cashflows (cash in minus cash out). “Present Value” refers to the time value of money where a pound today is worth more than a pound five years from now. This is due to inflation, future uncertainty and other factors. The NPV here is calculated assuming a default 8% cost of capital.</a:t>
            </a:r>
          </a:p>
          <a:p>
            <a:pPr marL="341630" indent="-251460">
              <a:spcAft>
                <a:spcPts val="800"/>
              </a:spcAft>
            </a:pPr>
            <a:r>
              <a:rPr lang="en-GB" sz="900" b="1" dirty="0">
                <a:solidFill>
                  <a:srgbClr val="FF6600"/>
                </a:solidFill>
                <a:effectLst/>
                <a:latin typeface="Open Sans"/>
                <a:ea typeface="Open Sans"/>
                <a:cs typeface="Open Sans"/>
              </a:rPr>
              <a:t>Return on Investment (ROI): </a:t>
            </a:r>
            <a:r>
              <a:rPr lang="en-GB" sz="900" dirty="0">
                <a:solidFill>
                  <a:schemeClr val="tx1">
                    <a:lumMod val="50000"/>
                    <a:lumOff val="50000"/>
                  </a:schemeClr>
                </a:solidFill>
                <a:effectLst/>
                <a:latin typeface="Open Sans"/>
                <a:ea typeface="Open Sans"/>
                <a:cs typeface="Open Sans"/>
              </a:rPr>
              <a:t>The ratio of benefits vs its total costs. If you invest £12 and get £24 back, the ROI is 24/12 = 200% (i.e. you receive double what you contributed)</a:t>
            </a:r>
          </a:p>
          <a:p>
            <a:pPr marL="341630" indent="-251460">
              <a:spcAft>
                <a:spcPts val="800"/>
              </a:spcAft>
            </a:pPr>
            <a:r>
              <a:rPr lang="en-GB" sz="900" b="1" dirty="0">
                <a:solidFill>
                  <a:srgbClr val="FF6600"/>
                </a:solidFill>
                <a:effectLst/>
                <a:latin typeface="Open Sans"/>
                <a:ea typeface="Open Sans"/>
                <a:cs typeface="Open Sans"/>
              </a:rPr>
              <a:t>Adoption rate: </a:t>
            </a:r>
            <a:r>
              <a:rPr lang="en-GB" sz="900" dirty="0">
                <a:solidFill>
                  <a:schemeClr val="tx1">
                    <a:lumMod val="50000"/>
                    <a:lumOff val="50000"/>
                  </a:schemeClr>
                </a:solidFill>
                <a:effectLst/>
                <a:latin typeface="Open Sans"/>
                <a:ea typeface="Open Sans"/>
                <a:cs typeface="Open Sans"/>
              </a:rPr>
              <a:t>We have integrated software adoption rate factors into our value return calculations. These reflect reductions in value returns from factors such as staggered releases, ramp up times and more. </a:t>
            </a:r>
          </a:p>
        </p:txBody>
      </p:sp>
      <p:sp>
        <p:nvSpPr>
          <p:cNvPr id="6" name="Text Placeholder 3">
            <a:extLst>
              <a:ext uri="{FF2B5EF4-FFF2-40B4-BE49-F238E27FC236}">
                <a16:creationId xmlns:a16="http://schemas.microsoft.com/office/drawing/2014/main" id="{6B2551A1-F783-7ECB-94CE-4492E0A51074}"/>
              </a:ext>
            </a:extLst>
          </p:cNvPr>
          <p:cNvSpPr txBox="1">
            <a:spLocks/>
          </p:cNvSpPr>
          <p:nvPr/>
        </p:nvSpPr>
        <p:spPr>
          <a:xfrm>
            <a:off x="598832" y="1715549"/>
            <a:ext cx="4638088" cy="3898760"/>
          </a:xfrm>
          <a:prstGeom prst="rect">
            <a:avLst/>
          </a:prstGeom>
        </p:spPr>
        <p:txBody>
          <a:bodyPr vert="horz" lIns="0" tIns="0" rIns="0" bIns="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spcAft>
                <a:spcPts val="800"/>
              </a:spcAft>
              <a:buNone/>
            </a:pPr>
            <a:r>
              <a:rPr lang="en-GB" sz="2800" b="1" dirty="0">
                <a:solidFill>
                  <a:srgbClr val="FF6600"/>
                </a:solidFill>
                <a:latin typeface="Open Sans"/>
                <a:ea typeface="Open Sans"/>
                <a:cs typeface="Open Sans"/>
              </a:rPr>
              <a:t>Some key phrases we have illustrated in this proposal are detailed for </a:t>
            </a:r>
            <a:br>
              <a:rPr lang="en-GB" sz="2800" b="1" dirty="0">
                <a:solidFill>
                  <a:srgbClr val="FF6600"/>
                </a:solidFill>
                <a:latin typeface="Open Sans"/>
                <a:ea typeface="Open Sans"/>
                <a:cs typeface="Open Sans"/>
              </a:rPr>
            </a:br>
            <a:r>
              <a:rPr lang="en-GB" sz="2800" b="1" dirty="0">
                <a:solidFill>
                  <a:srgbClr val="FF6600"/>
                </a:solidFill>
                <a:latin typeface="Open Sans"/>
                <a:ea typeface="Open Sans"/>
                <a:cs typeface="Open Sans"/>
              </a:rPr>
              <a:t>information</a:t>
            </a:r>
            <a:endParaRPr lang="en-GB" sz="2800" b="1" dirty="0">
              <a:solidFill>
                <a:srgbClr val="FF6600"/>
              </a:solidFill>
            </a:endParaRPr>
          </a:p>
        </p:txBody>
      </p:sp>
      <p:sp>
        <p:nvSpPr>
          <p:cNvPr id="7" name="TextBox 6">
            <a:extLst>
              <a:ext uri="{FF2B5EF4-FFF2-40B4-BE49-F238E27FC236}">
                <a16:creationId xmlns:a16="http://schemas.microsoft.com/office/drawing/2014/main" id="{3582BB3E-BDED-0937-862C-B206BD0877B8}"/>
              </a:ext>
            </a:extLst>
          </p:cNvPr>
          <p:cNvSpPr txBox="1"/>
          <p:nvPr/>
        </p:nvSpPr>
        <p:spPr>
          <a:xfrm>
            <a:off x="517354" y="4189491"/>
            <a:ext cx="4638088" cy="507831"/>
          </a:xfrm>
          <a:prstGeom prst="rect">
            <a:avLst/>
          </a:prstGeom>
          <a:noFill/>
        </p:spPr>
        <p:txBody>
          <a:bodyPr wrap="square">
            <a:spAutoFit/>
          </a:bodyPr>
          <a:lstStyle/>
          <a:p>
            <a:pPr marL="90170">
              <a:spcAft>
                <a:spcPts val="800"/>
              </a:spcAft>
            </a:pPr>
            <a:r>
              <a:rPr lang="en-GB" sz="900" b="1" dirty="0">
                <a:solidFill>
                  <a:srgbClr val="FF6600"/>
                </a:solidFill>
                <a:latin typeface="Open Sans"/>
                <a:ea typeface="Open Sans"/>
                <a:cs typeface="Open Sans"/>
              </a:rPr>
              <a:t>Disclaimer </a:t>
            </a:r>
            <a:r>
              <a:rPr lang="en-GB" sz="900" dirty="0">
                <a:latin typeface="Open Sans"/>
                <a:ea typeface="Open Sans"/>
                <a:cs typeface="Open Sans"/>
              </a:rPr>
              <a:t>We hope these estimations can assist in purchasing decisions and surface value prospects could see. Details listed are provided in good faith, as a guide only, on an "as is" basis.</a:t>
            </a:r>
            <a:endParaRPr lang="en-GB" sz="900" dirty="0"/>
          </a:p>
        </p:txBody>
      </p:sp>
    </p:spTree>
    <p:extLst>
      <p:ext uri="{BB962C8B-B14F-4D97-AF65-F5344CB8AC3E}">
        <p14:creationId xmlns:p14="http://schemas.microsoft.com/office/powerpoint/2010/main" val="40707801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31256D3-B27A-D9C6-DA8A-CF2A4073A004}"/>
              </a:ext>
            </a:extLst>
          </p:cNvPr>
          <p:cNvSpPr>
            <a:spLocks noGrp="1"/>
          </p:cNvSpPr>
          <p:nvPr>
            <p:ph type="sldNum" sz="quarter" idx="12"/>
          </p:nvPr>
        </p:nvSpPr>
        <p:spPr/>
        <p:txBody>
          <a:bodyPr/>
          <a:lstStyle/>
          <a:p>
            <a:fld id="{3531A8E9-B4CF-5643-AF96-CB4C768DAD63}" type="slidenum">
              <a:rPr lang="en-US" smtClean="0"/>
              <a:t>9</a:t>
            </a:fld>
            <a:endParaRPr lang="en-US"/>
          </a:p>
        </p:txBody>
      </p:sp>
      <p:sp>
        <p:nvSpPr>
          <p:cNvPr id="22" name="Title 1">
            <a:extLst>
              <a:ext uri="{FF2B5EF4-FFF2-40B4-BE49-F238E27FC236}">
                <a16:creationId xmlns:a16="http://schemas.microsoft.com/office/drawing/2014/main" id="{58357287-C1DF-758E-C692-66B6339E43F1}"/>
              </a:ext>
            </a:extLst>
          </p:cNvPr>
          <p:cNvSpPr txBox="1">
            <a:spLocks/>
          </p:cNvSpPr>
          <p:nvPr/>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Tree>
    <p:extLst>
      <p:ext uri="{BB962C8B-B14F-4D97-AF65-F5344CB8AC3E}">
        <p14:creationId xmlns:p14="http://schemas.microsoft.com/office/powerpoint/2010/main" val="3049836168"/>
      </p:ext>
    </p:extLst>
  </p:cSld>
  <p:clrMapOvr>
    <a:masterClrMapping/>
  </p:clrMapOvr>
</p:sld>
</file>

<file path=ppt/theme/theme1.xml><?xml version="1.0" encoding="utf-8"?>
<a:theme xmlns:a="http://schemas.openxmlformats.org/drawingml/2006/main" name="Advanced Theme">
  <a:themeElements>
    <a:clrScheme name="Özel 1">
      <a:dk1>
        <a:srgbClr val="25252C"/>
      </a:dk1>
      <a:lt1>
        <a:srgbClr val="FFFFFF"/>
      </a:lt1>
      <a:dk2>
        <a:srgbClr val="F15D22"/>
      </a:dk2>
      <a:lt2>
        <a:srgbClr val="FFFFFF"/>
      </a:lt2>
      <a:accent1>
        <a:srgbClr val="F37720"/>
      </a:accent1>
      <a:accent2>
        <a:srgbClr val="F6911E"/>
      </a:accent2>
      <a:accent3>
        <a:srgbClr val="FCC54C"/>
      </a:accent3>
      <a:accent4>
        <a:srgbClr val="FFDB9B"/>
      </a:accent4>
      <a:accent5>
        <a:srgbClr val="2D4FB2"/>
      </a:accent5>
      <a:accent6>
        <a:srgbClr val="19191F"/>
      </a:accent6>
      <a:hlink>
        <a:srgbClr val="2D4FB2"/>
      </a:hlink>
      <a:folHlink>
        <a:srgbClr val="17295D"/>
      </a:folHlink>
    </a:clrScheme>
    <a:fontScheme name="Advanced Fonts">
      <a:majorFont>
        <a:latin typeface="Montserrat"/>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lIns="0" tIns="0" rIns="0" bIns="0"/>
      <a:lstStyle>
        <a:defPPr algn="l">
          <a:defRPr dirty="0" smtClean="0"/>
        </a:defPPr>
      </a:lstStyle>
    </a:txDef>
  </a:objectDefaults>
  <a:extraClrSchemeLst/>
  <a:extLst>
    <a:ext uri="{05A4C25C-085E-4340-85A3-A5531E510DB2}">
      <thm15:themeFamily xmlns:thm15="http://schemas.microsoft.com/office/thememl/2012/main" name="OneAdvanced-Powerpoint" id="{F8C38506-A58B-420B-8FBB-E3229D059A60}" vid="{B09805F1-EDBB-4199-ACB7-00BD7022686B}"/>
    </a:ext>
  </a:extLst>
</a:theme>
</file>

<file path=ppt/theme/theme2.xml><?xml version="1.0" encoding="utf-8"?>
<a:theme xmlns:a="http://schemas.openxmlformats.org/drawingml/2006/main" name="1_Advanced Theme">
  <a:themeElements>
    <a:clrScheme name="Medyan">
      <a:dk1>
        <a:sysClr val="windowText" lastClr="000000"/>
      </a:dk1>
      <a:lt1>
        <a:sysClr val="window" lastClr="FFFFFF"/>
      </a:lt1>
      <a:dk2>
        <a:srgbClr val="775F55"/>
      </a:dk2>
      <a:lt2>
        <a:srgbClr val="EBDDC3"/>
      </a:lt2>
      <a:accent1>
        <a:srgbClr val="94B6D2"/>
      </a:accent1>
      <a:accent2>
        <a:srgbClr val="DD8047"/>
      </a:accent2>
      <a:accent3>
        <a:srgbClr val="A5AB81"/>
      </a:accent3>
      <a:accent4>
        <a:srgbClr val="D8B25C"/>
      </a:accent4>
      <a:accent5>
        <a:srgbClr val="7BA79D"/>
      </a:accent5>
      <a:accent6>
        <a:srgbClr val="968C8C"/>
      </a:accent6>
      <a:hlink>
        <a:srgbClr val="F7B615"/>
      </a:hlink>
      <a:folHlink>
        <a:srgbClr val="704404"/>
      </a:folHlink>
    </a:clrScheme>
    <a:fontScheme name="Advanced Fonts">
      <a:majorFont>
        <a:latin typeface="Montserrat"/>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lIns="0" tIns="0" rIns="0" bIns="0"/>
      <a:lstStyle>
        <a:defPPr algn="l">
          <a:defRPr dirty="0" smtClean="0"/>
        </a:defPPr>
      </a:lstStyle>
    </a:txDef>
  </a:objectDefaults>
  <a:extraClrSchemeLst/>
  <a:extLst>
    <a:ext uri="{05A4C25C-085E-4340-85A3-A5531E510DB2}">
      <thm15:themeFamily xmlns:thm15="http://schemas.microsoft.com/office/thememl/2012/main" name="Sales calculator power point template_Digiblu" id="{F8A4BC13-4ABA-47B2-BBD2-F236607B1F8D}" vid="{60824ED8-93D0-4FA8-8757-A038DD0BD55F}"/>
    </a:ext>
  </a:extLst>
</a:theme>
</file>

<file path=ppt/theme/theme3.xml><?xml version="1.0" encoding="utf-8"?>
<a:theme xmlns:a="http://schemas.openxmlformats.org/drawingml/2006/main" name="theme">
  <a:themeElements>
    <a:clrScheme name="Custom 2">
      <a:dk1>
        <a:srgbClr val="25252C"/>
      </a:dk1>
      <a:lt1>
        <a:srgbClr val="FFFFFF"/>
      </a:lt1>
      <a:dk2>
        <a:srgbClr val="F15D22"/>
      </a:dk2>
      <a:lt2>
        <a:srgbClr val="FFFFFF"/>
      </a:lt2>
      <a:accent1>
        <a:srgbClr val="F37720"/>
      </a:accent1>
      <a:accent2>
        <a:srgbClr val="F6911E"/>
      </a:accent2>
      <a:accent3>
        <a:srgbClr val="FCC54C"/>
      </a:accent3>
      <a:accent4>
        <a:srgbClr val="FFDB9B"/>
      </a:accent4>
      <a:accent5>
        <a:srgbClr val="2D4FB2"/>
      </a:accent5>
      <a:accent6>
        <a:srgbClr val="19191F"/>
      </a:accent6>
      <a:hlink>
        <a:srgbClr val="2D4FB2"/>
      </a:hlink>
      <a:folHlink>
        <a:srgbClr val="1F377D"/>
      </a:folHlink>
    </a:clrScheme>
    <a:fontScheme name="Advanced Fonts">
      <a:majorFont>
        <a:latin typeface="Montserrat"/>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lIns="0" tIns="0" rIns="0" bIns="0"/>
      <a:lstStyle>
        <a:defPPr algn="l">
          <a:defRPr dirty="0" smtClean="0"/>
        </a:defPPr>
      </a:lstStyle>
    </a:txDef>
  </a:objectDefaults>
  <a:extraClrSchemeLst/>
  <a:extLst>
    <a:ext uri="{05A4C25C-085E-4340-85A3-A5531E510DB2}">
      <thm15:themeFamily xmlns:thm15="http://schemas.microsoft.com/office/thememl/2012/main" name="theme" id="{B1C8EFA5-E4EC-4C07-8DBD-0CB7124425DE}" vid="{C3DE6B69-DCAB-4BC9-8468-0C4D14CD3071}"/>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8a969d1d-647f-4e4c-97f9-a5143e71e435">
      <Terms xmlns="http://schemas.microsoft.com/office/infopath/2007/PartnerControls"/>
    </lcf76f155ced4ddcb4097134ff3c332f>
    <TaxCatchAll xmlns="eb37a4e0-bf89-419d-8b31-963a97458fb1"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C2ADAF580B8A648AEA7FF4A5F3D65E6" ma:contentTypeVersion="11" ma:contentTypeDescription="Create a new document." ma:contentTypeScope="" ma:versionID="f2db5c34f6348a370055c14b94ddc919">
  <xsd:schema xmlns:xsd="http://www.w3.org/2001/XMLSchema" xmlns:xs="http://www.w3.org/2001/XMLSchema" xmlns:p="http://schemas.microsoft.com/office/2006/metadata/properties" xmlns:ns2="8a969d1d-647f-4e4c-97f9-a5143e71e435" xmlns:ns3="eb37a4e0-bf89-419d-8b31-963a97458fb1" targetNamespace="http://schemas.microsoft.com/office/2006/metadata/properties" ma:root="true" ma:fieldsID="42bedbc2e246c6b2e71d78ed3d4618fc" ns2:_="" ns3:_="">
    <xsd:import namespace="8a969d1d-647f-4e4c-97f9-a5143e71e435"/>
    <xsd:import namespace="eb37a4e0-bf89-419d-8b31-963a97458fb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a969d1d-647f-4e4c-97f9-a5143e71e43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6d26eeb5-9ee9-4397-9b3e-f1e80249f735"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b37a4e0-bf89-419d-8b31-963a97458fb1"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2c47415d-69f8-47d4-a17a-a3b33913b4bf}" ma:internalName="TaxCatchAll" ma:showField="CatchAllData" ma:web="eb37a4e0-bf89-419d-8b31-963a97458fb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140E5F8-1399-4596-AA73-4BD79D26AFFD}">
  <ds:schemaRefs>
    <ds:schemaRef ds:uri="http://schemas.microsoft.com/office/2006/metadata/properties"/>
    <ds:schemaRef ds:uri="http://www.w3.org/XML/1998/namespace"/>
    <ds:schemaRef ds:uri="8e78c812-0be8-4f61-8186-a9387d596735"/>
    <ds:schemaRef ds:uri="http://purl.org/dc/elements/1.1/"/>
    <ds:schemaRef ds:uri="http://schemas.openxmlformats.org/package/2006/metadata/core-properties"/>
    <ds:schemaRef ds:uri="http://schemas.microsoft.com/office/2006/documentManagement/types"/>
    <ds:schemaRef ds:uri="http://purl.org/dc/dcmitype/"/>
    <ds:schemaRef ds:uri="http://purl.org/dc/terms/"/>
    <ds:schemaRef ds:uri="http://schemas.microsoft.com/office/infopath/2007/PartnerControls"/>
    <ds:schemaRef ds:uri="8a969d1d-647f-4e4c-97f9-a5143e71e435"/>
    <ds:schemaRef ds:uri="eb37a4e0-bf89-419d-8b31-963a97458fb1"/>
  </ds:schemaRefs>
</ds:datastoreItem>
</file>

<file path=customXml/itemProps2.xml><?xml version="1.0" encoding="utf-8"?>
<ds:datastoreItem xmlns:ds="http://schemas.openxmlformats.org/officeDocument/2006/customXml" ds:itemID="{953B4D23-82FF-4812-9F4E-BB600331C634}">
  <ds:schemaRefs>
    <ds:schemaRef ds:uri="http://schemas.microsoft.com/sharepoint/v3/contenttype/forms"/>
  </ds:schemaRefs>
</ds:datastoreItem>
</file>

<file path=customXml/itemProps3.xml><?xml version="1.0" encoding="utf-8"?>
<ds:datastoreItem xmlns:ds="http://schemas.openxmlformats.org/officeDocument/2006/customXml" ds:itemID="{2042E9DC-885B-4A24-9C3C-039F8335CDE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a969d1d-647f-4e4c-97f9-a5143e71e435"/>
    <ds:schemaRef ds:uri="eb37a4e0-bf89-419d-8b31-963a97458fb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2b5a89e7-01bf-42ed-9da1-669d82eec17a}" enabled="0" method="" siteId="{2b5a89e7-01bf-42ed-9da1-669d82eec17a}" removed="1"/>
</clbl:labelList>
</file>

<file path=docProps/app.xml><?xml version="1.0" encoding="utf-8"?>
<Properties xmlns="http://schemas.openxmlformats.org/officeDocument/2006/extended-properties" xmlns:vt="http://schemas.openxmlformats.org/officeDocument/2006/docPropsVTypes">
  <Template/>
  <TotalTime>2480</TotalTime>
  <Words>1423</Words>
  <Application>Microsoft Office PowerPoint</Application>
  <PresentationFormat>Geniş ekran</PresentationFormat>
  <Paragraphs>232</Paragraphs>
  <Slides>9</Slides>
  <Notes>4</Notes>
  <HiddenSlides>0</HiddenSlides>
  <MMClips>0</MMClips>
  <ScaleCrop>false</ScaleCrop>
  <HeadingPairs>
    <vt:vector size="6" baseType="variant">
      <vt:variant>
        <vt:lpstr>Kullanılan Yazı Tipleri</vt:lpstr>
      </vt:variant>
      <vt:variant>
        <vt:i4>7</vt:i4>
      </vt:variant>
      <vt:variant>
        <vt:lpstr>Tema</vt:lpstr>
      </vt:variant>
      <vt:variant>
        <vt:i4>3</vt:i4>
      </vt:variant>
      <vt:variant>
        <vt:lpstr>Slayt Başlıkları</vt:lpstr>
      </vt:variant>
      <vt:variant>
        <vt:i4>9</vt:i4>
      </vt:variant>
    </vt:vector>
  </HeadingPairs>
  <TitlesOfParts>
    <vt:vector size="19" baseType="lpstr">
      <vt:lpstr>Arial</vt:lpstr>
      <vt:lpstr>Calibri</vt:lpstr>
      <vt:lpstr>Montserrat</vt:lpstr>
      <vt:lpstr>Montserrat Medium</vt:lpstr>
      <vt:lpstr>Montserrat SemiBold</vt:lpstr>
      <vt:lpstr>Open Sans</vt:lpstr>
      <vt:lpstr>Wingdings</vt:lpstr>
      <vt:lpstr>Advanced Theme</vt:lpstr>
      <vt:lpstr>1_Advanced Theme</vt:lpstr>
      <vt:lpstr>theme</vt:lpstr>
      <vt:lpstr>valclient Value Business Case</vt:lpstr>
      <vt:lpstr>DOING NOTHING IS NOT AN OPTION</vt:lpstr>
      <vt:lpstr>DOING NOTHING IS NOT AN OPTION</vt:lpstr>
      <vt:lpstr>TOTAL COST OF DELAY</vt:lpstr>
      <vt:lpstr>TOTAL COST OF DELAY : BREAKDOWN</vt:lpstr>
      <vt:lpstr>SUMMARY OF RETURNS</vt:lpstr>
      <vt:lpstr>OUR VALUE OFFERING </vt:lpstr>
      <vt:lpstr>DEFINITION OF TERMS</vt:lpstr>
      <vt:lpstr>PowerPoint Sunusu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Board Pack template</dc:title>
  <dc:creator>Angela Dcruz</dc:creator>
  <cp:lastModifiedBy>Murat Özdemir</cp:lastModifiedBy>
  <cp:revision>70</cp:revision>
  <dcterms:created xsi:type="dcterms:W3CDTF">2024-07-05T15:05:35Z</dcterms:created>
  <dcterms:modified xsi:type="dcterms:W3CDTF">2024-10-09T13:48:10Z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0x010100FC2ADAF580B8A648AEA7FF4A5F3D65E6</vt:lpwstr>
  </property>
  <property fmtid="{D5CDD505-2E9C-101B-9397-08002B2CF9AE}" pid="3" name="MediaServiceImageTags">
    <vt:lpwstr/>
  </property>
</Properties>
</file>