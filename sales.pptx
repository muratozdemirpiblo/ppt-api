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27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404" autoAdjust="0"/>
  </p:normalViewPr>
  <p:slideViewPr>
    <p:cSldViewPr snapToGrid="0">
      <p:cViewPr varScale="1">
        <p:scale>
          <a:sx n="82" d="100"/>
          <a:sy n="82" d="100"/>
        </p:scale>
        <p:origin x="691" y="7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09/10/2024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183834"/>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highlight>
                  <a:srgbClr val="FFFF00"/>
                </a:highlight>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249351"/>
            <a:ext cx="10666143" cy="5180249"/>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itfinanceper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pitfinanceval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asitfinance</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RAISING PURCHASE ORDERS: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rpoper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prpoval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asrpoval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eytimerpo</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PURCHASE ORDER APPROVALS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poaper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ppoaval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aspoaval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eytimepoa</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cipper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Open Sans"/>
                <a:ea typeface="Open Sans"/>
                <a:cs typeface="Open Sans"/>
              </a:rPr>
              <a:t>MANAGEMENT OF SUPPLIER AND PURCHASE INVOICES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mspiper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pmspival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asmspival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eytimemspi</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valmslper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pmslval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asmslval</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valfqmrper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pfqmrval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asfqmrval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eytimefqmr</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DEBT COLLECTION ADMINISTRATION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valdcapper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pdcapval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asdcapval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eytimedcap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valcifwper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pcifwval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ascifwval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eytimecifw</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poemval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asoemval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eytimeoem</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9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77097" y="3971094"/>
            <a:ext cx="99414" cy="99414"/>
          </a:xfrm>
          <a:prstGeom prst="rect">
            <a:avLst/>
          </a:prstGeom>
        </p:spPr>
      </p:pic>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4" name="Text Placeholder 3">
            <a:extLst>
              <a:ext uri="{FF2B5EF4-FFF2-40B4-BE49-F238E27FC236}">
                <a16:creationId xmlns:a16="http://schemas.microsoft.com/office/drawing/2014/main" id="{77D034D3-826E-71EB-8E21-FFDB47E1C1EE}"/>
              </a:ext>
            </a:extLst>
          </p:cNvPr>
          <p:cNvSpPr>
            <a:spLocks noGrp="1"/>
          </p:cNvSpPr>
          <p:nvPr>
            <p:ph type="body" sz="quarter" idx="13"/>
          </p:nvPr>
        </p:nvSpPr>
        <p:spPr>
          <a:xfrm>
            <a:off x="6017270" y="1717608"/>
            <a:ext cx="4638088" cy="3361386"/>
          </a:xfrm>
        </p:spPr>
        <p:txBody>
          <a:bodyPr vert="horz" lIns="0" tIns="0" rIns="0" bIns="0" rtlCol="0" anchor="t">
            <a:noAutofit/>
          </a:bodyPr>
          <a:lstStyle/>
          <a:p>
            <a:pPr marL="341630" indent="-251460">
              <a:spcAft>
                <a:spcPts val="800"/>
              </a:spcAft>
            </a:pPr>
            <a:r>
              <a:rPr lang="en-GB" sz="900" b="1" dirty="0">
                <a:solidFill>
                  <a:srgbClr val="FF6600"/>
                </a:solidFill>
                <a:effectLst/>
                <a:latin typeface="Open Sans"/>
                <a:ea typeface="Open Sans"/>
                <a:cs typeface="Open Sans"/>
              </a:rPr>
              <a:t>Payback Period: </a:t>
            </a:r>
            <a:r>
              <a:rPr lang="en-GB" sz="9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900" b="1" dirty="0">
                <a:solidFill>
                  <a:srgbClr val="FF6600"/>
                </a:solidFill>
                <a:effectLst/>
                <a:latin typeface="Open Sans"/>
                <a:ea typeface="Open Sans"/>
                <a:cs typeface="Open Sans"/>
              </a:rPr>
              <a:t>Net Present Value (NPV): </a:t>
            </a:r>
            <a:r>
              <a:rPr lang="en-GB" sz="9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900" b="1" dirty="0">
                <a:solidFill>
                  <a:srgbClr val="FF6600"/>
                </a:solidFill>
                <a:effectLst/>
                <a:latin typeface="Open Sans"/>
                <a:ea typeface="Open Sans"/>
                <a:cs typeface="Open Sans"/>
              </a:rPr>
              <a:t>Return on Investment (ROI): </a:t>
            </a:r>
            <a:r>
              <a:rPr lang="en-GB" sz="9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900" b="1" dirty="0">
                <a:solidFill>
                  <a:srgbClr val="FF6600"/>
                </a:solidFill>
                <a:effectLst/>
                <a:latin typeface="Open Sans"/>
                <a:ea typeface="Open Sans"/>
                <a:cs typeface="Open Sans"/>
              </a:rPr>
              <a:t>Adoption rate: </a:t>
            </a:r>
            <a:r>
              <a:rPr lang="en-GB" sz="9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049836168"/>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2479</TotalTime>
  <Words>1371</Words>
  <Application>Microsoft Office PowerPoint</Application>
  <PresentationFormat>Geniş ekran</PresentationFormat>
  <Paragraphs>228</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67</cp:revision>
  <dcterms:created xsi:type="dcterms:W3CDTF">2024-07-05T15:05:35Z</dcterms:created>
  <dcterms:modified xsi:type="dcterms:W3CDTF">2024-10-09T13:08:21Z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