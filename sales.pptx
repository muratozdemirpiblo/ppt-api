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theme/theme2.xml" ContentType="application/vnd.openxmlformats-officedocument.theme+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4"/>
    <p:sldMasterId id="2147483747" r:id="rId5"/>
    <p:sldMasterId id="2147483815" r:id="rId6"/>
  </p:sldMasterIdLst>
  <p:notesMasterIdLst>
    <p:notesMasterId r:id="rId19"/>
  </p:notesMasterIdLst>
  <p:handoutMasterIdLst>
    <p:handoutMasterId r:id="rId20"/>
  </p:handoutMasterIdLst>
  <p:sldIdLst>
    <p:sldId id="472" r:id="rId7"/>
    <p:sldId id="289" r:id="rId8"/>
    <p:sldId id="469" r:id="rId9"/>
    <p:sldId id="457" r:id="rId10"/>
    <p:sldId id="458" r:id="rId11"/>
    <p:sldId id="463" r:id="rId12"/>
    <p:sldId id="465" r:id="rId13"/>
    <p:sldId id="470" r:id="rId14"/>
    <p:sldId id="449" r:id="rId15"/>
    <p:sldId id="471" r:id="rId16"/>
    <p:sldId id="462" r:id="rId17"/>
    <p:sldId id="467"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4A4B2"/>
    <a:srgbClr val="4C9ADB"/>
    <a:srgbClr val="811111"/>
    <a:srgbClr val="711111"/>
    <a:srgbClr val="611111"/>
    <a:srgbClr val="511111"/>
    <a:srgbClr val="411111"/>
    <a:srgbClr val="211111"/>
    <a:srgbClr val="111111"/>
    <a:srgbClr val="011111"/>
  </p:clrMru>
  <p:extLst>
    <p:ext uri="{E76CE94A-603C-4142-B9EB-6D1370010A27}">
      <p14:discardImageEditData xmlns:p14="http://schemas.microsoft.com/office/powerpoint/2010/main" val="1"/>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A3E05C6-C6CD-4794-B248-9AAA64DBED33}" v="17" dt="2024-09-19T08:41:34.9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Themed Style 2 – Accent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379" autoAdjust="0"/>
  </p:normalViewPr>
  <p:slideViewPr>
    <p:cSldViewPr snapToGrid="0">
      <p:cViewPr>
        <p:scale>
          <a:sx n="125" d="100"/>
          <a:sy n="125" d="100"/>
        </p:scale>
        <p:origin x="72" y="-1157"/>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theme" Target="theme/theme1.xml"/><Relationship Id="rId10" Type="http://schemas.openxmlformats.org/officeDocument/2006/relationships/slide" Target="slides/slide4.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https://advcomp.sharepoint.com/sites/Value-Creation/Shared%20Documents/Financials/Value%20Calculator_Financials%20LIVE%20v9.xlsm"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https://advcomp-my.sharepoint.com/personal/angela_dcruz_oneadvanced_com/Documents/Angela's%20Stuff/Value%20Creation/Products/Clear%20Review/ROI%20Pack/FINALS/LIVE%20Clear%20Review%20Value%20Proposition%20Calculator%20v7.xlsm"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6515014887657293E-2"/>
          <c:y val="0"/>
          <c:w val="0.95898329602646226"/>
          <c:h val="0.9746192862263382"/>
        </c:manualLayout>
      </c:layout>
      <c:doughnutChart>
        <c:varyColors val="0"/>
        <c:ser>
          <c:idx val="0"/>
          <c:order val="0"/>
          <c:spPr>
            <a:solidFill>
              <a:schemeClr val="accent1"/>
            </a:solidFill>
            <a:ln w="19050">
              <a:solidFill>
                <a:schemeClr val="lt1"/>
              </a:solidFill>
            </a:ln>
            <a:effectLst/>
          </c:spPr>
          <c:dPt>
            <c:idx val="0"/>
            <c:bubble3D val="0"/>
            <c:spPr>
              <a:solidFill>
                <a:srgbClr val="F15D23"/>
              </a:solidFill>
              <a:ln w="19050">
                <a:solidFill>
                  <a:schemeClr val="lt1"/>
                </a:solidFill>
              </a:ln>
              <a:effectLst/>
            </c:spPr>
            <c:extLst>
              <c:ext xmlns:c16="http://schemas.microsoft.com/office/drawing/2014/chart" uri="{C3380CC4-5D6E-409C-BE32-E72D297353CC}">
                <c16:uniqueId val="{00000001-43EE-485E-8A25-7437B1F03971}"/>
              </c:ext>
            </c:extLst>
          </c:dPt>
          <c:dPt>
            <c:idx val="1"/>
            <c:bubble3D val="0"/>
            <c:spPr>
              <a:solidFill>
                <a:srgbClr val="F6911E"/>
              </a:solidFill>
              <a:ln w="19050">
                <a:solidFill>
                  <a:schemeClr val="lt1"/>
                </a:solidFill>
              </a:ln>
              <a:effectLst/>
            </c:spPr>
            <c:extLst>
              <c:ext xmlns:c16="http://schemas.microsoft.com/office/drawing/2014/chart" uri="{C3380CC4-5D6E-409C-BE32-E72D297353CC}">
                <c16:uniqueId val="{00000003-43EE-485E-8A25-7437B1F03971}"/>
              </c:ext>
            </c:extLst>
          </c:dPt>
          <c:dPt>
            <c:idx val="2"/>
            <c:bubble3D val="0"/>
            <c:spPr>
              <a:solidFill>
                <a:srgbClr val="F37721"/>
              </a:solidFill>
              <a:ln w="19050">
                <a:solidFill>
                  <a:schemeClr val="lt1"/>
                </a:solidFill>
              </a:ln>
              <a:effectLst/>
            </c:spPr>
            <c:extLst>
              <c:ext xmlns:c16="http://schemas.microsoft.com/office/drawing/2014/chart" uri="{C3380CC4-5D6E-409C-BE32-E72D297353CC}">
                <c16:uniqueId val="{00000005-43EE-485E-8A25-7437B1F03971}"/>
              </c:ext>
            </c:extLst>
          </c:dPt>
          <c:dPt>
            <c:idx val="3"/>
            <c:bubble3D val="0"/>
            <c:spPr>
              <a:solidFill>
                <a:srgbClr val="616173"/>
              </a:solidFill>
              <a:ln w="19050">
                <a:solidFill>
                  <a:schemeClr val="lt1"/>
                </a:solidFill>
              </a:ln>
              <a:effectLst/>
            </c:spPr>
            <c:extLst>
              <c:ext xmlns:c16="http://schemas.microsoft.com/office/drawing/2014/chart" uri="{C3380CC4-5D6E-409C-BE32-E72D297353CC}">
                <c16:uniqueId val="{00000007-43EE-485E-8A25-7437B1F03971}"/>
              </c:ext>
            </c:extLst>
          </c:dPt>
          <c:dPt>
            <c:idx val="4"/>
            <c:bubble3D val="0"/>
            <c:spPr>
              <a:solidFill>
                <a:srgbClr val="1078CF"/>
              </a:solidFill>
              <a:ln w="19050">
                <a:solidFill>
                  <a:schemeClr val="lt1"/>
                </a:solidFill>
              </a:ln>
              <a:effectLst/>
            </c:spPr>
            <c:extLst>
              <c:ext xmlns:c16="http://schemas.microsoft.com/office/drawing/2014/chart" uri="{C3380CC4-5D6E-409C-BE32-E72D297353CC}">
                <c16:uniqueId val="{00000009-43EE-485E-8A25-7437B1F03971}"/>
              </c:ext>
            </c:extLst>
          </c:dPt>
          <c:dPt>
            <c:idx val="5"/>
            <c:bubble3D val="0"/>
            <c:spPr>
              <a:solidFill>
                <a:srgbClr val="FCB415"/>
              </a:solidFill>
              <a:ln w="19050">
                <a:solidFill>
                  <a:schemeClr val="lt1"/>
                </a:solidFill>
              </a:ln>
              <a:effectLst/>
            </c:spPr>
            <c:extLst>
              <c:ext xmlns:c16="http://schemas.microsoft.com/office/drawing/2014/chart" uri="{C3380CC4-5D6E-409C-BE32-E72D297353CC}">
                <c16:uniqueId val="{0000000B-43EE-485E-8A25-7437B1F03971}"/>
              </c:ext>
            </c:extLst>
          </c:dPt>
          <c:dPt>
            <c:idx val="6"/>
            <c:bubble3D val="0"/>
            <c:spPr>
              <a:solidFill>
                <a:srgbClr val="2D4FB2"/>
              </a:solidFill>
              <a:ln w="19050">
                <a:solidFill>
                  <a:schemeClr val="lt1"/>
                </a:solidFill>
              </a:ln>
              <a:effectLst/>
            </c:spPr>
            <c:extLst>
              <c:ext xmlns:c16="http://schemas.microsoft.com/office/drawing/2014/chart" uri="{C3380CC4-5D6E-409C-BE32-E72D297353CC}">
                <c16:uniqueId val="{0000000D-43EE-485E-8A25-7437B1F03971}"/>
              </c:ext>
            </c:extLst>
          </c:dPt>
          <c:dPt>
            <c:idx val="7"/>
            <c:bubble3D val="0"/>
            <c:spPr>
              <a:solidFill>
                <a:srgbClr val="40404C"/>
              </a:solidFill>
              <a:ln w="19050">
                <a:solidFill>
                  <a:schemeClr val="lt1"/>
                </a:solidFill>
              </a:ln>
              <a:effectLst/>
            </c:spPr>
            <c:extLst>
              <c:ext xmlns:c16="http://schemas.microsoft.com/office/drawing/2014/chart" uri="{C3380CC4-5D6E-409C-BE32-E72D297353CC}">
                <c16:uniqueId val="{0000000F-43EE-485E-8A25-7437B1F03971}"/>
              </c:ext>
            </c:extLst>
          </c:dPt>
          <c:dPt>
            <c:idx val="8"/>
            <c:bubble3D val="0"/>
            <c:spPr>
              <a:solidFill>
                <a:srgbClr val="A4A4B2"/>
              </a:solidFill>
              <a:ln w="19050">
                <a:solidFill>
                  <a:schemeClr val="lt1"/>
                </a:solidFill>
              </a:ln>
              <a:effectLst/>
            </c:spPr>
            <c:extLst>
              <c:ext xmlns:c16="http://schemas.microsoft.com/office/drawing/2014/chart" uri="{C3380CC4-5D6E-409C-BE32-E72D297353CC}">
                <c16:uniqueId val="{00000011-43EE-485E-8A25-7437B1F03971}"/>
              </c:ext>
            </c:extLst>
          </c:dPt>
          <c:dPt>
            <c:idx val="9"/>
            <c:bubble3D val="0"/>
            <c:spPr>
              <a:solidFill>
                <a:srgbClr val="4C9ADB"/>
              </a:solidFill>
              <a:ln w="19050">
                <a:solidFill>
                  <a:schemeClr val="lt1"/>
                </a:solidFill>
              </a:ln>
              <a:effectLst/>
            </c:spPr>
            <c:extLst>
              <c:ext xmlns:c16="http://schemas.microsoft.com/office/drawing/2014/chart" uri="{C3380CC4-5D6E-409C-BE32-E72D297353CC}">
                <c16:uniqueId val="{00000013-43EE-485E-8A25-7437B1F03971}"/>
              </c:ext>
            </c:extLst>
          </c:dPt>
          <c:dLbls>
            <c:dLbl>
              <c:idx val="5"/>
              <c:layout>
                <c:manualLayout>
                  <c:x val="5.0932250682121198E-3"/>
                  <c:y val="5.1935496930693922E-3"/>
                </c:manualLayout>
              </c:layout>
              <c:showLegendKey val="0"/>
              <c:showVal val="0"/>
              <c:showCatName val="0"/>
              <c:showSerName val="0"/>
              <c:showPercent val="1"/>
              <c:showBubbleSize val="0"/>
              <c:extLst>
                <c:ext xmlns:c15="http://schemas.microsoft.com/office/drawing/2012/chart" uri="{CE6537A1-D6FC-4f65-9D91-7224C49458BB}">
                  <c15:showDataLabelsRange val="1"/>
                </c:ext>
                <c:ext xmlns:c16="http://schemas.microsoft.com/office/drawing/2014/chart" uri="{C3380CC4-5D6E-409C-BE32-E72D297353CC}">
                  <c16:uniqueId val="{0000000B-43EE-485E-8A25-7437B1F03971}"/>
                </c:ext>
              </c:extLst>
            </c:dLbl>
            <c:spPr>
              <a:noFill/>
              <a:ln>
                <a:noFill/>
              </a:ln>
              <a:effectLst/>
            </c:spPr>
            <c:txPr>
              <a:bodyPr rot="0" spcFirstLastPara="1" vertOverflow="ellipsis" vert="horz" wrap="square" lIns="38100" tIns="19050" rIns="38100" bIns="19050" anchor="ctr" anchorCtr="1">
                <a:spAutoFit/>
              </a:bodyPr>
              <a:lstStyle/>
              <a:p>
                <a:pPr>
                  <a:defRPr sz="1400" b="1" i="0" u="none" strike="noStrike" kern="1200" baseline="0">
                    <a:solidFill>
                      <a:schemeClr val="accent6">
                        <a:lumMod val="90000"/>
                        <a:lumOff val="10000"/>
                      </a:schemeClr>
                    </a:solidFill>
                    <a:latin typeface="+mn-lt"/>
                    <a:ea typeface="+mn-ea"/>
                    <a:cs typeface="+mn-cs"/>
                  </a:defRPr>
                </a:pPr>
                <a:endParaRPr lang="tr-TR"/>
              </a:p>
            </c:txPr>
            <c:showLegendKey val="0"/>
            <c:showVal val="0"/>
            <c:showCatName val="0"/>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15:showDataLabelsRange val="1"/>
              </c:ext>
            </c:extLst>
          </c:dLbls>
          <c:cat>
            <c:strRef>
              <c:f>'[Value Calculator_Financials LIVE v9.xlsm]Value Analysis'!$C$46:$C$54</c:f>
              <c:strCache>
                <c:ptCount val="9"/>
                <c:pt idx="0">
                  <c:v>Raising Purchase Orders</c:v>
                </c:pt>
                <c:pt idx="1">
                  <c:v>Purchase Order approvals</c:v>
                </c:pt>
                <c:pt idx="2">
                  <c:v>Coding invoice processes</c:v>
                </c:pt>
                <c:pt idx="3">
                  <c:v>Management of supplier and purchase invoices</c:v>
                </c:pt>
                <c:pt idx="4">
                  <c:v>Managing Spend leakage </c:v>
                </c:pt>
                <c:pt idx="5">
                  <c:v>Finance query management &amp; reporting</c:v>
                </c:pt>
                <c:pt idx="6">
                  <c:v>Debt collection administration processes</c:v>
                </c:pt>
                <c:pt idx="7">
                  <c:v>Customer Invoicing &amp; Finance Workflow</c:v>
                </c:pt>
                <c:pt idx="8">
                  <c:v>Online expense management</c:v>
                </c:pt>
              </c:strCache>
            </c:strRef>
          </c:cat>
          <c:val>
            <c:numRef>
              <c:f>'[Value Calculator_Financials LIVE v9.xlsm]Value Analysis'!$L$45:$L$54</c:f>
              <c:numCache>
                <c:formatCode>"£"#,##0</c:formatCode>
                <c:ptCount val="10"/>
                <c:pt idx="0">
                  <c:v>58750</c:v>
                </c:pt>
                <c:pt idx="1">
                  <c:v>1023555.5555555555</c:v>
                </c:pt>
                <c:pt idx="2">
                  <c:v>767666.66666666663</c:v>
                </c:pt>
                <c:pt idx="3">
                  <c:v>266550.92592592596</c:v>
                </c:pt>
                <c:pt idx="4">
                  <c:v>246293.05555555553</c:v>
                </c:pt>
                <c:pt idx="5">
                  <c:v>16156.25</c:v>
                </c:pt>
                <c:pt idx="6">
                  <c:v>226205.77777777778</c:v>
                </c:pt>
                <c:pt idx="7">
                  <c:v>189153.06666666668</c:v>
                </c:pt>
                <c:pt idx="8">
                  <c:v>13306.222222222221</c:v>
                </c:pt>
                <c:pt idx="9">
                  <c:v>388219.99999999988</c:v>
                </c:pt>
              </c:numCache>
            </c:numRef>
          </c:val>
          <c:extLst>
            <c:ext xmlns:c16="http://schemas.microsoft.com/office/drawing/2014/chart" uri="{C3380CC4-5D6E-409C-BE32-E72D297353CC}">
              <c16:uniqueId val="{00000014-43EE-485E-8A25-7437B1F03971}"/>
            </c:ext>
          </c:extLst>
        </c:ser>
        <c:dLbls>
          <c:showLegendKey val="0"/>
          <c:showVal val="0"/>
          <c:showCatName val="0"/>
          <c:showSerName val="0"/>
          <c:showPercent val="1"/>
          <c:showBubbleSize val="0"/>
          <c:showLeaderLines val="1"/>
        </c:dLbls>
        <c:firstSliceAng val="0"/>
        <c:holeSize val="75"/>
      </c:doughnutChart>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tr-T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5.442140890092332E-2"/>
          <c:y val="3.108893616642484E-2"/>
          <c:w val="0.92859981406902237"/>
          <c:h val="0.85615280534809812"/>
        </c:manualLayout>
      </c:layout>
      <c:barChart>
        <c:barDir val="col"/>
        <c:grouping val="clustered"/>
        <c:varyColors val="0"/>
        <c:ser>
          <c:idx val="0"/>
          <c:order val="0"/>
          <c:spPr>
            <a:gradFill rotWithShape="1">
              <a:gsLst>
                <a:gs pos="0">
                  <a:schemeClr val="accent1">
                    <a:satMod val="103000"/>
                    <a:lumMod val="102000"/>
                    <a:tint val="94000"/>
                  </a:schemeClr>
                </a:gs>
                <a:gs pos="50000">
                  <a:schemeClr val="accent1">
                    <a:satMod val="110000"/>
                    <a:lumMod val="100000"/>
                    <a:shade val="100000"/>
                  </a:schemeClr>
                </a:gs>
                <a:gs pos="100000">
                  <a:schemeClr val="accent1">
                    <a:lumMod val="99000"/>
                    <a:satMod val="120000"/>
                    <a:shade val="78000"/>
                  </a:schemeClr>
                </a:gs>
              </a:gsLst>
              <a:lin ang="5400000" scaled="0"/>
            </a:gradFill>
            <a:ln>
              <a:noFill/>
            </a:ln>
            <a:effectLst>
              <a:outerShdw blurRad="57150" dist="19050" dir="5400000" algn="ctr" rotWithShape="0">
                <a:srgbClr val="000000">
                  <a:alpha val="63000"/>
                </a:srgbClr>
              </a:outerShdw>
            </a:effectLst>
          </c:spPr>
          <c:invertIfNegative val="0"/>
          <c:dPt>
            <c:idx val="0"/>
            <c:invertIfNegative val="0"/>
            <c:bubble3D val="0"/>
            <c:spPr>
              <a:solidFill>
                <a:schemeClr val="accent1"/>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1-83F9-4BC0-8CB9-9896CA7D3BE8}"/>
              </c:ext>
            </c:extLst>
          </c:dPt>
          <c:dPt>
            <c:idx val="1"/>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3-83F9-4BC0-8CB9-9896CA7D3BE8}"/>
              </c:ext>
            </c:extLst>
          </c:dPt>
          <c:dPt>
            <c:idx val="3"/>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5-83F9-4BC0-8CB9-9896CA7D3BE8}"/>
              </c:ext>
            </c:extLst>
          </c:dPt>
          <c:dPt>
            <c:idx val="4"/>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7-83F9-4BC0-8CB9-9896CA7D3BE8}"/>
              </c:ext>
            </c:extLst>
          </c:dPt>
          <c:dPt>
            <c:idx val="6"/>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9-83F9-4BC0-8CB9-9896CA7D3BE8}"/>
              </c:ext>
            </c:extLst>
          </c:dPt>
          <c:dPt>
            <c:idx val="7"/>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B-83F9-4BC0-8CB9-9896CA7D3BE8}"/>
              </c:ext>
            </c:extLst>
          </c:dPt>
          <c:dPt>
            <c:idx val="9"/>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D-83F9-4BC0-8CB9-9896CA7D3BE8}"/>
              </c:ext>
            </c:extLst>
          </c:dPt>
          <c:dPt>
            <c:idx val="10"/>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0F-83F9-4BC0-8CB9-9896CA7D3BE8}"/>
              </c:ext>
            </c:extLst>
          </c:dPt>
          <c:dPt>
            <c:idx val="12"/>
            <c:invertIfNegative val="0"/>
            <c:bubble3D val="0"/>
            <c:spPr>
              <a:solidFill>
                <a:schemeClr val="accent2"/>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1-83F9-4BC0-8CB9-9896CA7D3BE8}"/>
              </c:ext>
            </c:extLst>
          </c:dPt>
          <c:dPt>
            <c:idx val="13"/>
            <c:invertIfNegative val="0"/>
            <c:bubble3D val="0"/>
            <c:spPr>
              <a:solidFill>
                <a:schemeClr val="accent3"/>
              </a:solidFill>
              <a:ln>
                <a:noFill/>
              </a:ln>
              <a:effectLst>
                <a:outerShdw blurRad="57150" dist="19050" dir="5400000" algn="ctr" rotWithShape="0">
                  <a:srgbClr val="000000">
                    <a:alpha val="63000"/>
                  </a:srgbClr>
                </a:outerShdw>
              </a:effectLst>
            </c:spPr>
            <c:extLst>
              <c:ext xmlns:c16="http://schemas.microsoft.com/office/drawing/2014/chart" uri="{C3380CC4-5D6E-409C-BE32-E72D297353CC}">
                <c16:uniqueId val="{00000013-83F9-4BC0-8CB9-9896CA7D3BE8}"/>
              </c:ext>
            </c:extLst>
          </c:dPt>
          <c:cat>
            <c:multiLvlStrRef>
              <c:f>'Value Proposition Analysis'!$B$25:$F$38</c:f>
              <c:multiLvlStrCache>
                <c:ptCount val="14"/>
                <c:lvl>
                  <c:pt idx="0">
                    <c:v>£</c:v>
                  </c:pt>
                  <c:pt idx="1">
                    <c:v>£</c:v>
                  </c:pt>
                  <c:pt idx="3">
                    <c:v>£</c:v>
                  </c:pt>
                  <c:pt idx="4">
                    <c:v>£</c:v>
                  </c:pt>
                  <c:pt idx="6">
                    <c:v>£</c:v>
                  </c:pt>
                  <c:pt idx="7">
                    <c:v>£</c:v>
                  </c:pt>
                  <c:pt idx="9">
                    <c:v>£</c:v>
                  </c:pt>
                  <c:pt idx="10">
                    <c:v>£</c:v>
                  </c:pt>
                  <c:pt idx="12">
                    <c:v>£</c:v>
                  </c:pt>
                  <c:pt idx="13">
                    <c:v>£</c:v>
                  </c:pt>
                </c:lvl>
                <c:lvl>
                  <c:pt idx="0">
                    <c:v> 1 Year Investment </c:v>
                  </c:pt>
                  <c:pt idx="1">
                    <c:v> 1 Year Return </c:v>
                  </c:pt>
                  <c:pt idx="3">
                    <c:v> 2 Year Investment </c:v>
                  </c:pt>
                  <c:pt idx="4">
                    <c:v> 2 Year Return </c:v>
                  </c:pt>
                  <c:pt idx="6">
                    <c:v> 3 Year Investment </c:v>
                  </c:pt>
                  <c:pt idx="7">
                    <c:v> 3 Year Return </c:v>
                  </c:pt>
                  <c:pt idx="9">
                    <c:v> 4 Year Investment </c:v>
                  </c:pt>
                  <c:pt idx="10">
                    <c:v> 4 Year Return </c:v>
                  </c:pt>
                  <c:pt idx="12">
                    <c:v> 5 Year Investment </c:v>
                  </c:pt>
                  <c:pt idx="13">
                    <c:v> 5 Year Return </c:v>
                  </c:pt>
                </c:lvl>
              </c:multiLvlStrCache>
            </c:multiLvlStrRef>
          </c:cat>
          <c:val>
            <c:numRef>
              <c:f>'Value Proposition Analysis'!$G$25:$G$38</c:f>
              <c:numCache>
                <c:formatCode>_(* #,##0_);_(* \(#,##0\);_(* "-"??_);_(@_)</c:formatCode>
                <c:ptCount val="14"/>
                <c:pt idx="0">
                  <c:v>33000</c:v>
                </c:pt>
                <c:pt idx="1">
                  <c:v>66430.547826086971</c:v>
                </c:pt>
                <c:pt idx="3">
                  <c:v>29400</c:v>
                </c:pt>
                <c:pt idx="4">
                  <c:v>80665.665217391332</c:v>
                </c:pt>
                <c:pt idx="6">
                  <c:v>30870</c:v>
                </c:pt>
                <c:pt idx="7">
                  <c:v>94900.782608695677</c:v>
                </c:pt>
                <c:pt idx="9">
                  <c:v>32413.5</c:v>
                </c:pt>
                <c:pt idx="10">
                  <c:v>94900.782608695677</c:v>
                </c:pt>
                <c:pt idx="12">
                  <c:v>34034.175000000003</c:v>
                </c:pt>
                <c:pt idx="13">
                  <c:v>94900.782608695677</c:v>
                </c:pt>
              </c:numCache>
            </c:numRef>
          </c:val>
          <c:extLst>
            <c:ext xmlns:c16="http://schemas.microsoft.com/office/drawing/2014/chart" uri="{C3380CC4-5D6E-409C-BE32-E72D297353CC}">
              <c16:uniqueId val="{00000014-83F9-4BC0-8CB9-9896CA7D3BE8}"/>
            </c:ext>
          </c:extLst>
        </c:ser>
        <c:dLbls>
          <c:showLegendKey val="0"/>
          <c:showVal val="0"/>
          <c:showCatName val="0"/>
          <c:showSerName val="0"/>
          <c:showPercent val="0"/>
          <c:showBubbleSize val="0"/>
        </c:dLbls>
        <c:gapWidth val="100"/>
        <c:overlap val="-24"/>
        <c:axId val="945546352"/>
        <c:axId val="945550928"/>
      </c:barChart>
      <c:catAx>
        <c:axId val="945546352"/>
        <c:scaling>
          <c:orientation val="minMax"/>
        </c:scaling>
        <c:delete val="1"/>
        <c:axPos val="b"/>
        <c:numFmt formatCode="General" sourceLinked="1"/>
        <c:majorTickMark val="none"/>
        <c:minorTickMark val="none"/>
        <c:tickLblPos val="nextTo"/>
        <c:crossAx val="945550928"/>
        <c:crosses val="autoZero"/>
        <c:auto val="1"/>
        <c:lblAlgn val="ctr"/>
        <c:lblOffset val="100"/>
        <c:noMultiLvlLbl val="0"/>
      </c:catAx>
      <c:valAx>
        <c:axId val="945550928"/>
        <c:scaling>
          <c:orientation val="minMax"/>
        </c:scaling>
        <c:delete val="0"/>
        <c:axPos val="l"/>
        <c:majorGridlines>
          <c:spPr>
            <a:ln w="9525" cap="flat" cmpd="sng" algn="ctr">
              <a:solidFill>
                <a:schemeClr val="tx1">
                  <a:lumMod val="15000"/>
                  <a:lumOff val="85000"/>
                </a:schemeClr>
              </a:solidFill>
              <a:round/>
            </a:ln>
            <a:effectLst/>
          </c:spPr>
        </c:majorGridlines>
        <c:numFmt formatCode="_(* #,##0_);_(* \(#,##0\);_(* &quot;-&quot;??_);_(@_)"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tr-TR"/>
          </a:p>
        </c:txPr>
        <c:crossAx val="945546352"/>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a:pPr>
      <a:endParaRPr lang="tr-T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40">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lt1"/>
    </cs:fontRef>
  </cs:dataPoint>
  <cs:dataPoint3D>
    <cs:lnRef idx="0"/>
    <cs:fillRef idx="3">
      <cs:styleClr val="auto"/>
    </cs:fillRef>
    <cs:effectRef idx="3"/>
    <cs:fontRef idx="minor">
      <a:schemeClr val="lt1"/>
    </cs:fontRef>
  </cs:dataPoint3D>
  <cs:dataPointLine>
    <cs:lnRef idx="0">
      <cs:styleClr val="auto"/>
    </cs:lnRef>
    <cs:fillRef idx="3"/>
    <cs:effectRef idx="3"/>
    <cs:fontRef idx="minor">
      <a:schemeClr val="lt1"/>
    </cs:fontRef>
    <cs:spPr>
      <a:ln w="34925" cap="rnd">
        <a:solidFill>
          <a:schemeClr val="phClr"/>
        </a:solidFill>
        <a:round/>
      </a:ln>
    </cs:spPr>
  </cs:dataPointLine>
  <cs:dataPointMarker>
    <cs:lnRef idx="0">
      <cs:styleClr val="auto"/>
    </cs:lnRef>
    <cs:fillRef idx="3">
      <cs:styleClr val="auto"/>
    </cs:fillRef>
    <cs:effectRef idx="3"/>
    <cs:fontRef idx="minor">
      <a:schemeClr val="lt1"/>
    </cs:fontRef>
    <cs:spPr>
      <a:ln w="9525">
        <a:solidFill>
          <a:schemeClr val="phClr"/>
        </a:solidFill>
        <a:round/>
      </a:ln>
    </cs:spPr>
  </cs:dataPointMarker>
  <cs:dataPointMarkerLayout symbol="circle" size="6"/>
  <cs:dataPointWireframe>
    <cs:lnRef idx="0">
      <cs:styleClr val="auto"/>
    </cs:lnRef>
    <cs:fillRef idx="3"/>
    <cs:effectRef idx="3"/>
    <cs:fontRef idx="minor">
      <a:schemeClr val="lt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7753995B-D5C5-E9F3-74E1-867BB85FAC2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58775A38-0062-6C38-0B8A-6561F09F2DF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2EE6207-6821-4DAB-B818-E4F4F6AB12F5}" type="datetimeFigureOut">
              <a:rPr lang="en-GB" smtClean="0"/>
              <a:t>19/12/2024</a:t>
            </a:fld>
            <a:endParaRPr lang="en-GB"/>
          </a:p>
        </p:txBody>
      </p:sp>
      <p:sp>
        <p:nvSpPr>
          <p:cNvPr id="4" name="Footer Placeholder 3">
            <a:extLst>
              <a:ext uri="{FF2B5EF4-FFF2-40B4-BE49-F238E27FC236}">
                <a16:creationId xmlns:a16="http://schemas.microsoft.com/office/drawing/2014/main" id="{1276C68E-BDFC-0BFF-7F14-6B953611F6E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43CFAFE3-268E-270F-8A32-C160C96483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74E5AB6-E7A7-49F2-B3EF-8EA64FA4A41F}" type="slidenum">
              <a:rPr lang="en-GB" smtClean="0"/>
              <a:t>‹#›</a:t>
            </a:fld>
            <a:endParaRPr lang="en-GB"/>
          </a:p>
        </p:txBody>
      </p:sp>
    </p:spTree>
    <p:extLst>
      <p:ext uri="{BB962C8B-B14F-4D97-AF65-F5344CB8AC3E}">
        <p14:creationId xmlns:p14="http://schemas.microsoft.com/office/powerpoint/2010/main" val="256575209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B936EE0-4F6D-274D-8902-95CDFEF84C8C}" type="datetimeFigureOut">
              <a:rPr lang="en-US" smtClean="0"/>
              <a:t>12/19/2024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E6F5981-AC5E-AE4D-852B-DAB06874D7E5}" type="slidenum">
              <a:rPr lang="en-US" smtClean="0"/>
              <a:t>‹#›</a:t>
            </a:fld>
            <a:endParaRPr lang="en-US"/>
          </a:p>
        </p:txBody>
      </p:sp>
    </p:spTree>
    <p:extLst>
      <p:ext uri="{BB962C8B-B14F-4D97-AF65-F5344CB8AC3E}">
        <p14:creationId xmlns:p14="http://schemas.microsoft.com/office/powerpoint/2010/main" val="33164991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4</a:t>
            </a:fld>
            <a:endParaRPr lang="en-US"/>
          </a:p>
        </p:txBody>
      </p:sp>
    </p:spTree>
    <p:extLst>
      <p:ext uri="{BB962C8B-B14F-4D97-AF65-F5344CB8AC3E}">
        <p14:creationId xmlns:p14="http://schemas.microsoft.com/office/powerpoint/2010/main" val="4004429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5</a:t>
            </a:fld>
            <a:endParaRPr lang="en-US"/>
          </a:p>
        </p:txBody>
      </p:sp>
    </p:spTree>
    <p:extLst>
      <p:ext uri="{BB962C8B-B14F-4D97-AF65-F5344CB8AC3E}">
        <p14:creationId xmlns:p14="http://schemas.microsoft.com/office/powerpoint/2010/main" val="31448941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9E6F5981-AC5E-AE4D-852B-DAB06874D7E5}" type="slidenum">
              <a:rPr lang="en-US" smtClean="0"/>
              <a:t>6</a:t>
            </a:fld>
            <a:endParaRPr lang="en-US"/>
          </a:p>
        </p:txBody>
      </p:sp>
    </p:spTree>
    <p:extLst>
      <p:ext uri="{BB962C8B-B14F-4D97-AF65-F5344CB8AC3E}">
        <p14:creationId xmlns:p14="http://schemas.microsoft.com/office/powerpoint/2010/main" val="17951656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9E6F5981-AC5E-AE4D-852B-DAB06874D7E5}" type="slidenum">
              <a:rPr lang="en-US" smtClean="0"/>
              <a:t>8</a:t>
            </a:fld>
            <a:endParaRPr lang="en-US"/>
          </a:p>
        </p:txBody>
      </p:sp>
    </p:spTree>
    <p:extLst>
      <p:ext uri="{BB962C8B-B14F-4D97-AF65-F5344CB8AC3E}">
        <p14:creationId xmlns:p14="http://schemas.microsoft.com/office/powerpoint/2010/main" val="14841898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Resmi Yer Tutucusu 1"/>
          <p:cNvSpPr>
            <a:spLocks noGrp="1" noRot="1" noChangeAspect="1"/>
          </p:cNvSpPr>
          <p:nvPr>
            <p:ph type="sldImg"/>
          </p:nvPr>
        </p:nvSpPr>
        <p:spPr/>
      </p:sp>
      <p:sp>
        <p:nvSpPr>
          <p:cNvPr id="3" name="Not Yer Tutucusu 2"/>
          <p:cNvSpPr>
            <a:spLocks noGrp="1"/>
          </p:cNvSpPr>
          <p:nvPr>
            <p:ph type="body" idx="1"/>
          </p:nvPr>
        </p:nvSpPr>
        <p:spPr/>
        <p:txBody>
          <a:bodyPr/>
          <a:lstStyle/>
          <a:p>
            <a:endParaRPr lang="tr-TR" dirty="0"/>
          </a:p>
        </p:txBody>
      </p:sp>
      <p:sp>
        <p:nvSpPr>
          <p:cNvPr id="4" name="Slayt Numarası Yer Tutucusu 3"/>
          <p:cNvSpPr>
            <a:spLocks noGrp="1"/>
          </p:cNvSpPr>
          <p:nvPr>
            <p:ph type="sldNum" sz="quarter" idx="5"/>
          </p:nvPr>
        </p:nvSpPr>
        <p:spPr/>
        <p:txBody>
          <a:bodyPr/>
          <a:lstStyle/>
          <a:p>
            <a:fld id="{9E6F5981-AC5E-AE4D-852B-DAB06874D7E5}" type="slidenum">
              <a:rPr lang="en-US" smtClean="0"/>
              <a:t>9</a:t>
            </a:fld>
            <a:endParaRPr lang="en-US"/>
          </a:p>
        </p:txBody>
      </p:sp>
    </p:spTree>
    <p:extLst>
      <p:ext uri="{BB962C8B-B14F-4D97-AF65-F5344CB8AC3E}">
        <p14:creationId xmlns:p14="http://schemas.microsoft.com/office/powerpoint/2010/main" val="23733310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0EFE9-096E-BBE2-A861-3B2CBDD0D9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31EBB-AEE4-5562-DD18-1BCAFA7A6D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555F35-4F50-4B42-9383-54F233E75B8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CAE2750-CAE7-D875-4982-5F13F4AD725B}"/>
              </a:ext>
            </a:extLst>
          </p:cNvPr>
          <p:cNvSpPr>
            <a:spLocks noGrp="1"/>
          </p:cNvSpPr>
          <p:nvPr>
            <p:ph type="sldNum" sz="quarter" idx="5"/>
          </p:nvPr>
        </p:nvSpPr>
        <p:spPr/>
        <p:txBody>
          <a:bodyPr/>
          <a:lstStyle/>
          <a:p>
            <a:fld id="{9E6F5981-AC5E-AE4D-852B-DAB06874D7E5}" type="slidenum">
              <a:rPr lang="en-US" smtClean="0"/>
              <a:t>11</a:t>
            </a:fld>
            <a:endParaRPr lang="en-US"/>
          </a:p>
        </p:txBody>
      </p:sp>
    </p:spTree>
    <p:extLst>
      <p:ext uri="{BB962C8B-B14F-4D97-AF65-F5344CB8AC3E}">
        <p14:creationId xmlns:p14="http://schemas.microsoft.com/office/powerpoint/2010/main" val="321283988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1.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15.sv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0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0.xml.rels><?xml version="1.0" encoding="UTF-8" standalone="yes"?>
<Relationships xmlns="http://schemas.openxmlformats.org/package/2006/relationships"><Relationship Id="rId8" Type="http://schemas.openxmlformats.org/officeDocument/2006/relationships/hyperlink" Target="mailto:hello@oneadvanced.com" TargetMode="External"/><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7.png"/><Relationship Id="rId1" Type="http://schemas.openxmlformats.org/officeDocument/2006/relationships/slideMaster" Target="../slideMasters/slideMaster3.xml"/><Relationship Id="rId6" Type="http://schemas.openxmlformats.org/officeDocument/2006/relationships/image" Target="../media/image11.png"/><Relationship Id="rId5" Type="http://schemas.openxmlformats.org/officeDocument/2006/relationships/image" Target="../media/image10.svg"/><Relationship Id="rId10" Type="http://schemas.openxmlformats.org/officeDocument/2006/relationships/image" Target="../media/image4.svg"/><Relationship Id="rId4" Type="http://schemas.openxmlformats.org/officeDocument/2006/relationships/image" Target="../media/image9.png"/><Relationship Id="rId9" Type="http://schemas.openxmlformats.org/officeDocument/2006/relationships/image" Target="../media/image3.png"/></Relationships>
</file>

<file path=ppt/slideLayouts/_rels/slideLayout15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15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19/12/2024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en-US"/>
              <a:t>Click icon to add picture</a:t>
            </a:r>
          </a:p>
        </p:txBody>
      </p:sp>
    </p:spTree>
    <p:extLst>
      <p:ext uri="{BB962C8B-B14F-4D97-AF65-F5344CB8AC3E}">
        <p14:creationId xmlns:p14="http://schemas.microsoft.com/office/powerpoint/2010/main" val="12497549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19/12/2024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en-US"/>
              <a:t>Click icon to add picture</a:t>
            </a:r>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5187023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userDrawn="1"/>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19/12/2024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en-US"/>
              <a:t>Click to edit Master text styles</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685302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19/12/2024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1122295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19/12/2024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2053638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19/12/2024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7464668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en-US"/>
              <a:t>Click to edit Master title style</a:t>
            </a:r>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19/12/2024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userDrawn="1"/>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046788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85090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8354633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27777913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1004188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en-US"/>
              <a:t>Click icon to add picture</a:t>
            </a:r>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233401286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9961600"/>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97590085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48731633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198269493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208629350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943082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117159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5709758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217641439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55301573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0645974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2609939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en-US"/>
              <a:t>Click icon to add picture</a:t>
            </a:r>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en-US"/>
              <a:t>Click to edit Master title style</a:t>
            </a:r>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userDrawn="1">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7" name="Rectangle 6">
            <a:extLst>
              <a:ext uri="{FF2B5EF4-FFF2-40B4-BE49-F238E27FC236}">
                <a16:creationId xmlns:a16="http://schemas.microsoft.com/office/drawing/2014/main" id="{052EE144-5BB5-C5BE-3211-4ACE9671E42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862924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en-US"/>
              <a:t>Click to edit Master title style</a:t>
            </a:r>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en-US"/>
              <a:t>Click icon to add picture</a:t>
            </a:r>
          </a:p>
        </p:txBody>
      </p:sp>
    </p:spTree>
    <p:extLst>
      <p:ext uri="{BB962C8B-B14F-4D97-AF65-F5344CB8AC3E}">
        <p14:creationId xmlns:p14="http://schemas.microsoft.com/office/powerpoint/2010/main" val="31037604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10075984"/>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83801744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260835499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en-US"/>
              <a:t>Click to edit Master text styles</a:t>
            </a:r>
          </a:p>
          <a:p>
            <a:pPr lvl="1"/>
            <a:r>
              <a:rPr lang="en-US"/>
              <a:t>Second level</a:t>
            </a:r>
          </a:p>
          <a:p>
            <a:pPr lvl="2"/>
            <a:r>
              <a:rPr lang="en-US"/>
              <a:t>Third level</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4842145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en-US"/>
              <a:t>Click to edit Master title style</a:t>
            </a:r>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288598414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80813665"/>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70046979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86591620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4062611395"/>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1082584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en-US"/>
              <a:t>Click to edit Master title style</a:t>
            </a:r>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1648707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en-US"/>
              <a:t>Click to edit Master title style</a:t>
            </a:r>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en-US"/>
              <a:t>Click icon to add table</a:t>
            </a:r>
            <a:endParaRPr lang="en-GB"/>
          </a:p>
        </p:txBody>
      </p:sp>
    </p:spTree>
    <p:extLst>
      <p:ext uri="{BB962C8B-B14F-4D97-AF65-F5344CB8AC3E}">
        <p14:creationId xmlns:p14="http://schemas.microsoft.com/office/powerpoint/2010/main" val="210081978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132526424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spTree>
    <p:extLst>
      <p:ext uri="{BB962C8B-B14F-4D97-AF65-F5344CB8AC3E}">
        <p14:creationId xmlns:p14="http://schemas.microsoft.com/office/powerpoint/2010/main" val="312484441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9638660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371975243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en-US"/>
              <a:t>Click to edit Master text styles</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en-US"/>
              <a:t>Click to edit Master text styles</a:t>
            </a:r>
          </a:p>
        </p:txBody>
      </p:sp>
    </p:spTree>
    <p:extLst>
      <p:ext uri="{BB962C8B-B14F-4D97-AF65-F5344CB8AC3E}">
        <p14:creationId xmlns:p14="http://schemas.microsoft.com/office/powerpoint/2010/main" val="262181725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en-US"/>
              <a:t>Click to edit Master title style</a:t>
            </a:r>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userDrawn="1">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288518751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6268726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userDrawn="1"/>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388337215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892257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userDrawn="1"/>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346045571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en-GB"/>
              <a:t>Click to edit Master title style</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en-GB"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Click to edit Master text styles</a:t>
            </a:r>
          </a:p>
          <a:p>
            <a:pPr marL="864000" marR="0" lvl="1" indent="-216000" algn="l" defTabSz="914400" rtl="0" eaLnBrk="1" fontAlgn="auto" latinLnBrk="0" hangingPunct="1">
              <a:lnSpc>
                <a:spcPct val="140000"/>
              </a:lnSpc>
              <a:spcBef>
                <a:spcPts val="200"/>
              </a:spcBef>
              <a:spcAft>
                <a:spcPts val="0"/>
              </a:spcAft>
              <a:buClr>
                <a:srgbClr val="F15D22"/>
              </a:buClr>
              <a:buSzPct val="110000"/>
              <a:buFont typeface="Arial" panose="020B0604020202020204" pitchFamily="34" charset="0"/>
              <a:buChar char="•"/>
              <a:tabLst/>
              <a:defRPr/>
            </a:pPr>
            <a:r>
              <a:rPr kumimoji="0" lang="en-GB" sz="18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Second level</a:t>
            </a:r>
          </a:p>
          <a:p>
            <a:pPr marL="1368000" marR="0" lvl="2" indent="-180000" algn="l" defTabSz="914400" rtl="0" eaLnBrk="1" fontAlgn="auto" latinLnBrk="0" hangingPunct="1">
              <a:lnSpc>
                <a:spcPct val="140000"/>
              </a:lnSpc>
              <a:spcBef>
                <a:spcPts val="100"/>
              </a:spcBef>
              <a:spcAft>
                <a:spcPts val="0"/>
              </a:spcAft>
              <a:buClr>
                <a:srgbClr val="25252C">
                  <a:lumMod val="75000"/>
                  <a:lumOff val="25000"/>
                </a:srgbClr>
              </a:buClr>
              <a:buSzPct val="130000"/>
              <a:buFont typeface="Open Sans" panose="020B0606030504020204" pitchFamily="34" charset="0"/>
              <a:buChar char="›"/>
              <a:tabLst/>
              <a:defRPr/>
            </a:pPr>
            <a:r>
              <a:rPr kumimoji="0" lang="en-GB" sz="14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Third level</a:t>
            </a:r>
          </a:p>
          <a:p>
            <a:pPr marL="1728000" marR="0" lvl="3" indent="-144000" algn="l" defTabSz="914400" rtl="0" eaLnBrk="1" fontAlgn="auto" latinLnBrk="0" hangingPunct="1">
              <a:lnSpc>
                <a:spcPct val="140000"/>
              </a:lnSpc>
              <a:spcBef>
                <a:spcPts val="100"/>
              </a:spcBef>
              <a:spcAft>
                <a:spcPts val="0"/>
              </a:spcAft>
              <a:buClr>
                <a:srgbClr val="F15D22"/>
              </a:buClr>
              <a:buSzPct val="120000"/>
              <a:buFont typeface="Open Sans" panose="020B0606030504020204" pitchFamily="34" charset="0"/>
              <a:buChar char="›"/>
              <a:tabLst/>
              <a:defRPr/>
            </a:pPr>
            <a:r>
              <a:rPr kumimoji="0" lang="en-GB" sz="12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Fourth Level</a:t>
            </a:r>
          </a:p>
        </p:txBody>
      </p:sp>
    </p:spTree>
    <p:extLst>
      <p:ext uri="{BB962C8B-B14F-4D97-AF65-F5344CB8AC3E}">
        <p14:creationId xmlns:p14="http://schemas.microsoft.com/office/powerpoint/2010/main" val="268304401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userDrawn="1">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en-US"/>
              <a:t>Click to edit Master title style</a:t>
            </a:r>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6948237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userDrawn="1">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en-US"/>
              <a:t>Click to edit Master title style</a:t>
            </a:r>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US"/>
              <a:t>Click to edit Master text styles</a:t>
            </a:r>
          </a:p>
        </p:txBody>
      </p:sp>
    </p:spTree>
    <p:extLst>
      <p:ext uri="{BB962C8B-B14F-4D97-AF65-F5344CB8AC3E}">
        <p14:creationId xmlns:p14="http://schemas.microsoft.com/office/powerpoint/2010/main" val="303362629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19/12/2024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pic>
        <p:nvPicPr>
          <p:cNvPr id="7" name="Graphic 9">
            <a:extLst>
              <a:ext uri="{FF2B5EF4-FFF2-40B4-BE49-F238E27FC236}">
                <a16:creationId xmlns:a16="http://schemas.microsoft.com/office/drawing/2014/main" id="{0C880040-8F99-F26C-0ED6-2021C2F4E86C}"/>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50906832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19/12/2024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225558D2-9A84-695A-2BE5-9C44A17B28E6}"/>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B0144F33-5E84-E405-BD3E-84CBC8C17D19}"/>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9EE8F691-D3E2-867A-7B60-7EAFE2D781E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30C0B17-BA64-0C83-844F-DCADF0A03162}"/>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423A607F-A31C-99A6-6610-BE4A922829A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37352390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19/12/2024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9" name="Group 12">
            <a:extLst>
              <a:ext uri="{FF2B5EF4-FFF2-40B4-BE49-F238E27FC236}">
                <a16:creationId xmlns:a16="http://schemas.microsoft.com/office/drawing/2014/main" id="{C8BE3054-9B9A-9C4C-B88C-852270584161}"/>
              </a:ext>
            </a:extLst>
          </p:cNvPr>
          <p:cNvGrpSpPr/>
          <p:nvPr userDrawn="1"/>
        </p:nvGrpSpPr>
        <p:grpSpPr>
          <a:xfrm>
            <a:off x="6478742" y="11724"/>
            <a:ext cx="5092742" cy="3234091"/>
            <a:chOff x="6478742" y="11724"/>
            <a:chExt cx="5092742" cy="3234091"/>
          </a:xfrm>
        </p:grpSpPr>
        <p:sp>
          <p:nvSpPr>
            <p:cNvPr id="10" name="Freeform 14">
              <a:extLst>
                <a:ext uri="{FF2B5EF4-FFF2-40B4-BE49-F238E27FC236}">
                  <a16:creationId xmlns:a16="http://schemas.microsoft.com/office/drawing/2014/main" id="{63EA555B-208E-6D42-3EF4-B2BF4A66C52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1" name="Freeform 15">
              <a:extLst>
                <a:ext uri="{FF2B5EF4-FFF2-40B4-BE49-F238E27FC236}">
                  <a16:creationId xmlns:a16="http://schemas.microsoft.com/office/drawing/2014/main" id="{2F91AA14-5FD6-DEB3-EB66-CCFD352E8E8C}"/>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12" name="Freeform 17">
            <a:extLst>
              <a:ext uri="{FF2B5EF4-FFF2-40B4-BE49-F238E27FC236}">
                <a16:creationId xmlns:a16="http://schemas.microsoft.com/office/drawing/2014/main" id="{67601A5D-AC33-81DD-BD52-1183FE5D471C}"/>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14" name="Graphic 7">
            <a:extLst>
              <a:ext uri="{FF2B5EF4-FFF2-40B4-BE49-F238E27FC236}">
                <a16:creationId xmlns:a16="http://schemas.microsoft.com/office/drawing/2014/main" id="{27D918D0-D4EA-778B-BD66-5A81D9B483AA}"/>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25898111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19/12/2024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E154D43E-C3E5-A1E7-0D14-64C23D0F6ED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998AC5F4-E191-3E4D-929D-0C514E36CF56}"/>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E564D2E7-8280-1FDF-2AEA-6CE3FBDFB9AA}"/>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E0ED9E75-4789-8B21-30B6-B3A6EEB17C65}"/>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559F7D38-CAB8-10E6-2E99-C65B07D90FC9}"/>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950490079"/>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19/12/2024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181787EE-57D9-B662-F5A8-BFEADAD71CF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6CEC7B0F-EAF6-42D4-C903-F9301DBA0570}"/>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808B4CF2-04CD-91C0-9B56-2E31AB0E6225}"/>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94020CA5-9751-694A-729E-C28DD7919D1F}"/>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FEFAB496-A208-FD7B-9374-3D0195830480}"/>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235995398"/>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19/12/2024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9139CF76-027E-8447-61A3-45B4508497D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10C7E53C-BCC2-4FED-244E-35B033D5B0C3}"/>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69303F01-056B-57ED-D384-AC408DCB3E93}"/>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B00AE61-6678-B6A1-09BA-A5D7A3285910}"/>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C65B090D-D30A-96E6-6645-22BA544EFC4B}"/>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7042434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3ECCBB8-735C-914B-8E67-7852CBBDF7EA}" type="datetime1">
              <a:rPr lang="en-GB" smtClean="0"/>
              <a:t>19/12/2024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cxnSp>
        <p:nvCxnSpPr>
          <p:cNvPr id="7" name="Straight Connector 7">
            <a:extLst>
              <a:ext uri="{FF2B5EF4-FFF2-40B4-BE49-F238E27FC236}">
                <a16:creationId xmlns:a16="http://schemas.microsoft.com/office/drawing/2014/main" id="{C93CEBEC-785F-DFBA-55CE-332B089A1643}"/>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9" name="Group 16">
            <a:extLst>
              <a:ext uri="{FF2B5EF4-FFF2-40B4-BE49-F238E27FC236}">
                <a16:creationId xmlns:a16="http://schemas.microsoft.com/office/drawing/2014/main" id="{FF69D3EE-13B6-7BF9-DD9C-C71AC8213CD9}"/>
              </a:ext>
            </a:extLst>
          </p:cNvPr>
          <p:cNvGrpSpPr/>
          <p:nvPr userDrawn="1"/>
        </p:nvGrpSpPr>
        <p:grpSpPr>
          <a:xfrm>
            <a:off x="6197995" y="31933"/>
            <a:ext cx="5103652" cy="6812511"/>
            <a:chOff x="5923354" y="31933"/>
            <a:chExt cx="5103652" cy="6812511"/>
          </a:xfrm>
        </p:grpSpPr>
        <p:sp>
          <p:nvSpPr>
            <p:cNvPr id="10" name="Freeform 17">
              <a:extLst>
                <a:ext uri="{FF2B5EF4-FFF2-40B4-BE49-F238E27FC236}">
                  <a16:creationId xmlns:a16="http://schemas.microsoft.com/office/drawing/2014/main" id="{B7934A6B-9DCE-507C-2A6E-1A05898EEEDE}"/>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1" name="Freeform 18">
              <a:extLst>
                <a:ext uri="{FF2B5EF4-FFF2-40B4-BE49-F238E27FC236}">
                  <a16:creationId xmlns:a16="http://schemas.microsoft.com/office/drawing/2014/main" id="{567D0CC1-74FB-F9FA-9E83-BB8778F40AD9}"/>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2" name="Freeform 19">
              <a:extLst>
                <a:ext uri="{FF2B5EF4-FFF2-40B4-BE49-F238E27FC236}">
                  <a16:creationId xmlns:a16="http://schemas.microsoft.com/office/drawing/2014/main" id="{E5938E8F-77C5-4EA8-9C80-72A9430AB3D5}"/>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904626274"/>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1291DDD3-4545-05AE-7A7A-743E4564512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7" name="Graphic 37">
            <a:extLst>
              <a:ext uri="{FF2B5EF4-FFF2-40B4-BE49-F238E27FC236}">
                <a16:creationId xmlns:a16="http://schemas.microsoft.com/office/drawing/2014/main" id="{FF251847-717B-E6AD-384E-953907DF8197}"/>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1809653"/>
            <a:ext cx="360000" cy="360000"/>
          </a:xfrm>
          <a:prstGeom prst="rect">
            <a:avLst/>
          </a:prstGeom>
        </p:spPr>
      </p:pic>
      <p:pic>
        <p:nvPicPr>
          <p:cNvPr id="8" name="Graphic 38">
            <a:extLst>
              <a:ext uri="{FF2B5EF4-FFF2-40B4-BE49-F238E27FC236}">
                <a16:creationId xmlns:a16="http://schemas.microsoft.com/office/drawing/2014/main" id="{A455B247-F473-65A7-E28F-A9A3A8A68AAA}"/>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695325" y="3337001"/>
            <a:ext cx="360000" cy="360000"/>
          </a:xfrm>
          <a:prstGeom prst="rect">
            <a:avLst/>
          </a:prstGeom>
        </p:spPr>
      </p:pic>
      <p:pic>
        <p:nvPicPr>
          <p:cNvPr id="9" name="Graphic 45">
            <a:extLst>
              <a:ext uri="{FF2B5EF4-FFF2-40B4-BE49-F238E27FC236}">
                <a16:creationId xmlns:a16="http://schemas.microsoft.com/office/drawing/2014/main" id="{B0796942-3383-68DD-846D-A6D693F18E33}"/>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1809653"/>
            <a:ext cx="360000" cy="360000"/>
          </a:xfrm>
          <a:prstGeom prst="rect">
            <a:avLst/>
          </a:prstGeom>
        </p:spPr>
      </p:pic>
      <p:pic>
        <p:nvPicPr>
          <p:cNvPr id="10" name="Graphic 46">
            <a:extLst>
              <a:ext uri="{FF2B5EF4-FFF2-40B4-BE49-F238E27FC236}">
                <a16:creationId xmlns:a16="http://schemas.microsoft.com/office/drawing/2014/main" id="{1D545F40-8805-990E-88C0-3BEA7966CE8D}"/>
              </a:ext>
            </a:extLst>
          </p:cNvPr>
          <p:cNvPicPr>
            <a:picLocks noChangeAspect="1"/>
          </p:cNvPicPr>
          <p:nvPr userDrawn="1"/>
        </p:nvPicPr>
        <p:blipFill>
          <a:blip r:embed="rId2">
            <a:extLst>
              <a:ext uri="{96DAC541-7B7A-43D3-8B79-37D633B846F1}">
                <asvg:svgBlip xmlns:asvg="http://schemas.microsoft.com/office/drawing/2016/SVG/main" r:embed="rId4"/>
              </a:ext>
            </a:extLst>
          </a:blip>
          <a:stretch>
            <a:fillRect/>
          </a:stretch>
        </p:blipFill>
        <p:spPr>
          <a:xfrm>
            <a:off x="4332828" y="3337001"/>
            <a:ext cx="360000" cy="360000"/>
          </a:xfrm>
          <a:prstGeom prst="rect">
            <a:avLst/>
          </a:prstGeom>
        </p:spPr>
      </p:pic>
      <p:sp>
        <p:nvSpPr>
          <p:cNvPr id="11" name="Rectangle 47">
            <a:extLst>
              <a:ext uri="{FF2B5EF4-FFF2-40B4-BE49-F238E27FC236}">
                <a16:creationId xmlns:a16="http://schemas.microsoft.com/office/drawing/2014/main" id="{C7A133F8-6B46-A716-52A6-D2A6C8EEA61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15081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cxnSp>
        <p:nvCxnSpPr>
          <p:cNvPr id="5" name="Straight Connector 5">
            <a:extLst>
              <a:ext uri="{FF2B5EF4-FFF2-40B4-BE49-F238E27FC236}">
                <a16:creationId xmlns:a16="http://schemas.microsoft.com/office/drawing/2014/main" id="{8FE7AEA7-AACE-84C8-F8D5-D65FF61023B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FC7471E0-A051-08DB-08FF-F66DA868CBD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56304309"/>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cxnSp>
        <p:nvCxnSpPr>
          <p:cNvPr id="5" name="Straight Connector 5">
            <a:extLst>
              <a:ext uri="{FF2B5EF4-FFF2-40B4-BE49-F238E27FC236}">
                <a16:creationId xmlns:a16="http://schemas.microsoft.com/office/drawing/2014/main" id="{9C9D571D-6AD0-C4B8-BF37-305B95B237F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5A65B9FA-8D01-17BA-D0C5-75C20B8953B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5240174"/>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C388E6D2-5BAF-ED44-B2B1-6D908E524C05}"/>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CDA4255D-DBEA-2C57-DB91-0F72EE5DC39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35485218"/>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cxnSp>
        <p:nvCxnSpPr>
          <p:cNvPr id="5" name="Straight Connector 5">
            <a:extLst>
              <a:ext uri="{FF2B5EF4-FFF2-40B4-BE49-F238E27FC236}">
                <a16:creationId xmlns:a16="http://schemas.microsoft.com/office/drawing/2014/main" id="{CF9BC6B7-55B2-9894-BD2C-A0A760D055D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3" name="Rectangle 47">
            <a:extLst>
              <a:ext uri="{FF2B5EF4-FFF2-40B4-BE49-F238E27FC236}">
                <a16:creationId xmlns:a16="http://schemas.microsoft.com/office/drawing/2014/main" id="{917DF6C1-8F42-864F-6DAE-AF91B64A60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72627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71082610"/>
      </p:ext>
    </p:extLst>
  </p:cSld>
  <p:clrMapOvr>
    <a:masterClrMapping/>
  </p:clrMapOvr>
  <p:hf hdr="0" ftr="0" dt="0"/>
  <p:extLst>
    <p:ext uri="{DCECCB84-F9BA-43D5-87BE-67443E8EF086}">
      <p15:sldGuideLst xmlns:p15="http://schemas.microsoft.com/office/powerpoint/2012/main"/>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0EF82928-9B33-C7CD-DB84-51459AE8E85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37D183-269E-F5F0-AABC-C247E55BE8B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8782537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3852031890"/>
      </p:ext>
    </p:extLst>
  </p:cSld>
  <p:clrMapOvr>
    <a:masterClrMapping/>
  </p:clrMapOvr>
  <p:hf hdr="0" ftr="0" dt="0"/>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975A7026-2302-D385-6C39-3FFE386D772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919CE32D-F20E-7817-5EEA-226F36B3579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08030348"/>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cxnSp>
        <p:nvCxnSpPr>
          <p:cNvPr id="5" name="Straight Connector 5">
            <a:extLst>
              <a:ext uri="{FF2B5EF4-FFF2-40B4-BE49-F238E27FC236}">
                <a16:creationId xmlns:a16="http://schemas.microsoft.com/office/drawing/2014/main" id="{FCCC759D-853F-46AB-2BDA-EFE106F10E9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FE4411C-3C8C-E9B3-3660-46FDCEB316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14">
            <a:extLst>
              <a:ext uri="{FF2B5EF4-FFF2-40B4-BE49-F238E27FC236}">
                <a16:creationId xmlns:a16="http://schemas.microsoft.com/office/drawing/2014/main" id="{774C172E-9168-6B09-13A6-E40E9D1E78BD}"/>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0" name="Straight Arrow Connector 16">
            <a:extLst>
              <a:ext uri="{FF2B5EF4-FFF2-40B4-BE49-F238E27FC236}">
                <a16:creationId xmlns:a16="http://schemas.microsoft.com/office/drawing/2014/main" id="{E3F7C1CB-8C04-40F4-FDEC-79C1EDDE9C39}"/>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4248081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31014928-B237-9014-466D-376C40DB2949}"/>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EB4F7843-9265-AC3A-B1F6-770BE7D575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B4EEDD57-1A50-3A71-D9D5-20CEC77083A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73166247"/>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51498229-9ED1-F8B1-165C-F65F19CA491E}"/>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78CD64D-D5B3-87C8-23BB-29E3017BCE18}"/>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E919E478-8CB3-9054-B366-F0883D3C23D6}"/>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0523241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1F5593E1-F694-13CD-4D54-C34421B0B0C5}"/>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F39F4794-14C7-817D-FE36-0AD0F58D6D9A}"/>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8E7F9761-A7DC-9353-8530-A40053CF6B5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612974"/>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D97ECE9A-FE43-CF1D-4ECA-A391BC028F83}"/>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77E4A7B9-92F3-4EEF-31E7-ED983F34A14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4DB4F4F2-0545-7083-3B4C-DD81A8226B4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15205054"/>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E7B2789D-7D69-5B7C-1F26-04C307AA021E}"/>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08C4C618-5315-2E7D-74C4-16662254A8CC}"/>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A88C88E1-D6A2-06C9-B12A-BBA7D6793EC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8064794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3A7F7438-DF7B-05D8-0411-3EE2768DC82D}"/>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7DC75387-2818-167B-ECA9-414B8BB8502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400757E9-A7B7-5FB3-F833-E015071915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307517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DE7E219A-9524-125A-9BCB-7B3FC9D7BBB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ext Placeholder 22">
            <a:extLst>
              <a:ext uri="{FF2B5EF4-FFF2-40B4-BE49-F238E27FC236}">
                <a16:creationId xmlns:a16="http://schemas.microsoft.com/office/drawing/2014/main" id="{8B65FC8E-8961-6C19-72F6-5BAA14790EFC}"/>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1687095305"/>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Connector 5">
            <a:extLst>
              <a:ext uri="{FF2B5EF4-FFF2-40B4-BE49-F238E27FC236}">
                <a16:creationId xmlns:a16="http://schemas.microsoft.com/office/drawing/2014/main" id="{4DAE4075-4ADD-DEF6-BFEC-8848C7E025A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ext Placeholder 22">
            <a:extLst>
              <a:ext uri="{FF2B5EF4-FFF2-40B4-BE49-F238E27FC236}">
                <a16:creationId xmlns:a16="http://schemas.microsoft.com/office/drawing/2014/main" id="{3683874E-3383-107A-68C9-72A4902477B5}"/>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9" name="Rectangle 6">
            <a:extLst>
              <a:ext uri="{FF2B5EF4-FFF2-40B4-BE49-F238E27FC236}">
                <a16:creationId xmlns:a16="http://schemas.microsoft.com/office/drawing/2014/main" id="{45868B0A-B6A5-B488-ED1B-EED4FB77982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6667001"/>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
        <p:nvSpPr>
          <p:cNvPr id="5" name="Rectangle 21">
            <a:extLst>
              <a:ext uri="{FF2B5EF4-FFF2-40B4-BE49-F238E27FC236}">
                <a16:creationId xmlns:a16="http://schemas.microsoft.com/office/drawing/2014/main" id="{9E56BD2D-F744-1528-9E47-624DE31CC6C9}"/>
              </a:ext>
            </a:extLst>
          </p:cNvPr>
          <p:cNvSpPr/>
          <p:nvPr userDrawn="1"/>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1">
            <a:extLst>
              <a:ext uri="{FF2B5EF4-FFF2-40B4-BE49-F238E27FC236}">
                <a16:creationId xmlns:a16="http://schemas.microsoft.com/office/drawing/2014/main" id="{71B306C9-6090-98DC-0B8E-771BCB9CC44C}"/>
              </a:ext>
            </a:extLst>
          </p:cNvPr>
          <p:cNvSpPr txBox="1">
            <a:spLocks/>
          </p:cNvSpPr>
          <p:nvPr userDrawn="1"/>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Tree>
    <p:extLst>
      <p:ext uri="{BB962C8B-B14F-4D97-AF65-F5344CB8AC3E}">
        <p14:creationId xmlns:p14="http://schemas.microsoft.com/office/powerpoint/2010/main" val="2019082942"/>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cxnSp>
        <p:nvCxnSpPr>
          <p:cNvPr id="5" name="Straight Connector 5">
            <a:extLst>
              <a:ext uri="{FF2B5EF4-FFF2-40B4-BE49-F238E27FC236}">
                <a16:creationId xmlns:a16="http://schemas.microsoft.com/office/drawing/2014/main" id="{EE0F0FB0-D13D-A26C-349D-F98D41F2A30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604C82F1-9BA5-3342-8BA3-EEC05E28C0B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1180096"/>
      </p:ext>
    </p:extLst>
  </p:cSld>
  <p:clrMapOvr>
    <a:masterClrMapping/>
  </p:clrMapOvr>
  <p:extLst>
    <p:ext uri="{DCECCB84-F9BA-43D5-87BE-67443E8EF086}">
      <p15:sldGuideLst xmlns:p15="http://schemas.microsoft.com/office/powerpoint/2012/main"/>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9D216B12-ED20-C45C-E770-CC9EF40BE0D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B3D63F51-88B7-2BA3-6949-BBB64B129C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9662064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cxnSp>
        <p:nvCxnSpPr>
          <p:cNvPr id="8" name="Straight Connector 5">
            <a:extLst>
              <a:ext uri="{FF2B5EF4-FFF2-40B4-BE49-F238E27FC236}">
                <a16:creationId xmlns:a16="http://schemas.microsoft.com/office/drawing/2014/main" id="{231436AA-1DFD-8A1C-FF0B-48FEBBCD127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D3181E3B-7383-2CFB-AF4B-BBFFF201DB92}"/>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6317060"/>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cxnSp>
        <p:nvCxnSpPr>
          <p:cNvPr id="5" name="Straight Connector 5">
            <a:extLst>
              <a:ext uri="{FF2B5EF4-FFF2-40B4-BE49-F238E27FC236}">
                <a16:creationId xmlns:a16="http://schemas.microsoft.com/office/drawing/2014/main" id="{D254C749-EFC7-DECC-BA63-0AB3682F86A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699F0D26-AB9A-AFF5-A038-D942CFF995A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42702320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cxnSp>
        <p:nvCxnSpPr>
          <p:cNvPr id="5" name="Straight Connector 5">
            <a:extLst>
              <a:ext uri="{FF2B5EF4-FFF2-40B4-BE49-F238E27FC236}">
                <a16:creationId xmlns:a16="http://schemas.microsoft.com/office/drawing/2014/main" id="{67997F0E-64B2-A497-C183-649E075E530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9" name="Rectangle 47">
            <a:extLst>
              <a:ext uri="{FF2B5EF4-FFF2-40B4-BE49-F238E27FC236}">
                <a16:creationId xmlns:a16="http://schemas.microsoft.com/office/drawing/2014/main" id="{55C5303D-232E-FAE9-D326-287E78F2150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4">
            <a:extLst>
              <a:ext uri="{FF2B5EF4-FFF2-40B4-BE49-F238E27FC236}">
                <a16:creationId xmlns:a16="http://schemas.microsoft.com/office/drawing/2014/main" id="{14FCB44B-3D93-0095-7C47-18440698B444}"/>
              </a:ext>
            </a:extLst>
          </p:cNvPr>
          <p:cNvCxnSpPr>
            <a:cxnSpLocks/>
          </p:cNvCxnSpPr>
          <p:nvPr userDrawn="1"/>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3" name="Straight Arrow Connector 16">
            <a:extLst>
              <a:ext uri="{FF2B5EF4-FFF2-40B4-BE49-F238E27FC236}">
                <a16:creationId xmlns:a16="http://schemas.microsoft.com/office/drawing/2014/main" id="{269C7EF0-40FD-3727-B2EB-63C8C521AA10}"/>
              </a:ext>
            </a:extLst>
          </p:cNvPr>
          <p:cNvCxnSpPr>
            <a:cxnSpLocks/>
          </p:cNvCxnSpPr>
          <p:nvPr userDrawn="1"/>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750276"/>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B744DA64-A36B-7ADC-7695-55805584F91A}"/>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cxnSp>
        <p:nvCxnSpPr>
          <p:cNvPr id="9" name="Straight Connector 5">
            <a:extLst>
              <a:ext uri="{FF2B5EF4-FFF2-40B4-BE49-F238E27FC236}">
                <a16:creationId xmlns:a16="http://schemas.microsoft.com/office/drawing/2014/main" id="{28B83C6B-5102-E059-5018-35A9B8BED2D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0" name="Rectangle 47">
            <a:extLst>
              <a:ext uri="{FF2B5EF4-FFF2-40B4-BE49-F238E27FC236}">
                <a16:creationId xmlns:a16="http://schemas.microsoft.com/office/drawing/2014/main" id="{EAC8192D-15E4-325E-6E7D-9CA68F79DEE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30719763"/>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5" name="Rectangle 7">
            <a:extLst>
              <a:ext uri="{FF2B5EF4-FFF2-40B4-BE49-F238E27FC236}">
                <a16:creationId xmlns:a16="http://schemas.microsoft.com/office/drawing/2014/main" id="{FED23412-1BA1-01F1-CB3E-4C0E138EADAB}"/>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DFEE6225-9833-AE3A-FB5F-DE0FFB1F9C3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06C3715-3D08-B5E8-FB69-B918410C9D6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46511136"/>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C600DBC1-C406-8146-ED9A-46FF6051F2B4}"/>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65EEA3D3-B837-D15C-3828-2CB61FABFF8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04615FBE-260E-C298-D780-A8D7053CD9BC}"/>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9348385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5" name="Rectangle 7">
            <a:extLst>
              <a:ext uri="{FF2B5EF4-FFF2-40B4-BE49-F238E27FC236}">
                <a16:creationId xmlns:a16="http://schemas.microsoft.com/office/drawing/2014/main" id="{7F6AF1D1-3544-5C4B-6A1D-ABA37B406E6A}"/>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5">
            <a:extLst>
              <a:ext uri="{FF2B5EF4-FFF2-40B4-BE49-F238E27FC236}">
                <a16:creationId xmlns:a16="http://schemas.microsoft.com/office/drawing/2014/main" id="{207E8408-8A5C-598B-3E78-73FFBC19C2C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E145C8A0-ECC4-A8BB-C5D4-4BA287B1E03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577785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08DB4CF7-EAFF-3FCC-9D50-32228AD7B89A}"/>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5">
            <a:extLst>
              <a:ext uri="{FF2B5EF4-FFF2-40B4-BE49-F238E27FC236}">
                <a16:creationId xmlns:a16="http://schemas.microsoft.com/office/drawing/2014/main" id="{F2521089-1420-C1B5-6992-F0499E7DFBCD}"/>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7" name="Rectangle 47">
            <a:extLst>
              <a:ext uri="{FF2B5EF4-FFF2-40B4-BE49-F238E27FC236}">
                <a16:creationId xmlns:a16="http://schemas.microsoft.com/office/drawing/2014/main" id="{35AFA655-549E-56A6-CC17-4C5AF6DC832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7502184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5" name="Rounded Rectangle 12">
            <a:extLst>
              <a:ext uri="{FF2B5EF4-FFF2-40B4-BE49-F238E27FC236}">
                <a16:creationId xmlns:a16="http://schemas.microsoft.com/office/drawing/2014/main" id="{ABDDCED8-463B-EAB9-D206-EB7DFFE99C9C}"/>
              </a:ext>
            </a:extLst>
          </p:cNvPr>
          <p:cNvSpPr/>
          <p:nvPr userDrawn="1"/>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5">
            <a:extLst>
              <a:ext uri="{FF2B5EF4-FFF2-40B4-BE49-F238E27FC236}">
                <a16:creationId xmlns:a16="http://schemas.microsoft.com/office/drawing/2014/main" id="{3B89FAE5-AD8B-BB4C-168E-8D27ED4CB5C9}"/>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B42575B8-438F-4020-E636-BECEC4C359FA}"/>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91707325"/>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cxnSp>
        <p:nvCxnSpPr>
          <p:cNvPr id="5" name="Straight Connector 5">
            <a:extLst>
              <a:ext uri="{FF2B5EF4-FFF2-40B4-BE49-F238E27FC236}">
                <a16:creationId xmlns:a16="http://schemas.microsoft.com/office/drawing/2014/main" id="{2830EFB1-D760-150F-9795-A20F5B9FF41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CFD1F3A5-A732-6E06-C2B1-C2EE59E9FC6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25445257"/>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9ECC211-25FC-72C9-3F76-7DB05567C66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A149F6DC-27B5-8E12-9994-568D12AC5B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20050414"/>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D7E04E66-EBE8-F773-382C-83FA2289E9B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1814F8D4-5037-4780-3AA0-37C6FBED737F}"/>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53176687"/>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cxnSp>
        <p:nvCxnSpPr>
          <p:cNvPr id="5" name="Straight Connector 5">
            <a:extLst>
              <a:ext uri="{FF2B5EF4-FFF2-40B4-BE49-F238E27FC236}">
                <a16:creationId xmlns:a16="http://schemas.microsoft.com/office/drawing/2014/main" id="{BDE426C4-3EF3-238B-09BE-6E1433D2CFBE}"/>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2E50DF57-0B4F-ABD2-5DC6-7C66C235CDE4}"/>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17859984"/>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628BDB2C-B635-5461-146A-A13F93DBFD0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7663338D-0C54-91C5-6035-26D2F44287F5}"/>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A44B8FA6-A974-5B78-1946-23E5126D7B40}"/>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49334252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cxnSp>
        <p:nvCxnSpPr>
          <p:cNvPr id="5" name="Straight Connector 5">
            <a:extLst>
              <a:ext uri="{FF2B5EF4-FFF2-40B4-BE49-F238E27FC236}">
                <a16:creationId xmlns:a16="http://schemas.microsoft.com/office/drawing/2014/main" id="{862F93B8-DF43-D734-FC27-A0C31ACE038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Rectangle 47">
            <a:extLst>
              <a:ext uri="{FF2B5EF4-FFF2-40B4-BE49-F238E27FC236}">
                <a16:creationId xmlns:a16="http://schemas.microsoft.com/office/drawing/2014/main" id="{42BBF24D-C8DB-45A6-36CD-E7AE6F76EF3E}"/>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le 1">
            <a:extLst>
              <a:ext uri="{FF2B5EF4-FFF2-40B4-BE49-F238E27FC236}">
                <a16:creationId xmlns:a16="http://schemas.microsoft.com/office/drawing/2014/main" id="{F9F59041-CB63-C9F8-D2F9-687CB9BE392E}"/>
              </a:ext>
            </a:extLst>
          </p:cNvPr>
          <p:cNvSpPr txBox="1">
            <a:spLocks/>
          </p:cNvSpPr>
          <p:nvPr userDrawn="1"/>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Tree>
    <p:extLst>
      <p:ext uri="{BB962C8B-B14F-4D97-AF65-F5344CB8AC3E}">
        <p14:creationId xmlns:p14="http://schemas.microsoft.com/office/powerpoint/2010/main" val="253004478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cxnSp>
        <p:nvCxnSpPr>
          <p:cNvPr id="5" name="Straight Connector 5">
            <a:extLst>
              <a:ext uri="{FF2B5EF4-FFF2-40B4-BE49-F238E27FC236}">
                <a16:creationId xmlns:a16="http://schemas.microsoft.com/office/drawing/2014/main" id="{573164C9-0840-8249-C276-1E6075BEBBF4}"/>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Rectangle 47">
            <a:extLst>
              <a:ext uri="{FF2B5EF4-FFF2-40B4-BE49-F238E27FC236}">
                <a16:creationId xmlns:a16="http://schemas.microsoft.com/office/drawing/2014/main" id="{DCBD498B-2160-830A-893B-84B3AD159153}"/>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28">
            <a:extLst>
              <a:ext uri="{FF2B5EF4-FFF2-40B4-BE49-F238E27FC236}">
                <a16:creationId xmlns:a16="http://schemas.microsoft.com/office/drawing/2014/main" id="{A3EE71FB-8622-CDF9-0B2E-1BA7F776BE55}"/>
              </a:ext>
            </a:extLst>
          </p:cNvPr>
          <p:cNvCxnSpPr>
            <a:cxnSpLocks/>
          </p:cNvCxnSpPr>
          <p:nvPr userDrawn="1"/>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Text Placeholder 22">
            <a:extLst>
              <a:ext uri="{FF2B5EF4-FFF2-40B4-BE49-F238E27FC236}">
                <a16:creationId xmlns:a16="http://schemas.microsoft.com/office/drawing/2014/main" id="{93636A6F-8997-1B99-7445-4F0E64511C5C}"/>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Tree>
    <p:extLst>
      <p:ext uri="{BB962C8B-B14F-4D97-AF65-F5344CB8AC3E}">
        <p14:creationId xmlns:p14="http://schemas.microsoft.com/office/powerpoint/2010/main" val="2133115118"/>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5" name="Straight Connector 14">
            <a:extLst>
              <a:ext uri="{FF2B5EF4-FFF2-40B4-BE49-F238E27FC236}">
                <a16:creationId xmlns:a16="http://schemas.microsoft.com/office/drawing/2014/main" id="{0815AF02-23A3-F406-F4D7-4C5C4A11D90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0785867"/>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cxnSp>
        <p:nvCxnSpPr>
          <p:cNvPr id="5" name="Straight Connector 14">
            <a:extLst>
              <a:ext uri="{FF2B5EF4-FFF2-40B4-BE49-F238E27FC236}">
                <a16:creationId xmlns:a16="http://schemas.microsoft.com/office/drawing/2014/main" id="{9360E71B-3982-F64F-6498-6FB075919950}"/>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6" name="Group 7">
            <a:extLst>
              <a:ext uri="{FF2B5EF4-FFF2-40B4-BE49-F238E27FC236}">
                <a16:creationId xmlns:a16="http://schemas.microsoft.com/office/drawing/2014/main" id="{B05963FF-2215-FADC-41E1-336915F4CC14}"/>
              </a:ext>
            </a:extLst>
          </p:cNvPr>
          <p:cNvGrpSpPr/>
          <p:nvPr userDrawn="1"/>
        </p:nvGrpSpPr>
        <p:grpSpPr>
          <a:xfrm>
            <a:off x="6417903" y="5486"/>
            <a:ext cx="4883744" cy="6828826"/>
            <a:chOff x="6549356" y="5486"/>
            <a:chExt cx="4883744" cy="6828826"/>
          </a:xfrm>
        </p:grpSpPr>
        <p:sp>
          <p:nvSpPr>
            <p:cNvPr id="12" name="Freeform 8">
              <a:extLst>
                <a:ext uri="{FF2B5EF4-FFF2-40B4-BE49-F238E27FC236}">
                  <a16:creationId xmlns:a16="http://schemas.microsoft.com/office/drawing/2014/main" id="{27483C41-6A61-5A80-FC21-FD42A1D3E537}"/>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4" name="Freeform 9">
              <a:extLst>
                <a:ext uri="{FF2B5EF4-FFF2-40B4-BE49-F238E27FC236}">
                  <a16:creationId xmlns:a16="http://schemas.microsoft.com/office/drawing/2014/main" id="{0921EA16-33C6-A5C3-3F7A-EE73A2C64FBF}"/>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6" name="Freeform 10">
              <a:extLst>
                <a:ext uri="{FF2B5EF4-FFF2-40B4-BE49-F238E27FC236}">
                  <a16:creationId xmlns:a16="http://schemas.microsoft.com/office/drawing/2014/main" id="{4A051DA8-8C25-321E-D5BD-E5F2BF32172E}"/>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7" name="Graphic 12">
            <a:extLst>
              <a:ext uri="{FF2B5EF4-FFF2-40B4-BE49-F238E27FC236}">
                <a16:creationId xmlns:a16="http://schemas.microsoft.com/office/drawing/2014/main" id="{A817BFFB-4285-7B42-33EE-A5AED85FF2E3}"/>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2508240678"/>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Connector 14">
            <a:extLst>
              <a:ext uri="{FF2B5EF4-FFF2-40B4-BE49-F238E27FC236}">
                <a16:creationId xmlns:a16="http://schemas.microsoft.com/office/drawing/2014/main" id="{C7497C97-DE11-44BB-A2BC-34E0C3309D3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8" name="Title 1">
            <a:extLst>
              <a:ext uri="{FF2B5EF4-FFF2-40B4-BE49-F238E27FC236}">
                <a16:creationId xmlns:a16="http://schemas.microsoft.com/office/drawing/2014/main" id="{998ADD3B-81A7-2031-57F5-1A99D359AAF0}"/>
              </a:ext>
            </a:extLst>
          </p:cNvPr>
          <p:cNvSpPr txBox="1">
            <a:spLocks/>
          </p:cNvSpPr>
          <p:nvPr userDrawn="1"/>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9" name="Rectangle 5">
            <a:extLst>
              <a:ext uri="{FF2B5EF4-FFF2-40B4-BE49-F238E27FC236}">
                <a16:creationId xmlns:a16="http://schemas.microsoft.com/office/drawing/2014/main" id="{6E48ADB2-465F-F892-2DD3-B65538311EF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8388487"/>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cxnSp>
        <p:nvCxnSpPr>
          <p:cNvPr id="5" name="Straight Connector 14">
            <a:extLst>
              <a:ext uri="{FF2B5EF4-FFF2-40B4-BE49-F238E27FC236}">
                <a16:creationId xmlns:a16="http://schemas.microsoft.com/office/drawing/2014/main" id="{09FA32C9-476F-F67F-2814-FF8BF04CCAC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4" name="Rectangle 5">
            <a:extLst>
              <a:ext uri="{FF2B5EF4-FFF2-40B4-BE49-F238E27FC236}">
                <a16:creationId xmlns:a16="http://schemas.microsoft.com/office/drawing/2014/main" id="{32D6F5FD-F70E-9F0D-7FA0-3186B0C5BB9B}"/>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6">
            <a:extLst>
              <a:ext uri="{FF2B5EF4-FFF2-40B4-BE49-F238E27FC236}">
                <a16:creationId xmlns:a16="http://schemas.microsoft.com/office/drawing/2014/main" id="{B3C7A81B-EC9D-EF86-9EBE-BCDA38AC5A98}"/>
              </a:ext>
            </a:extLst>
          </p:cNvPr>
          <p:cNvGrpSpPr/>
          <p:nvPr userDrawn="1"/>
        </p:nvGrpSpPr>
        <p:grpSpPr>
          <a:xfrm>
            <a:off x="1161334" y="3581400"/>
            <a:ext cx="9922400" cy="372831"/>
            <a:chOff x="1383408" y="3927281"/>
            <a:chExt cx="9922400" cy="372831"/>
          </a:xfrm>
        </p:grpSpPr>
        <p:pic>
          <p:nvPicPr>
            <p:cNvPr id="20" name="Graphic 7">
              <a:extLst>
                <a:ext uri="{FF2B5EF4-FFF2-40B4-BE49-F238E27FC236}">
                  <a16:creationId xmlns:a16="http://schemas.microsoft.com/office/drawing/2014/main" id="{4DD988A2-172F-8CB1-DB56-F8DCACE02F2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21" name="Title 1">
              <a:extLst>
                <a:ext uri="{FF2B5EF4-FFF2-40B4-BE49-F238E27FC236}">
                  <a16:creationId xmlns:a16="http://schemas.microsoft.com/office/drawing/2014/main" id="{1044E069-4F62-C911-5414-948670F99A0B}"/>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22" name="Graphic 9">
              <a:extLst>
                <a:ext uri="{FF2B5EF4-FFF2-40B4-BE49-F238E27FC236}">
                  <a16:creationId xmlns:a16="http://schemas.microsoft.com/office/drawing/2014/main" id="{7A850EAB-F3EF-CC03-1EB8-9C5A3FEBF1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23" name="Title 1">
              <a:extLst>
                <a:ext uri="{FF2B5EF4-FFF2-40B4-BE49-F238E27FC236}">
                  <a16:creationId xmlns:a16="http://schemas.microsoft.com/office/drawing/2014/main" id="{CC18C277-28F9-806E-8702-38F3D2F2C818}"/>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24" name="Graphic 11">
              <a:extLst>
                <a:ext uri="{FF2B5EF4-FFF2-40B4-BE49-F238E27FC236}">
                  <a16:creationId xmlns:a16="http://schemas.microsoft.com/office/drawing/2014/main" id="{50DB6799-53F8-A3D4-CA7A-0668E1884BC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25" name="Title 1">
              <a:hlinkClick r:id="rId8"/>
              <a:extLst>
                <a:ext uri="{FF2B5EF4-FFF2-40B4-BE49-F238E27FC236}">
                  <a16:creationId xmlns:a16="http://schemas.microsoft.com/office/drawing/2014/main" id="{5BC97EC9-4A7E-52ED-DD01-A3FC3D0E9469}"/>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26" name="Title 1">
            <a:extLst>
              <a:ext uri="{FF2B5EF4-FFF2-40B4-BE49-F238E27FC236}">
                <a16:creationId xmlns:a16="http://schemas.microsoft.com/office/drawing/2014/main" id="{9E9F954B-E7C8-4F95-9E9C-D2E6EFB85EBD}"/>
              </a:ext>
            </a:extLst>
          </p:cNvPr>
          <p:cNvSpPr txBox="1">
            <a:spLocks/>
          </p:cNvSpPr>
          <p:nvPr userDrawn="1"/>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27" name="TextBox 16">
            <a:extLst>
              <a:ext uri="{FF2B5EF4-FFF2-40B4-BE49-F238E27FC236}">
                <a16:creationId xmlns:a16="http://schemas.microsoft.com/office/drawing/2014/main" id="{576A44A6-0E95-F34A-48CF-A54A3DFC46F1}"/>
              </a:ext>
            </a:extLst>
          </p:cNvPr>
          <p:cNvSpPr txBox="1"/>
          <p:nvPr userDrawn="1"/>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28" name="Graphic 17">
            <a:extLst>
              <a:ext uri="{FF2B5EF4-FFF2-40B4-BE49-F238E27FC236}">
                <a16:creationId xmlns:a16="http://schemas.microsoft.com/office/drawing/2014/main" id="{7EE3277C-8735-8CD7-ED0D-4E54213CCF98}"/>
              </a:ext>
            </a:extLst>
          </p:cNvPr>
          <p:cNvPicPr>
            <a:picLocks noChangeAspect="1"/>
          </p:cNvPicPr>
          <p:nvPr userDrawn="1"/>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1947422784"/>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D44FB507-C45B-27B3-4C3A-A961E0A3D88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43A5D2C8-A4CE-432A-D1E5-9815C3ACF03F}"/>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836D344C-C765-60E2-BCAA-3D4199B1D979}"/>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3748188"/>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D1DA913-584B-7D42-A70E-80ADE2FD48FD}"/>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3CE0A8B9-2E67-E699-8E72-9AE9C3C44B0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D8A64A94-3A79-6ECE-3C12-FD2FCD1212F2}"/>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3076F59A-978A-A229-06F3-E6CDF47FBD3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503089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07659B8C-5443-29C0-79E5-01F2FE17D549}"/>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C3AEBAD4-B631-BA39-BD25-AFBC46309F42}"/>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168CE717-EF42-7438-F8D7-0AC3018B9071}"/>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60D1A625-9751-E8A8-EDE3-B9EC8BA86201}"/>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386861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Title Slide 1">
    <p:spTree>
      <p:nvGrpSpPr>
        <p:cNvPr id="1" name=""/>
        <p:cNvGrpSpPr/>
        <p:nvPr/>
      </p:nvGrpSpPr>
      <p:grpSpPr>
        <a:xfrm>
          <a:off x="0" y="0"/>
          <a:ext cx="0" cy="0"/>
          <a:chOff x="0" y="0"/>
          <a:chExt cx="0" cy="0"/>
        </a:xfrm>
      </p:grpSpPr>
      <p:sp>
        <p:nvSpPr>
          <p:cNvPr id="3" name="Subtitle 2">
            <a:extLst>
              <a:ext uri="{FF2B5EF4-FFF2-40B4-BE49-F238E27FC236}">
                <a16:creationId xmlns:a16="http://schemas.microsoft.com/office/drawing/2014/main" id="{4B14551C-8DA6-7975-4AC8-8A180A4C60CF}"/>
              </a:ext>
            </a:extLst>
          </p:cNvPr>
          <p:cNvSpPr>
            <a:spLocks noGrp="1"/>
          </p:cNvSpPr>
          <p:nvPr>
            <p:ph type="subTitle" idx="1"/>
          </p:nvPr>
        </p:nvSpPr>
        <p:spPr>
          <a:xfrm>
            <a:off x="695325" y="3794264"/>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2" name="Title 1">
            <a:extLst>
              <a:ext uri="{FF2B5EF4-FFF2-40B4-BE49-F238E27FC236}">
                <a16:creationId xmlns:a16="http://schemas.microsoft.com/office/drawing/2014/main" id="{EA774C2F-C574-4EA9-44E0-B379B00831F7}"/>
              </a:ext>
            </a:extLst>
          </p:cNvPr>
          <p:cNvSpPr>
            <a:spLocks noGrp="1" noRot="1" noMove="1" noResize="1" noEditPoints="1" noAdjustHandles="1" noChangeArrowheads="1" noChangeShapeType="1"/>
          </p:cNvSpPr>
          <p:nvPr>
            <p:ph type="ctrTitle"/>
          </p:nvPr>
        </p:nvSpPr>
        <p:spPr>
          <a:xfrm>
            <a:off x="695325" y="1287508"/>
            <a:ext cx="5292724" cy="2251163"/>
          </a:xfrm>
        </p:spPr>
        <p:txBody>
          <a:bodyPr anchor="b">
            <a:noAutofit/>
          </a:bodyPr>
          <a:lstStyle>
            <a:lvl1pPr marL="0" algn="l" defTabSz="914400" rtl="0" eaLnBrk="1" latinLnBrk="0" hangingPunct="1">
              <a:lnSpc>
                <a:spcPct val="100000"/>
              </a:lnSpc>
              <a:spcBef>
                <a:spcPct val="0"/>
              </a:spcBef>
              <a:buNone/>
              <a:defRPr lang="en-US" sz="44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19/12/2024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pic>
        <p:nvPicPr>
          <p:cNvPr id="10" name="Graphic 9">
            <a:extLst>
              <a:ext uri="{FF2B5EF4-FFF2-40B4-BE49-F238E27FC236}">
                <a16:creationId xmlns:a16="http://schemas.microsoft.com/office/drawing/2014/main" id="{2BA657EF-F445-0102-2BA7-44A9F51D8325}"/>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
        <p:nvSpPr>
          <p:cNvPr id="12" name="Text Placeholder 11">
            <a:extLst>
              <a:ext uri="{FF2B5EF4-FFF2-40B4-BE49-F238E27FC236}">
                <a16:creationId xmlns:a16="http://schemas.microsoft.com/office/drawing/2014/main" id="{0DB90FE5-9B10-DE0E-C798-6B53CC1B51BF}"/>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Picture Placeholder 13">
            <a:extLst>
              <a:ext uri="{FF2B5EF4-FFF2-40B4-BE49-F238E27FC236}">
                <a16:creationId xmlns:a16="http://schemas.microsoft.com/office/drawing/2014/main" id="{4516B070-9C5D-0E7C-E2ED-3FE385C3774C}"/>
              </a:ext>
            </a:extLst>
          </p:cNvPr>
          <p:cNvSpPr>
            <a:spLocks noGrp="1"/>
          </p:cNvSpPr>
          <p:nvPr>
            <p:ph type="pic" sz="quarter" idx="14"/>
          </p:nvPr>
        </p:nvSpPr>
        <p:spPr>
          <a:xfrm>
            <a:off x="6167438" y="730389"/>
            <a:ext cx="5668391" cy="5398949"/>
          </a:xfrm>
        </p:spPr>
        <p:txBody>
          <a:bodyPr anchor="ctr"/>
          <a:lstStyle>
            <a:lvl1pPr marL="90000" indent="0" algn="ctr">
              <a:buNone/>
              <a:defRPr/>
            </a:lvl1pPr>
          </a:lstStyle>
          <a:p>
            <a:r>
              <a:rPr lang="tr-TR"/>
              <a:t>Resim eklemek için simgeye tıklayın</a:t>
            </a:r>
            <a:endParaRPr lang="en-US"/>
          </a:p>
        </p:txBody>
      </p:sp>
    </p:spTree>
    <p:extLst>
      <p:ext uri="{BB962C8B-B14F-4D97-AF65-F5344CB8AC3E}">
        <p14:creationId xmlns:p14="http://schemas.microsoft.com/office/powerpoint/2010/main" val="238233840"/>
      </p:ext>
    </p:extLst>
  </p:cSld>
  <p:clrMapOvr>
    <a:masterClrMapping/>
  </p:clrMapOvr>
  <p:hf hdr="0" ftr="0" dt="0"/>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Title Slide 2">
    <p:spTree>
      <p:nvGrpSpPr>
        <p:cNvPr id="1" name=""/>
        <p:cNvGrpSpPr/>
        <p:nvPr/>
      </p:nvGrpSpPr>
      <p:grpSpPr>
        <a:xfrm>
          <a:off x="0" y="0"/>
          <a:ext cx="0" cy="0"/>
          <a:chOff x="0" y="0"/>
          <a:chExt cx="0" cy="0"/>
        </a:xfrm>
      </p:grpSpPr>
      <p:sp>
        <p:nvSpPr>
          <p:cNvPr id="22" name="Title 1">
            <a:extLst>
              <a:ext uri="{FF2B5EF4-FFF2-40B4-BE49-F238E27FC236}">
                <a16:creationId xmlns:a16="http://schemas.microsoft.com/office/drawing/2014/main" id="{DCACB3E2-F3D6-FBFE-9D4D-122785B60FFF}"/>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98FAEBFC-AF3F-6E47-9766-48C2D7B36252}" type="datetime1">
              <a:rPr lang="en-GB" smtClean="0"/>
              <a:t>19/12/2024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US" smtClean="0"/>
              <a:pPr/>
              <a:t>‹#›</a:t>
            </a:fld>
            <a:endParaRPr lang="en-US"/>
          </a:p>
        </p:txBody>
      </p:sp>
      <p:sp>
        <p:nvSpPr>
          <p:cNvPr id="21" name="Subtitle 2">
            <a:extLst>
              <a:ext uri="{FF2B5EF4-FFF2-40B4-BE49-F238E27FC236}">
                <a16:creationId xmlns:a16="http://schemas.microsoft.com/office/drawing/2014/main" id="{FE279612-A00D-9DA6-F257-9A62F420A74A}"/>
              </a:ext>
            </a:extLst>
          </p:cNvPr>
          <p:cNvSpPr>
            <a:spLocks noGrp="1"/>
          </p:cNvSpPr>
          <p:nvPr>
            <p:ph type="subTitle" idx="1" hasCustomPrompt="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 </a:t>
            </a:r>
            <a:endParaRPr lang="en-US"/>
          </a:p>
        </p:txBody>
      </p:sp>
      <p:sp>
        <p:nvSpPr>
          <p:cNvPr id="23" name="Text Placeholder 11">
            <a:extLst>
              <a:ext uri="{FF2B5EF4-FFF2-40B4-BE49-F238E27FC236}">
                <a16:creationId xmlns:a16="http://schemas.microsoft.com/office/drawing/2014/main" id="{157F8B76-BD18-D930-D55C-B6A1B10E82BE}"/>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8" name="Freeform 27">
            <a:extLst>
              <a:ext uri="{FF2B5EF4-FFF2-40B4-BE49-F238E27FC236}">
                <a16:creationId xmlns:a16="http://schemas.microsoft.com/office/drawing/2014/main" id="{36E4DEAF-BC4A-5DD9-036E-624FD7C4D0BA}"/>
              </a:ext>
            </a:extLst>
          </p:cNvPr>
          <p:cNvSpPr>
            <a:spLocks noGrp="1"/>
          </p:cNvSpPr>
          <p:nvPr>
            <p:ph type="pic" sz="quarter" idx="14"/>
          </p:nvPr>
        </p:nvSpPr>
        <p:spPr>
          <a:xfrm>
            <a:off x="6959600" y="1287463"/>
            <a:ext cx="4264025" cy="4273550"/>
          </a:xfrm>
          <a:custGeom>
            <a:avLst/>
            <a:gdLst>
              <a:gd name="connsiteX0" fmla="*/ 328842 w 4264025"/>
              <a:gd name="connsiteY0" fmla="*/ 0 h 4273550"/>
              <a:gd name="connsiteX1" fmla="*/ 3935183 w 4264025"/>
              <a:gd name="connsiteY1" fmla="*/ 0 h 4273550"/>
              <a:gd name="connsiteX2" fmla="*/ 4264025 w 4264025"/>
              <a:gd name="connsiteY2" fmla="*/ 328842 h 4273550"/>
              <a:gd name="connsiteX3" fmla="*/ 4264025 w 4264025"/>
              <a:gd name="connsiteY3" fmla="*/ 2397987 h 4273550"/>
              <a:gd name="connsiteX4" fmla="*/ 4187602 w 4264025"/>
              <a:gd name="connsiteY4" fmla="*/ 2540521 h 4273550"/>
              <a:gd name="connsiteX5" fmla="*/ 3434167 w 4264025"/>
              <a:gd name="connsiteY5" fmla="*/ 3594728 h 4273550"/>
              <a:gd name="connsiteX6" fmla="*/ 2977109 w 4264025"/>
              <a:gd name="connsiteY6" fmla="*/ 4084536 h 4273550"/>
              <a:gd name="connsiteX7" fmla="*/ 2776680 w 4264025"/>
              <a:gd name="connsiteY7" fmla="*/ 4273550 h 4273550"/>
              <a:gd name="connsiteX8" fmla="*/ 328842 w 4264025"/>
              <a:gd name="connsiteY8" fmla="*/ 4273550 h 4273550"/>
              <a:gd name="connsiteX9" fmla="*/ 0 w 4264025"/>
              <a:gd name="connsiteY9" fmla="*/ 3944708 h 4273550"/>
              <a:gd name="connsiteX10" fmla="*/ 0 w 4264025"/>
              <a:gd name="connsiteY10" fmla="*/ 328842 h 4273550"/>
              <a:gd name="connsiteX11" fmla="*/ 328842 w 4264025"/>
              <a:gd name="connsiteY11" fmla="*/ 0 h 4273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264025" h="4273550">
                <a:moveTo>
                  <a:pt x="328842" y="0"/>
                </a:moveTo>
                <a:lnTo>
                  <a:pt x="3935183" y="0"/>
                </a:lnTo>
                <a:cubicBezTo>
                  <a:pt x="4116797" y="0"/>
                  <a:pt x="4264025" y="147228"/>
                  <a:pt x="4264025" y="328842"/>
                </a:cubicBezTo>
                <a:lnTo>
                  <a:pt x="4264025" y="2397987"/>
                </a:lnTo>
                <a:lnTo>
                  <a:pt x="4187602" y="2540521"/>
                </a:lnTo>
                <a:cubicBezTo>
                  <a:pt x="3989287" y="2884882"/>
                  <a:pt x="3729269" y="3244387"/>
                  <a:pt x="3434167" y="3594728"/>
                </a:cubicBezTo>
                <a:cubicBezTo>
                  <a:pt x="3294444" y="3760607"/>
                  <a:pt x="3140729" y="3924189"/>
                  <a:pt x="2977109" y="4084536"/>
                </a:cubicBezTo>
                <a:lnTo>
                  <a:pt x="2776680" y="4273550"/>
                </a:lnTo>
                <a:lnTo>
                  <a:pt x="328842" y="4273550"/>
                </a:lnTo>
                <a:cubicBezTo>
                  <a:pt x="147228" y="4273550"/>
                  <a:pt x="0" y="4126322"/>
                  <a:pt x="0" y="3944708"/>
                </a:cubicBezTo>
                <a:lnTo>
                  <a:pt x="0" y="328842"/>
                </a:lnTo>
                <a:cubicBezTo>
                  <a:pt x="0" y="147228"/>
                  <a:pt x="147228" y="0"/>
                  <a:pt x="328842" y="0"/>
                </a:cubicBezTo>
                <a:close/>
              </a:path>
            </a:pathLst>
          </a:custGeom>
          <a:solidFill>
            <a:schemeClr val="bg1">
              <a:lumMod val="95000"/>
            </a:schemeClr>
          </a:solidFill>
        </p:spPr>
        <p:txBody>
          <a:bodyPr wrap="square" anchor="ctr">
            <a:noAutofit/>
          </a:bodyPr>
          <a:lstStyle>
            <a:lvl1pPr marL="90000" indent="0" algn="ctr">
              <a:buNone/>
              <a:defRPr/>
            </a:lvl1pPr>
          </a:lstStyle>
          <a:p>
            <a:r>
              <a:rPr lang="tr-TR"/>
              <a:t>Resim eklemek için simgeye tıklayın</a:t>
            </a:r>
            <a:endParaRPr lang="en-US"/>
          </a:p>
        </p:txBody>
      </p:sp>
      <p:pic>
        <p:nvPicPr>
          <p:cNvPr id="14" name="Graphic 13">
            <a:extLst>
              <a:ext uri="{FF2B5EF4-FFF2-40B4-BE49-F238E27FC236}">
                <a16:creationId xmlns:a16="http://schemas.microsoft.com/office/drawing/2014/main" id="{EF632325-B368-E7E6-040E-5422C4DE6C14}"/>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grpSp>
        <p:nvGrpSpPr>
          <p:cNvPr id="2" name="Group 12">
            <a:extLst>
              <a:ext uri="{FF2B5EF4-FFF2-40B4-BE49-F238E27FC236}">
                <a16:creationId xmlns:a16="http://schemas.microsoft.com/office/drawing/2014/main" id="{A785323A-63BE-B928-B727-20A0E7272C72}"/>
              </a:ext>
            </a:extLst>
          </p:cNvPr>
          <p:cNvGrpSpPr/>
          <p:nvPr userDrawn="1"/>
        </p:nvGrpSpPr>
        <p:grpSpPr>
          <a:xfrm>
            <a:off x="6478742" y="11724"/>
            <a:ext cx="5092742" cy="3234091"/>
            <a:chOff x="6478742" y="11724"/>
            <a:chExt cx="5092742" cy="3234091"/>
          </a:xfrm>
        </p:grpSpPr>
        <p:sp>
          <p:nvSpPr>
            <p:cNvPr id="3" name="Freeform 14">
              <a:extLst>
                <a:ext uri="{FF2B5EF4-FFF2-40B4-BE49-F238E27FC236}">
                  <a16:creationId xmlns:a16="http://schemas.microsoft.com/office/drawing/2014/main" id="{D4E4E311-6BEF-928C-7082-5236551089E3}"/>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7" name="Freeform 15">
              <a:extLst>
                <a:ext uri="{FF2B5EF4-FFF2-40B4-BE49-F238E27FC236}">
                  <a16:creationId xmlns:a16="http://schemas.microsoft.com/office/drawing/2014/main" id="{D6E39DD6-FA1D-E01E-5609-CAC2B9C657E0}"/>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8" name="Freeform 17">
            <a:extLst>
              <a:ext uri="{FF2B5EF4-FFF2-40B4-BE49-F238E27FC236}">
                <a16:creationId xmlns:a16="http://schemas.microsoft.com/office/drawing/2014/main" id="{09969526-747A-51FD-A3F1-44DDEDEB41C1}"/>
              </a:ext>
            </a:extLst>
          </p:cNvPr>
          <p:cNvSpPr/>
          <p:nvPr userDrawn="1"/>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pic>
        <p:nvPicPr>
          <p:cNvPr id="9" name="Graphic 13">
            <a:extLst>
              <a:ext uri="{FF2B5EF4-FFF2-40B4-BE49-F238E27FC236}">
                <a16:creationId xmlns:a16="http://schemas.microsoft.com/office/drawing/2014/main" id="{77F2CA08-F305-15EA-6478-5BB8BEA5D1CE}"/>
              </a:ext>
            </a:extLst>
          </p:cNvPr>
          <p:cNvPicPr>
            <a:picLocks noChangeAspect="1"/>
          </p:cNvPicPr>
          <p:nvPr userDrawn="1"/>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914723602"/>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Title Slide 3">
    <p:spTree>
      <p:nvGrpSpPr>
        <p:cNvPr id="1" name=""/>
        <p:cNvGrpSpPr/>
        <p:nvPr/>
      </p:nvGrpSpPr>
      <p:grpSpPr>
        <a:xfrm>
          <a:off x="0" y="0"/>
          <a:ext cx="0" cy="0"/>
          <a:chOff x="0" y="0"/>
          <a:chExt cx="0" cy="0"/>
        </a:xfrm>
      </p:grpSpPr>
      <p:grpSp>
        <p:nvGrpSpPr>
          <p:cNvPr id="13" name="Group 12">
            <a:extLst>
              <a:ext uri="{FF2B5EF4-FFF2-40B4-BE49-F238E27FC236}">
                <a16:creationId xmlns:a16="http://schemas.microsoft.com/office/drawing/2014/main" id="{9EADAE5C-AB56-334E-55D5-580A0F311684}"/>
              </a:ext>
            </a:extLst>
          </p:cNvPr>
          <p:cNvGrpSpPr/>
          <p:nvPr/>
        </p:nvGrpSpPr>
        <p:grpSpPr>
          <a:xfrm>
            <a:off x="6478742" y="11724"/>
            <a:ext cx="5092742" cy="3234091"/>
            <a:chOff x="6478742" y="11724"/>
            <a:chExt cx="5092742" cy="3234091"/>
          </a:xfrm>
        </p:grpSpPr>
        <p:sp>
          <p:nvSpPr>
            <p:cNvPr id="15" name="Freeform 14">
              <a:extLst>
                <a:ext uri="{FF2B5EF4-FFF2-40B4-BE49-F238E27FC236}">
                  <a16:creationId xmlns:a16="http://schemas.microsoft.com/office/drawing/2014/main" id="{33419A74-C617-E2EF-D709-898E5041469E}"/>
                </a:ext>
              </a:extLst>
            </p:cNvPr>
            <p:cNvSpPr/>
            <p:nvPr/>
          </p:nvSpPr>
          <p:spPr>
            <a:xfrm rot="21242962">
              <a:off x="6478742" y="11724"/>
              <a:ext cx="3084269" cy="2201375"/>
            </a:xfrm>
            <a:custGeom>
              <a:avLst/>
              <a:gdLst>
                <a:gd name="connsiteX0" fmla="*/ 1712414 w 3084269"/>
                <a:gd name="connsiteY0" fmla="*/ 0 h 2201375"/>
                <a:gd name="connsiteX1" fmla="*/ 3084269 w 3084269"/>
                <a:gd name="connsiteY1" fmla="*/ 142993 h 2201375"/>
                <a:gd name="connsiteX2" fmla="*/ 3068835 w 3084269"/>
                <a:gd name="connsiteY2" fmla="*/ 150278 h 2201375"/>
                <a:gd name="connsiteX3" fmla="*/ 1339326 w 3084269"/>
                <a:gd name="connsiteY3" fmla="*/ 1231203 h 2201375"/>
                <a:gd name="connsiteX4" fmla="*/ 410602 w 3084269"/>
                <a:gd name="connsiteY4" fmla="*/ 2201375 h 2201375"/>
                <a:gd name="connsiteX5" fmla="*/ 89947 w 3084269"/>
                <a:gd name="connsiteY5" fmla="*/ 2011654 h 2201375"/>
                <a:gd name="connsiteX6" fmla="*/ 29617 w 3084269"/>
                <a:gd name="connsiteY6" fmla="*/ 1917289 h 2201375"/>
                <a:gd name="connsiteX7" fmla="*/ 692504 w 3084269"/>
                <a:gd name="connsiteY7" fmla="*/ 797542 h 2201375"/>
                <a:gd name="connsiteX8" fmla="*/ 1697317 w 3084269"/>
                <a:gd name="connsiteY8" fmla="*/ 9339 h 2201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4269" h="2201375">
                  <a:moveTo>
                    <a:pt x="1712414" y="0"/>
                  </a:moveTo>
                  <a:lnTo>
                    <a:pt x="3084269" y="142993"/>
                  </a:lnTo>
                  <a:lnTo>
                    <a:pt x="3068835" y="150278"/>
                  </a:lnTo>
                  <a:cubicBezTo>
                    <a:pt x="2458563" y="450626"/>
                    <a:pt x="1870771" y="804095"/>
                    <a:pt x="1339326" y="1231203"/>
                  </a:cubicBezTo>
                  <a:cubicBezTo>
                    <a:pt x="1088128" y="1432698"/>
                    <a:pt x="609506" y="1805227"/>
                    <a:pt x="410602" y="2201375"/>
                  </a:cubicBezTo>
                  <a:cubicBezTo>
                    <a:pt x="281485" y="2163160"/>
                    <a:pt x="169456" y="2103371"/>
                    <a:pt x="89947" y="2011654"/>
                  </a:cubicBezTo>
                  <a:cubicBezTo>
                    <a:pt x="63833" y="1981432"/>
                    <a:pt x="43876" y="1949857"/>
                    <a:pt x="29617" y="1917289"/>
                  </a:cubicBezTo>
                  <a:cubicBezTo>
                    <a:pt x="-140683" y="1531380"/>
                    <a:pt x="469312" y="999237"/>
                    <a:pt x="692504" y="797542"/>
                  </a:cubicBezTo>
                  <a:cubicBezTo>
                    <a:pt x="1058981" y="467100"/>
                    <a:pt x="1376979" y="217868"/>
                    <a:pt x="1697317" y="9339"/>
                  </a:cubicBezTo>
                  <a:close/>
                </a:path>
              </a:pathLst>
            </a:custGeom>
            <a:gradFill>
              <a:gsLst>
                <a:gs pos="0">
                  <a:schemeClr val="accent3"/>
                </a:gs>
                <a:gs pos="100000">
                  <a:schemeClr val="accent4"/>
                </a:gs>
              </a:gsLst>
              <a:lin ang="19500000" scaled="0"/>
            </a:gradFill>
            <a:ln w="7606" cap="flat">
              <a:noFill/>
              <a:prstDash val="solid"/>
              <a:miter/>
            </a:ln>
          </p:spPr>
          <p:txBody>
            <a:bodyPr wrap="square" rtlCol="0" anchor="ctr">
              <a:noAutofit/>
            </a:bodyPr>
            <a:lstStyle/>
            <a:p>
              <a:endParaRPr lang="en-US"/>
            </a:p>
          </p:txBody>
        </p:sp>
        <p:sp>
          <p:nvSpPr>
            <p:cNvPr id="16" name="Freeform 15">
              <a:extLst>
                <a:ext uri="{FF2B5EF4-FFF2-40B4-BE49-F238E27FC236}">
                  <a16:creationId xmlns:a16="http://schemas.microsoft.com/office/drawing/2014/main" id="{01C47ADB-F7DB-9310-CF82-78A759ED12C3}"/>
                </a:ext>
              </a:extLst>
            </p:cNvPr>
            <p:cNvSpPr/>
            <p:nvPr/>
          </p:nvSpPr>
          <p:spPr>
            <a:xfrm rot="21242962">
              <a:off x="6648918" y="1802814"/>
              <a:ext cx="4922566" cy="1443001"/>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grpSp>
      <p:sp>
        <p:nvSpPr>
          <p:cNvPr id="4" name="Date Placeholder 3">
            <a:extLst>
              <a:ext uri="{FF2B5EF4-FFF2-40B4-BE49-F238E27FC236}">
                <a16:creationId xmlns:a16="http://schemas.microsoft.com/office/drawing/2014/main" id="{D26334E7-498F-66AF-F2DA-D2DEE88A04B1}"/>
              </a:ext>
            </a:extLst>
          </p:cNvPr>
          <p:cNvSpPr>
            <a:spLocks noGrp="1"/>
          </p:cNvSpPr>
          <p:nvPr>
            <p:ph type="dt" sz="half" idx="10"/>
          </p:nvPr>
        </p:nvSpPr>
        <p:spPr>
          <a:xfrm>
            <a:off x="704377" y="6356350"/>
            <a:ext cx="1124423" cy="365125"/>
          </a:xfrm>
        </p:spPr>
        <p:txBody>
          <a:bodyPr/>
          <a:lstStyle>
            <a:lvl1pPr>
              <a:defRPr lang="en-GB" sz="12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19/12/2024</a:t>
            </a:fld>
            <a:endParaRPr lang="en-GB"/>
          </a:p>
        </p:txBody>
      </p:sp>
      <p:sp>
        <p:nvSpPr>
          <p:cNvPr id="5" name="Footer Placeholder 4">
            <a:extLst>
              <a:ext uri="{FF2B5EF4-FFF2-40B4-BE49-F238E27FC236}">
                <a16:creationId xmlns:a16="http://schemas.microsoft.com/office/drawing/2014/main" id="{CF412EE1-3EC5-BFE6-C357-F5252CFAA998}"/>
              </a:ext>
            </a:extLst>
          </p:cNvPr>
          <p:cNvSpPr>
            <a:spLocks noGrp="1"/>
          </p:cNvSpPr>
          <p:nvPr>
            <p:ph type="ftr" sz="quarter" idx="11"/>
          </p:nvPr>
        </p:nvSpPr>
        <p:spPr>
          <a:xfrm>
            <a:off x="1981200" y="6356350"/>
            <a:ext cx="4114800" cy="365125"/>
          </a:xfrm>
        </p:spPr>
        <p:txBody>
          <a:bodyPr/>
          <a:lstStyle>
            <a:lvl1pPr>
              <a:defRPr lang="en-US" sz="12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7A15F6F8-891C-1521-D183-6AB83FEDE88B}"/>
              </a:ext>
            </a:extLst>
          </p:cNvPr>
          <p:cNvSpPr>
            <a:spLocks noGrp="1"/>
          </p:cNvSpPr>
          <p:nvPr>
            <p:ph type="sldNum" sz="quarter" idx="12"/>
          </p:nvPr>
        </p:nvSpPr>
        <p:spPr/>
        <p:txBody>
          <a:bodyPr/>
          <a:lstStyle>
            <a:lvl1pPr>
              <a:defRPr sz="1200" b="1" i="0">
                <a:solidFill>
                  <a:schemeClr val="tx1">
                    <a:lumMod val="25000"/>
                    <a:lumOff val="75000"/>
                  </a:schemeClr>
                </a:solidFill>
                <a:latin typeface="Montserrat SemiBold" pitchFamily="2" charset="77"/>
              </a:defRPr>
            </a:lvl1pPr>
          </a:lstStyle>
          <a:p>
            <a:fld id="{3531A8E9-B4CF-5643-AF96-CB4C768DAD63}" type="slidenum">
              <a:rPr lang="en-GB" smtClean="0"/>
              <a:pPr/>
              <a:t>‹#›</a:t>
            </a:fld>
            <a:endParaRPr lang="en-GB"/>
          </a:p>
        </p:txBody>
      </p:sp>
      <p:sp>
        <p:nvSpPr>
          <p:cNvPr id="18" name="Freeform 17">
            <a:extLst>
              <a:ext uri="{FF2B5EF4-FFF2-40B4-BE49-F238E27FC236}">
                <a16:creationId xmlns:a16="http://schemas.microsoft.com/office/drawing/2014/main" id="{75412991-0C78-34EB-A601-7A8E3F7EE776}"/>
              </a:ext>
            </a:extLst>
          </p:cNvPr>
          <p:cNvSpPr/>
          <p:nvPr/>
        </p:nvSpPr>
        <p:spPr>
          <a:xfrm rot="21242962">
            <a:off x="7869369" y="2520796"/>
            <a:ext cx="4256009" cy="4337952"/>
          </a:xfrm>
          <a:custGeom>
            <a:avLst/>
            <a:gdLst>
              <a:gd name="connsiteX0" fmla="*/ 3868539 w 4256009"/>
              <a:gd name="connsiteY0" fmla="*/ 0 h 4337952"/>
              <a:gd name="connsiteX1" fmla="*/ 4201006 w 4256009"/>
              <a:gd name="connsiteY1" fmla="*/ 923585 h 4337952"/>
              <a:gd name="connsiteX2" fmla="*/ 4197837 w 4256009"/>
              <a:gd name="connsiteY2" fmla="*/ 924928 h 4337952"/>
              <a:gd name="connsiteX3" fmla="*/ 3252373 w 4256009"/>
              <a:gd name="connsiteY3" fmla="*/ 3222792 h 4337952"/>
              <a:gd name="connsiteX4" fmla="*/ 2112265 w 4256009"/>
              <a:gd name="connsiteY4" fmla="*/ 4270280 h 4337952"/>
              <a:gd name="connsiteX5" fmla="*/ 2022491 w 4256009"/>
              <a:gd name="connsiteY5" fmla="*/ 4337952 h 4337952"/>
              <a:gd name="connsiteX6" fmla="*/ 0 w 4256009"/>
              <a:gd name="connsiteY6" fmla="*/ 4127141 h 4337952"/>
              <a:gd name="connsiteX7" fmla="*/ 238118 w 4256009"/>
              <a:gd name="connsiteY7" fmla="*/ 3995550 h 4337952"/>
              <a:gd name="connsiteX8" fmla="*/ 2502315 w 4256009"/>
              <a:gd name="connsiteY8" fmla="*/ 2401453 h 4337952"/>
              <a:gd name="connsiteX9" fmla="*/ 3842007 w 4256009"/>
              <a:gd name="connsiteY9" fmla="*/ 512614 h 4337952"/>
              <a:gd name="connsiteX10" fmla="*/ 3868539 w 4256009"/>
              <a:gd name="connsiteY10" fmla="*/ 0 h 4337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256009" h="4337952">
                <a:moveTo>
                  <a:pt x="3868539" y="0"/>
                </a:moveTo>
                <a:lnTo>
                  <a:pt x="4201006" y="923585"/>
                </a:lnTo>
                <a:lnTo>
                  <a:pt x="4197837" y="924928"/>
                </a:lnTo>
                <a:cubicBezTo>
                  <a:pt x="4469769" y="1628233"/>
                  <a:pt x="3726170" y="2693196"/>
                  <a:pt x="3252373" y="3222792"/>
                </a:cubicBezTo>
                <a:cubicBezTo>
                  <a:pt x="2922101" y="3589121"/>
                  <a:pt x="2535116" y="3939896"/>
                  <a:pt x="2112265" y="4270280"/>
                </a:cubicBezTo>
                <a:lnTo>
                  <a:pt x="2022491" y="4337952"/>
                </a:lnTo>
                <a:lnTo>
                  <a:pt x="0" y="4127141"/>
                </a:lnTo>
                <a:lnTo>
                  <a:pt x="238118" y="3995550"/>
                </a:lnTo>
                <a:cubicBezTo>
                  <a:pt x="1034127" y="3545690"/>
                  <a:pt x="1877646" y="3003452"/>
                  <a:pt x="2502315" y="2401453"/>
                </a:cubicBezTo>
                <a:cubicBezTo>
                  <a:pt x="3161978" y="1765733"/>
                  <a:pt x="3685865" y="1079007"/>
                  <a:pt x="3842007" y="512614"/>
                </a:cubicBezTo>
                <a:cubicBezTo>
                  <a:pt x="3893406" y="326720"/>
                  <a:pt x="3904917" y="153979"/>
                  <a:pt x="3868539"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wrap="square" rtlCol="0" anchor="ctr">
            <a:noAutofit/>
          </a:bodyPr>
          <a:lstStyle/>
          <a:p>
            <a:endParaRPr lang="en-US"/>
          </a:p>
        </p:txBody>
      </p:sp>
      <p:sp>
        <p:nvSpPr>
          <p:cNvPr id="2" name="Title 1">
            <a:extLst>
              <a:ext uri="{FF2B5EF4-FFF2-40B4-BE49-F238E27FC236}">
                <a16:creationId xmlns:a16="http://schemas.microsoft.com/office/drawing/2014/main" id="{349C5667-D53D-4431-E3F2-914E5141B487}"/>
              </a:ext>
            </a:extLst>
          </p:cNvPr>
          <p:cNvSpPr>
            <a:spLocks noGrp="1"/>
          </p:cNvSpPr>
          <p:nvPr>
            <p:ph type="ctrTitle"/>
          </p:nvPr>
        </p:nvSpPr>
        <p:spPr>
          <a:xfrm>
            <a:off x="695325" y="1528700"/>
            <a:ext cx="5292724" cy="2251163"/>
          </a:xfrm>
        </p:spPr>
        <p:txBody>
          <a:bodyPr anchor="b">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Subtitle 2">
            <a:extLst>
              <a:ext uri="{FF2B5EF4-FFF2-40B4-BE49-F238E27FC236}">
                <a16:creationId xmlns:a16="http://schemas.microsoft.com/office/drawing/2014/main" id="{B064D20E-0688-A8CD-F668-241C3808DAAE}"/>
              </a:ext>
            </a:extLst>
          </p:cNvPr>
          <p:cNvSpPr>
            <a:spLocks noGrp="1"/>
          </p:cNvSpPr>
          <p:nvPr>
            <p:ph type="subTitle" idx="1"/>
          </p:nvPr>
        </p:nvSpPr>
        <p:spPr>
          <a:xfrm>
            <a:off x="695325" y="3989150"/>
            <a:ext cx="5292725" cy="623624"/>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endParaRPr lang="en-US"/>
          </a:p>
        </p:txBody>
      </p:sp>
      <p:sp>
        <p:nvSpPr>
          <p:cNvPr id="7" name="Text Placeholder 11">
            <a:extLst>
              <a:ext uri="{FF2B5EF4-FFF2-40B4-BE49-F238E27FC236}">
                <a16:creationId xmlns:a16="http://schemas.microsoft.com/office/drawing/2014/main" id="{06A6473A-A022-609A-AF07-7030038A9767}"/>
              </a:ext>
            </a:extLst>
          </p:cNvPr>
          <p:cNvSpPr>
            <a:spLocks noGrp="1"/>
          </p:cNvSpPr>
          <p:nvPr>
            <p:ph type="body" sz="quarter" idx="13"/>
          </p:nvPr>
        </p:nvSpPr>
        <p:spPr>
          <a:xfrm>
            <a:off x="695326" y="4912911"/>
            <a:ext cx="5292723" cy="365126"/>
          </a:xfrm>
        </p:spPr>
        <p:txBody>
          <a:bodyPr>
            <a:no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US" sz="1100" b="1" kern="1200" dirty="0">
                <a:solidFill>
                  <a:schemeClr val="tx2"/>
                </a:solidFill>
                <a:latin typeface="Montserrat SemiBold" pitchFamily="2" charset="77"/>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8" name="Graphic 7">
            <a:extLst>
              <a:ext uri="{FF2B5EF4-FFF2-40B4-BE49-F238E27FC236}">
                <a16:creationId xmlns:a16="http://schemas.microsoft.com/office/drawing/2014/main" id="{6E5D0EF1-6B49-B967-1CC4-90ECFB619B41}"/>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698051" y="730390"/>
            <a:ext cx="2197544" cy="274693"/>
          </a:xfrm>
          <a:prstGeom prst="rect">
            <a:avLst/>
          </a:prstGeom>
        </p:spPr>
      </p:pic>
    </p:spTree>
    <p:extLst>
      <p:ext uri="{BB962C8B-B14F-4D97-AF65-F5344CB8AC3E}">
        <p14:creationId xmlns:p14="http://schemas.microsoft.com/office/powerpoint/2010/main" val="1834761385"/>
      </p:ext>
    </p:extLst>
  </p:cSld>
  <p:clrMapOvr>
    <a:masterClrMapping/>
  </p:clrMapOvr>
  <p:hf hdr="0" ftr="0" dt="0"/>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p:cSld name="Section Header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5325" y="3358244"/>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19/12/2024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4062768871"/>
      </p:ext>
    </p:extLst>
  </p:cSld>
  <p:clrMapOvr>
    <a:masterClrMapping/>
  </p:clrMapOvr>
  <p:hf hdr="0" ftr="0" dt="0"/>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p:cSld name="Section Header 2">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358800"/>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4684168"/>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19/12/2024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3874783575"/>
      </p:ext>
    </p:extLst>
  </p:cSld>
  <p:clrMapOvr>
    <a:masterClrMapping/>
  </p:clrMapOvr>
  <p:hf hdr="0" ftr="0" dt="0"/>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p:cSld name="Number Section Header 1">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tx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704377"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19/12/2024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316106443"/>
      </p:ext>
    </p:extLst>
  </p:cSld>
  <p:clrMapOvr>
    <a:masterClrMapping/>
  </p:clrMapOvr>
  <p:hf hdr="0" ftr="0" dt="0"/>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p:cSld name="Number Section Header 2">
    <p:bg>
      <p:bgPr>
        <a:solidFill>
          <a:schemeClr val="tx1"/>
        </a:solidFill>
        <a:effectLst/>
      </p:bgPr>
    </p:bg>
    <p:spTree>
      <p:nvGrpSpPr>
        <p:cNvPr id="1" name=""/>
        <p:cNvGrpSpPr/>
        <p:nvPr/>
      </p:nvGrpSpPr>
      <p:grpSpPr>
        <a:xfrm>
          <a:off x="0" y="0"/>
          <a:ext cx="0" cy="0"/>
          <a:chOff x="0" y="0"/>
          <a:chExt cx="0" cy="0"/>
        </a:xfrm>
      </p:grpSpPr>
      <p:sp>
        <p:nvSpPr>
          <p:cNvPr id="13" name="Text Placeholder 12">
            <a:extLst>
              <a:ext uri="{FF2B5EF4-FFF2-40B4-BE49-F238E27FC236}">
                <a16:creationId xmlns:a16="http://schemas.microsoft.com/office/drawing/2014/main" id="{07D25E74-094A-AF63-E177-62D00BD156F7}"/>
              </a:ext>
            </a:extLst>
          </p:cNvPr>
          <p:cNvSpPr>
            <a:spLocks noGrp="1"/>
          </p:cNvSpPr>
          <p:nvPr>
            <p:ph type="body" sz="quarter" idx="13" hasCustomPrompt="1"/>
          </p:nvPr>
        </p:nvSpPr>
        <p:spPr>
          <a:xfrm>
            <a:off x="694800" y="960551"/>
            <a:ext cx="7131215" cy="2354998"/>
          </a:xfrm>
        </p:spPr>
        <p:txBody>
          <a:bodyPr anchor="b" anchorCtr="0">
            <a:noAutofit/>
          </a:bodyPr>
          <a:lstStyle>
            <a:lvl1pPr marL="0" algn="l" defTabSz="914400" rtl="0" eaLnBrk="1" latinLnBrk="0" hangingPunct="1">
              <a:lnSpc>
                <a:spcPct val="90000"/>
              </a:lnSpc>
              <a:spcBef>
                <a:spcPct val="0"/>
              </a:spcBef>
              <a:buNone/>
              <a:defRPr lang="en-US" sz="6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 name="Title 1">
            <a:extLst>
              <a:ext uri="{FF2B5EF4-FFF2-40B4-BE49-F238E27FC236}">
                <a16:creationId xmlns:a16="http://schemas.microsoft.com/office/drawing/2014/main" id="{D5F9439D-6DBE-7731-AB29-BF54E4BDB93D}"/>
              </a:ext>
            </a:extLst>
          </p:cNvPr>
          <p:cNvSpPr>
            <a:spLocks noGrp="1"/>
          </p:cNvSpPr>
          <p:nvPr>
            <p:ph type="title"/>
          </p:nvPr>
        </p:nvSpPr>
        <p:spPr>
          <a:xfrm>
            <a:off x="693566" y="3703536"/>
            <a:ext cx="7131222" cy="1045099"/>
          </a:xfrm>
        </p:spPr>
        <p:txBody>
          <a:bodyPr anchor="t" anchorCtr="0">
            <a:noAutofit/>
          </a:bodyPr>
          <a:lstStyle>
            <a:lvl1pPr marL="0" algn="l" defTabSz="914400" rtl="0" eaLnBrk="1" latinLnBrk="0" hangingPunct="1">
              <a:lnSpc>
                <a:spcPct val="90000"/>
              </a:lnSpc>
              <a:spcBef>
                <a:spcPct val="0"/>
              </a:spcBef>
              <a:buNone/>
              <a:defRPr lang="en-US" sz="4000" b="1" i="0" kern="1200" dirty="0">
                <a:solidFill>
                  <a:schemeClr val="bg1"/>
                </a:solidFill>
                <a:latin typeface="Montserrat SemiBold" pitchFamily="2" charset="77"/>
                <a:ea typeface="+mj-ea"/>
                <a:cs typeface="+mj-cs"/>
              </a:defRPr>
            </a:lvl1p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455BEBE5-DDBF-58D3-89AB-318CC043AAA2}"/>
              </a:ext>
            </a:extLst>
          </p:cNvPr>
          <p:cNvSpPr>
            <a:spLocks noGrp="1"/>
          </p:cNvSpPr>
          <p:nvPr>
            <p:ph type="body" idx="1"/>
          </p:nvPr>
        </p:nvSpPr>
        <p:spPr>
          <a:xfrm>
            <a:off x="694800" y="5022341"/>
            <a:ext cx="7131221" cy="795188"/>
          </a:xfrm>
        </p:spPr>
        <p:txBody>
          <a:bodyPr>
            <a:normAutofit/>
          </a:bodyPr>
          <a:lstStyle>
            <a:lvl1pPr marL="0" indent="0" algn="l" defTabSz="914400" rtl="0" eaLnBrk="1" latinLnBrk="0" hangingPunct="1">
              <a:lnSpc>
                <a:spcPct val="90000"/>
              </a:lnSpc>
              <a:spcBef>
                <a:spcPts val="1000"/>
              </a:spcBef>
              <a:spcAft>
                <a:spcPts val="500"/>
              </a:spcAft>
              <a:buFont typeface="Arial" panose="020B0604020202020204" pitchFamily="34" charset="0"/>
              <a:buNone/>
              <a:defRPr lang="en-GB" sz="2000" kern="1200" dirty="0">
                <a:solidFill>
                  <a:schemeClr val="tx1">
                    <a:lumMod val="25000"/>
                    <a:lumOff val="7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Date Placeholder 3">
            <a:extLst>
              <a:ext uri="{FF2B5EF4-FFF2-40B4-BE49-F238E27FC236}">
                <a16:creationId xmlns:a16="http://schemas.microsoft.com/office/drawing/2014/main" id="{863E91FE-9EA3-9AF3-554F-B778A5CAB85F}"/>
              </a:ext>
            </a:extLst>
          </p:cNvPr>
          <p:cNvSpPr>
            <a:spLocks noGrp="1"/>
          </p:cNvSpPr>
          <p:nvPr>
            <p:ph type="dt" sz="half" idx="10"/>
          </p:nvPr>
        </p:nvSpPr>
        <p:spPr/>
        <p:txBody>
          <a:bodyPr/>
          <a:lstStyle>
            <a:lvl1pPr>
              <a:defRPr sz="900">
                <a:solidFill>
                  <a:schemeClr val="tx1">
                    <a:lumMod val="50000"/>
                    <a:lumOff val="50000"/>
                  </a:schemeClr>
                </a:solidFill>
              </a:defRPr>
            </a:lvl1pPr>
          </a:lstStyle>
          <a:p>
            <a:fld id="{D63005AE-A14B-7B48-9AF5-01E333747121}" type="datetime1">
              <a:rPr lang="en-GB" smtClean="0"/>
              <a:t>19/12/2024</a:t>
            </a:fld>
            <a:endParaRPr lang="en-GB"/>
          </a:p>
        </p:txBody>
      </p:sp>
      <p:sp>
        <p:nvSpPr>
          <p:cNvPr id="5" name="Footer Placeholder 4">
            <a:extLst>
              <a:ext uri="{FF2B5EF4-FFF2-40B4-BE49-F238E27FC236}">
                <a16:creationId xmlns:a16="http://schemas.microsoft.com/office/drawing/2014/main" id="{9EBBB85C-1D3F-A7F7-8075-A5905BD7081C}"/>
              </a:ext>
            </a:extLst>
          </p:cNvPr>
          <p:cNvSpPr>
            <a:spLocks noGrp="1"/>
          </p:cNvSpPr>
          <p:nvPr>
            <p:ph type="ftr" sz="quarter" idx="11"/>
          </p:nvPr>
        </p:nvSpPr>
        <p:spPr/>
        <p:txBody>
          <a:bodyPr/>
          <a:lstStyle>
            <a:lvl1pPr>
              <a:defRPr sz="900">
                <a:solidFill>
                  <a:schemeClr val="tx1">
                    <a:lumMod val="50000"/>
                    <a:lumOff val="50000"/>
                  </a:schemeClr>
                </a:solidFill>
              </a:defRPr>
            </a:lvl1pPr>
          </a:lstStyle>
          <a:p>
            <a:r>
              <a:rPr lang="en-GB"/>
              <a:t>Powering the world of work</a:t>
            </a:r>
          </a:p>
        </p:txBody>
      </p:sp>
      <p:sp>
        <p:nvSpPr>
          <p:cNvPr id="6" name="Slide Number Placeholder 5">
            <a:extLst>
              <a:ext uri="{FF2B5EF4-FFF2-40B4-BE49-F238E27FC236}">
                <a16:creationId xmlns:a16="http://schemas.microsoft.com/office/drawing/2014/main" id="{9D2EBE39-3C0D-A940-F3B5-94FF26D70B37}"/>
              </a:ext>
            </a:extLst>
          </p:cNvPr>
          <p:cNvSpPr>
            <a:spLocks noGrp="1"/>
          </p:cNvSpPr>
          <p:nvPr>
            <p:ph type="sldNum" sz="quarter" idx="12"/>
          </p:nvPr>
        </p:nvSpPr>
        <p:spPr/>
        <p:txBody>
          <a:bodyPr/>
          <a:lstStyle>
            <a:lvl1pPr>
              <a:defRPr>
                <a:solidFill>
                  <a:schemeClr val="tx1">
                    <a:lumMod val="25000"/>
                    <a:lumOff val="75000"/>
                  </a:schemeClr>
                </a:solidFill>
              </a:defRPr>
            </a:lvl1pPr>
          </a:lstStyle>
          <a:p>
            <a:fld id="{3531A8E9-B4CF-5643-AF96-CB4C768DAD63}" type="slidenum">
              <a:rPr lang="en-GB" smtClean="0"/>
              <a:pPr/>
              <a:t>‹#›</a:t>
            </a:fld>
            <a:endParaRPr lang="en-GB"/>
          </a:p>
        </p:txBody>
      </p:sp>
      <p:cxnSp>
        <p:nvCxnSpPr>
          <p:cNvPr id="8" name="Straight Connector 7">
            <a:extLst>
              <a:ext uri="{FF2B5EF4-FFF2-40B4-BE49-F238E27FC236}">
                <a16:creationId xmlns:a16="http://schemas.microsoft.com/office/drawing/2014/main" id="{FF8C1690-013A-0E49-6BE7-0865F1503BB3}"/>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grpSp>
        <p:nvGrpSpPr>
          <p:cNvPr id="17" name="Group 16">
            <a:extLst>
              <a:ext uri="{FF2B5EF4-FFF2-40B4-BE49-F238E27FC236}">
                <a16:creationId xmlns:a16="http://schemas.microsoft.com/office/drawing/2014/main" id="{1A8E727C-2E3A-EF8A-389E-BCD93347C1CC}"/>
              </a:ext>
            </a:extLst>
          </p:cNvPr>
          <p:cNvGrpSpPr/>
          <p:nvPr/>
        </p:nvGrpSpPr>
        <p:grpSpPr>
          <a:xfrm>
            <a:off x="6197995" y="31933"/>
            <a:ext cx="5103652" cy="6812511"/>
            <a:chOff x="5923354" y="31933"/>
            <a:chExt cx="5103652" cy="6812511"/>
          </a:xfrm>
        </p:grpSpPr>
        <p:sp>
          <p:nvSpPr>
            <p:cNvPr id="18" name="Freeform 17">
              <a:extLst>
                <a:ext uri="{FF2B5EF4-FFF2-40B4-BE49-F238E27FC236}">
                  <a16:creationId xmlns:a16="http://schemas.microsoft.com/office/drawing/2014/main" id="{D046A045-9C8A-1E14-E62B-F95441C012EF}"/>
                </a:ext>
              </a:extLst>
            </p:cNvPr>
            <p:cNvSpPr/>
            <p:nvPr/>
          </p:nvSpPr>
          <p:spPr>
            <a:xfrm rot="21242962">
              <a:off x="5923354" y="31933"/>
              <a:ext cx="3424477" cy="2285083"/>
            </a:xfrm>
            <a:custGeom>
              <a:avLst/>
              <a:gdLst>
                <a:gd name="connsiteX0" fmla="*/ 2079638 w 3424477"/>
                <a:gd name="connsiteY0" fmla="*/ 0 h 2285083"/>
                <a:gd name="connsiteX1" fmla="*/ 3424477 w 3424477"/>
                <a:gd name="connsiteY1" fmla="*/ 140177 h 2285083"/>
                <a:gd name="connsiteX2" fmla="*/ 3420085 w 3424477"/>
                <a:gd name="connsiteY2" fmla="*/ 141953 h 2285083"/>
                <a:gd name="connsiteX3" fmla="*/ 1202327 w 3424477"/>
                <a:gd name="connsiteY3" fmla="*/ 1414150 h 2285083"/>
                <a:gd name="connsiteX4" fmla="*/ 368602 w 3424477"/>
                <a:gd name="connsiteY4" fmla="*/ 2285083 h 2285083"/>
                <a:gd name="connsiteX5" fmla="*/ 80747 w 3424477"/>
                <a:gd name="connsiteY5" fmla="*/ 2114768 h 2285083"/>
                <a:gd name="connsiteX6" fmla="*/ 26587 w 3424477"/>
                <a:gd name="connsiteY6" fmla="*/ 2030056 h 2285083"/>
                <a:gd name="connsiteX7" fmla="*/ 621668 w 3424477"/>
                <a:gd name="connsiteY7" fmla="*/ 1024848 h 2285083"/>
                <a:gd name="connsiteX8" fmla="*/ 1962335 w 3424477"/>
                <a:gd name="connsiteY8" fmla="*/ 59332 h 22850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424477" h="2285083">
                  <a:moveTo>
                    <a:pt x="2079638" y="0"/>
                  </a:moveTo>
                  <a:lnTo>
                    <a:pt x="3424477" y="140177"/>
                  </a:lnTo>
                  <a:lnTo>
                    <a:pt x="3420085" y="141953"/>
                  </a:lnTo>
                  <a:cubicBezTo>
                    <a:pt x="2637305" y="470144"/>
                    <a:pt x="1870245" y="877362"/>
                    <a:pt x="1202327" y="1414150"/>
                  </a:cubicBezTo>
                  <a:cubicBezTo>
                    <a:pt x="976823" y="1595034"/>
                    <a:pt x="547161" y="1929457"/>
                    <a:pt x="368602" y="2285083"/>
                  </a:cubicBezTo>
                  <a:cubicBezTo>
                    <a:pt x="252692" y="2250777"/>
                    <a:pt x="152123" y="2197104"/>
                    <a:pt x="80747" y="2114768"/>
                  </a:cubicBezTo>
                  <a:cubicBezTo>
                    <a:pt x="57303" y="2087638"/>
                    <a:pt x="39388" y="2059293"/>
                    <a:pt x="26587" y="2030056"/>
                  </a:cubicBezTo>
                  <a:cubicBezTo>
                    <a:pt x="-126293" y="1683622"/>
                    <a:pt x="421307" y="1205911"/>
                    <a:pt x="621668" y="1024848"/>
                  </a:cubicBezTo>
                  <a:cubicBezTo>
                    <a:pt x="1115153" y="579886"/>
                    <a:pt x="1510718" y="298955"/>
                    <a:pt x="1962335" y="59332"/>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9" name="Freeform 18">
              <a:extLst>
                <a:ext uri="{FF2B5EF4-FFF2-40B4-BE49-F238E27FC236}">
                  <a16:creationId xmlns:a16="http://schemas.microsoft.com/office/drawing/2014/main" id="{1284D1BD-465C-41ED-146A-7EFABDF3A56A}"/>
                </a:ext>
              </a:extLst>
            </p:cNvPr>
            <p:cNvSpPr/>
            <p:nvPr/>
          </p:nvSpPr>
          <p:spPr>
            <a:xfrm rot="21242962">
              <a:off x="6093900" y="1981856"/>
              <a:ext cx="4419039" cy="1295397"/>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20" name="Freeform 19">
              <a:extLst>
                <a:ext uri="{FF2B5EF4-FFF2-40B4-BE49-F238E27FC236}">
                  <a16:creationId xmlns:a16="http://schemas.microsoft.com/office/drawing/2014/main" id="{E0760371-539E-F017-FFBC-DEC634061E26}"/>
                </a:ext>
              </a:extLst>
            </p:cNvPr>
            <p:cNvSpPr/>
            <p:nvPr/>
          </p:nvSpPr>
          <p:spPr>
            <a:xfrm rot="21242962">
              <a:off x="6681011" y="2652827"/>
              <a:ext cx="4345995" cy="4191617"/>
            </a:xfrm>
            <a:custGeom>
              <a:avLst/>
              <a:gdLst>
                <a:gd name="connsiteX0" fmla="*/ 3998160 w 4345995"/>
                <a:gd name="connsiteY0" fmla="*/ 0 h 4191617"/>
                <a:gd name="connsiteX1" fmla="*/ 4296619 w 4345995"/>
                <a:gd name="connsiteY1" fmla="*/ 829112 h 4191617"/>
                <a:gd name="connsiteX2" fmla="*/ 4293774 w 4345995"/>
                <a:gd name="connsiteY2" fmla="*/ 830317 h 4191617"/>
                <a:gd name="connsiteX3" fmla="*/ 3445022 w 4345995"/>
                <a:gd name="connsiteY3" fmla="*/ 2893135 h 4191617"/>
                <a:gd name="connsiteX4" fmla="*/ 2131090 w 4345995"/>
                <a:gd name="connsiteY4" fmla="*/ 4052416 h 4191617"/>
                <a:gd name="connsiteX5" fmla="*/ 1933296 w 4345995"/>
                <a:gd name="connsiteY5" fmla="*/ 4191617 h 4191617"/>
                <a:gd name="connsiteX6" fmla="*/ 0 w 4345995"/>
                <a:gd name="connsiteY6" fmla="*/ 3990103 h 4191617"/>
                <a:gd name="connsiteX7" fmla="*/ 47580 w 4345995"/>
                <a:gd name="connsiteY7" fmla="*/ 3961963 h 4191617"/>
                <a:gd name="connsiteX8" fmla="*/ 2771687 w 4345995"/>
                <a:gd name="connsiteY8" fmla="*/ 2155810 h 4191617"/>
                <a:gd name="connsiteX9" fmla="*/ 3974342 w 4345995"/>
                <a:gd name="connsiteY9" fmla="*/ 460179 h 4191617"/>
                <a:gd name="connsiteX10" fmla="*/ 3998160 w 4345995"/>
                <a:gd name="connsiteY10" fmla="*/ 0 h 41916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345995" h="4191617">
                  <a:moveTo>
                    <a:pt x="3998160" y="0"/>
                  </a:moveTo>
                  <a:lnTo>
                    <a:pt x="4296619" y="829112"/>
                  </a:lnTo>
                  <a:lnTo>
                    <a:pt x="4293774" y="830317"/>
                  </a:lnTo>
                  <a:cubicBezTo>
                    <a:pt x="4537890" y="1461681"/>
                    <a:pt x="3870353" y="2417711"/>
                    <a:pt x="3445022" y="2893135"/>
                  </a:cubicBezTo>
                  <a:cubicBezTo>
                    <a:pt x="3074411" y="3304206"/>
                    <a:pt x="2624252" y="3693462"/>
                    <a:pt x="2131090" y="4052416"/>
                  </a:cubicBezTo>
                  <a:lnTo>
                    <a:pt x="1933296" y="4191617"/>
                  </a:lnTo>
                  <a:lnTo>
                    <a:pt x="0" y="3990103"/>
                  </a:lnTo>
                  <a:lnTo>
                    <a:pt x="47580" y="3961963"/>
                  </a:lnTo>
                  <a:cubicBezTo>
                    <a:pt x="927026" y="3501559"/>
                    <a:pt x="2023991" y="2876370"/>
                    <a:pt x="2771687" y="2155810"/>
                  </a:cubicBezTo>
                  <a:cubicBezTo>
                    <a:pt x="3363872" y="1585117"/>
                    <a:pt x="3834171" y="968636"/>
                    <a:pt x="3974342" y="460179"/>
                  </a:cubicBezTo>
                  <a:cubicBezTo>
                    <a:pt x="4020483" y="293300"/>
                    <a:pt x="4030817" y="138229"/>
                    <a:pt x="3998160"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spTree>
    <p:extLst>
      <p:ext uri="{BB962C8B-B14F-4D97-AF65-F5344CB8AC3E}">
        <p14:creationId xmlns:p14="http://schemas.microsoft.com/office/powerpoint/2010/main" val="2410691328"/>
      </p:ext>
    </p:extLst>
  </p:cSld>
  <p:clrMapOvr>
    <a:masterClrMapping/>
  </p:clrMapOvr>
  <p:hf hdr="0" ftr="0" dt="0"/>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614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38" name="Graphic 37">
            <a:extLst>
              <a:ext uri="{FF2B5EF4-FFF2-40B4-BE49-F238E27FC236}">
                <a16:creationId xmlns:a16="http://schemas.microsoft.com/office/drawing/2014/main" id="{DB418724-83AC-4BA4-53E4-38273EA86CD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1809653"/>
            <a:ext cx="360000" cy="360000"/>
          </a:xfrm>
          <a:prstGeom prst="rect">
            <a:avLst/>
          </a:prstGeom>
        </p:spPr>
      </p:pic>
      <p:pic>
        <p:nvPicPr>
          <p:cNvPr id="39" name="Graphic 38">
            <a:extLst>
              <a:ext uri="{FF2B5EF4-FFF2-40B4-BE49-F238E27FC236}">
                <a16:creationId xmlns:a16="http://schemas.microsoft.com/office/drawing/2014/main" id="{512CDF71-5986-90E7-436B-0FC63AF45C4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95325" y="3337001"/>
            <a:ext cx="360000" cy="360000"/>
          </a:xfrm>
          <a:prstGeom prst="rect">
            <a:avLst/>
          </a:prstGeom>
        </p:spPr>
      </p:pic>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986"/>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6148"/>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9239"/>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401"/>
            <a:ext cx="3015119" cy="940221"/>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pic>
        <p:nvPicPr>
          <p:cNvPr id="46" name="Graphic 45">
            <a:extLst>
              <a:ext uri="{FF2B5EF4-FFF2-40B4-BE49-F238E27FC236}">
                <a16:creationId xmlns:a16="http://schemas.microsoft.com/office/drawing/2014/main" id="{3483A506-4640-0C11-7E76-4ADF601F85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1809653"/>
            <a:ext cx="360000" cy="360000"/>
          </a:xfrm>
          <a:prstGeom prst="rect">
            <a:avLst/>
          </a:prstGeom>
        </p:spPr>
      </p:pic>
      <p:pic>
        <p:nvPicPr>
          <p:cNvPr id="47" name="Graphic 46">
            <a:extLst>
              <a:ext uri="{FF2B5EF4-FFF2-40B4-BE49-F238E27FC236}">
                <a16:creationId xmlns:a16="http://schemas.microsoft.com/office/drawing/2014/main" id="{DB674452-D96D-4ED0-8BD6-C67163051C6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332828" y="3337001"/>
            <a:ext cx="360000" cy="360000"/>
          </a:xfrm>
          <a:prstGeom prst="rect">
            <a:avLst/>
          </a:prstGeom>
        </p:spPr>
      </p:pic>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728845"/>
      </p:ext>
    </p:extLst>
  </p:cSld>
  <p:clrMapOvr>
    <a:masterClrMapping/>
  </p:clrMapOvr>
  <p:hf hdr="0" ftr="0" dt="0"/>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p:cSld name="Agenda Style 2">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2" name="Text Placeholder 21">
            <a:extLst>
              <a:ext uri="{FF2B5EF4-FFF2-40B4-BE49-F238E27FC236}">
                <a16:creationId xmlns:a16="http://schemas.microsoft.com/office/drawing/2014/main" id="{535164D5-7F50-6642-C551-351195BB5C5C}"/>
              </a:ext>
            </a:extLst>
          </p:cNvPr>
          <p:cNvSpPr>
            <a:spLocks noGrp="1"/>
          </p:cNvSpPr>
          <p:nvPr>
            <p:ph type="body" sz="quarter" idx="13" hasCustomPrompt="1"/>
          </p:nvPr>
        </p:nvSpPr>
        <p:spPr>
          <a:xfrm>
            <a:off x="1172706"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3">
            <a:extLst>
              <a:ext uri="{FF2B5EF4-FFF2-40B4-BE49-F238E27FC236}">
                <a16:creationId xmlns:a16="http://schemas.microsoft.com/office/drawing/2014/main" id="{7BA31A8B-4054-F129-A6DF-CEB4D0802100}"/>
              </a:ext>
            </a:extLst>
          </p:cNvPr>
          <p:cNvSpPr>
            <a:spLocks noGrp="1"/>
          </p:cNvSpPr>
          <p:nvPr>
            <p:ph type="body" sz="quarter" idx="14" hasCustomPrompt="1"/>
          </p:nvPr>
        </p:nvSpPr>
        <p:spPr>
          <a:xfrm>
            <a:off x="1172705"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31" name="Text Placeholder 21">
            <a:extLst>
              <a:ext uri="{FF2B5EF4-FFF2-40B4-BE49-F238E27FC236}">
                <a16:creationId xmlns:a16="http://schemas.microsoft.com/office/drawing/2014/main" id="{568136B5-2948-181F-898A-BC66307ECB2F}"/>
              </a:ext>
            </a:extLst>
          </p:cNvPr>
          <p:cNvSpPr>
            <a:spLocks noGrp="1"/>
          </p:cNvSpPr>
          <p:nvPr>
            <p:ph type="body" sz="quarter" idx="19" hasCustomPrompt="1"/>
          </p:nvPr>
        </p:nvSpPr>
        <p:spPr>
          <a:xfrm>
            <a:off x="1172706"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2" name="Text Placeholder 23">
            <a:extLst>
              <a:ext uri="{FF2B5EF4-FFF2-40B4-BE49-F238E27FC236}">
                <a16:creationId xmlns:a16="http://schemas.microsoft.com/office/drawing/2014/main" id="{531EEF16-2052-DDD8-D5BA-A17BB8FD4950}"/>
              </a:ext>
            </a:extLst>
          </p:cNvPr>
          <p:cNvSpPr>
            <a:spLocks noGrp="1"/>
          </p:cNvSpPr>
          <p:nvPr>
            <p:ph type="body" sz="quarter" idx="20" hasCustomPrompt="1"/>
          </p:nvPr>
        </p:nvSpPr>
        <p:spPr>
          <a:xfrm>
            <a:off x="1172705"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4810209"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3" name="Text Placeholder 23">
            <a:extLst>
              <a:ext uri="{FF2B5EF4-FFF2-40B4-BE49-F238E27FC236}">
                <a16:creationId xmlns:a16="http://schemas.microsoft.com/office/drawing/2014/main" id="{6EEAF797-D4A8-7F9C-547C-1431AABFF9CF}"/>
              </a:ext>
            </a:extLst>
          </p:cNvPr>
          <p:cNvSpPr>
            <a:spLocks noGrp="1"/>
          </p:cNvSpPr>
          <p:nvPr>
            <p:ph type="body" sz="quarter" idx="22" hasCustomPrompt="1"/>
          </p:nvPr>
        </p:nvSpPr>
        <p:spPr>
          <a:xfrm>
            <a:off x="4810208"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4" name="Text Placeholder 21">
            <a:extLst>
              <a:ext uri="{FF2B5EF4-FFF2-40B4-BE49-F238E27FC236}">
                <a16:creationId xmlns:a16="http://schemas.microsoft.com/office/drawing/2014/main" id="{32A126E7-FF49-5543-4043-EA2488443B8B}"/>
              </a:ext>
            </a:extLst>
          </p:cNvPr>
          <p:cNvSpPr>
            <a:spLocks noGrp="1"/>
          </p:cNvSpPr>
          <p:nvPr>
            <p:ph type="body" sz="quarter" idx="23" hasCustomPrompt="1"/>
          </p:nvPr>
        </p:nvSpPr>
        <p:spPr>
          <a:xfrm>
            <a:off x="4810209"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45" name="Text Placeholder 23">
            <a:extLst>
              <a:ext uri="{FF2B5EF4-FFF2-40B4-BE49-F238E27FC236}">
                <a16:creationId xmlns:a16="http://schemas.microsoft.com/office/drawing/2014/main" id="{5AA56E57-BDCD-7640-01A9-5BE5C75A02F2}"/>
              </a:ext>
            </a:extLst>
          </p:cNvPr>
          <p:cNvSpPr>
            <a:spLocks noGrp="1"/>
          </p:cNvSpPr>
          <p:nvPr>
            <p:ph type="body" sz="quarter" idx="24" hasCustomPrompt="1"/>
          </p:nvPr>
        </p:nvSpPr>
        <p:spPr>
          <a:xfrm>
            <a:off x="4810208"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 Placeholder 12">
            <a:extLst>
              <a:ext uri="{FF2B5EF4-FFF2-40B4-BE49-F238E27FC236}">
                <a16:creationId xmlns:a16="http://schemas.microsoft.com/office/drawing/2014/main" id="{A898EB03-8E33-56BF-12A4-1CC34E1361E2}"/>
              </a:ext>
            </a:extLst>
          </p:cNvPr>
          <p:cNvSpPr>
            <a:spLocks noGrp="1"/>
          </p:cNvSpPr>
          <p:nvPr>
            <p:ph type="body" sz="quarter" idx="25" hasCustomPrompt="1"/>
          </p:nvPr>
        </p:nvSpPr>
        <p:spPr>
          <a:xfrm>
            <a:off x="694801"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8" name="Text Placeholder 12">
            <a:extLst>
              <a:ext uri="{FF2B5EF4-FFF2-40B4-BE49-F238E27FC236}">
                <a16:creationId xmlns:a16="http://schemas.microsoft.com/office/drawing/2014/main" id="{025A403C-7874-825D-629B-91845DF858A3}"/>
              </a:ext>
            </a:extLst>
          </p:cNvPr>
          <p:cNvSpPr>
            <a:spLocks noGrp="1"/>
          </p:cNvSpPr>
          <p:nvPr>
            <p:ph type="body" sz="quarter" idx="26" hasCustomPrompt="1"/>
          </p:nvPr>
        </p:nvSpPr>
        <p:spPr>
          <a:xfrm>
            <a:off x="4373089"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02</a:t>
            </a:r>
            <a:endParaRPr lang="en-US"/>
          </a:p>
        </p:txBody>
      </p:sp>
      <p:sp>
        <p:nvSpPr>
          <p:cNvPr id="9" name="Text Placeholder 12">
            <a:extLst>
              <a:ext uri="{FF2B5EF4-FFF2-40B4-BE49-F238E27FC236}">
                <a16:creationId xmlns:a16="http://schemas.microsoft.com/office/drawing/2014/main" id="{37DA963A-F8CB-2788-34E3-9545F9452C3A}"/>
              </a:ext>
            </a:extLst>
          </p:cNvPr>
          <p:cNvSpPr>
            <a:spLocks noGrp="1"/>
          </p:cNvSpPr>
          <p:nvPr>
            <p:ph type="body" sz="quarter" idx="27" hasCustomPrompt="1"/>
          </p:nvPr>
        </p:nvSpPr>
        <p:spPr>
          <a:xfrm>
            <a:off x="694801"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04</a:t>
            </a:r>
            <a:endParaRPr lang="en-US"/>
          </a:p>
        </p:txBody>
      </p:sp>
      <p:sp>
        <p:nvSpPr>
          <p:cNvPr id="10" name="Text Placeholder 12">
            <a:extLst>
              <a:ext uri="{FF2B5EF4-FFF2-40B4-BE49-F238E27FC236}">
                <a16:creationId xmlns:a16="http://schemas.microsoft.com/office/drawing/2014/main" id="{12B504E0-4466-BAA4-C7FF-B42ED83C75C3}"/>
              </a:ext>
            </a:extLst>
          </p:cNvPr>
          <p:cNvSpPr>
            <a:spLocks noGrp="1"/>
          </p:cNvSpPr>
          <p:nvPr>
            <p:ph type="body" sz="quarter" idx="28" hasCustomPrompt="1"/>
          </p:nvPr>
        </p:nvSpPr>
        <p:spPr>
          <a:xfrm>
            <a:off x="4373089"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05</a:t>
            </a:r>
            <a:endParaRPr lang="en-US"/>
          </a:p>
        </p:txBody>
      </p:sp>
      <p:sp>
        <p:nvSpPr>
          <p:cNvPr id="11" name="Text Placeholder 21">
            <a:extLst>
              <a:ext uri="{FF2B5EF4-FFF2-40B4-BE49-F238E27FC236}">
                <a16:creationId xmlns:a16="http://schemas.microsoft.com/office/drawing/2014/main" id="{C1AEB284-7F0C-3187-B592-E1732E8ED9FB}"/>
              </a:ext>
            </a:extLst>
          </p:cNvPr>
          <p:cNvSpPr>
            <a:spLocks noGrp="1"/>
          </p:cNvSpPr>
          <p:nvPr>
            <p:ph type="body" sz="quarter" idx="29" hasCustomPrompt="1"/>
          </p:nvPr>
        </p:nvSpPr>
        <p:spPr>
          <a:xfrm>
            <a:off x="8426434" y="1851673"/>
            <a:ext cx="3015119"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23">
            <a:extLst>
              <a:ext uri="{FF2B5EF4-FFF2-40B4-BE49-F238E27FC236}">
                <a16:creationId xmlns:a16="http://schemas.microsoft.com/office/drawing/2014/main" id="{4B41B821-5DFB-B757-C0F7-DB0D030FBE52}"/>
              </a:ext>
            </a:extLst>
          </p:cNvPr>
          <p:cNvSpPr>
            <a:spLocks noGrp="1"/>
          </p:cNvSpPr>
          <p:nvPr>
            <p:ph type="body" sz="quarter" idx="30" hasCustomPrompt="1"/>
          </p:nvPr>
        </p:nvSpPr>
        <p:spPr>
          <a:xfrm>
            <a:off x="8426433" y="2275835"/>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3" name="Text Placeholder 21">
            <a:extLst>
              <a:ext uri="{FF2B5EF4-FFF2-40B4-BE49-F238E27FC236}">
                <a16:creationId xmlns:a16="http://schemas.microsoft.com/office/drawing/2014/main" id="{DF6AFE7A-748E-3094-E5DD-96068A1ADB22}"/>
              </a:ext>
            </a:extLst>
          </p:cNvPr>
          <p:cNvSpPr>
            <a:spLocks noGrp="1"/>
          </p:cNvSpPr>
          <p:nvPr>
            <p:ph type="body" sz="quarter" idx="31" hasCustomPrompt="1"/>
          </p:nvPr>
        </p:nvSpPr>
        <p:spPr>
          <a:xfrm>
            <a:off x="8426434" y="3358926"/>
            <a:ext cx="3015118" cy="317667"/>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4" name="Text Placeholder 23">
            <a:extLst>
              <a:ext uri="{FF2B5EF4-FFF2-40B4-BE49-F238E27FC236}">
                <a16:creationId xmlns:a16="http://schemas.microsoft.com/office/drawing/2014/main" id="{4A3630C7-F978-2556-4A23-C0C594F4D671}"/>
              </a:ext>
            </a:extLst>
          </p:cNvPr>
          <p:cNvSpPr>
            <a:spLocks noGrp="1"/>
          </p:cNvSpPr>
          <p:nvPr>
            <p:ph type="body" sz="quarter" idx="32" hasCustomPrompt="1"/>
          </p:nvPr>
        </p:nvSpPr>
        <p:spPr>
          <a:xfrm>
            <a:off x="8426433" y="3783088"/>
            <a:ext cx="3015119" cy="940221"/>
          </a:xfrm>
        </p:spPr>
        <p:txBody>
          <a:bodyPr rIns="108000"/>
          <a:lstStyle>
            <a:lvl1pPr marL="0">
              <a:lnSpc>
                <a:spcPct val="150000"/>
              </a:lnSpc>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15" name="Text Placeholder 12">
            <a:extLst>
              <a:ext uri="{FF2B5EF4-FFF2-40B4-BE49-F238E27FC236}">
                <a16:creationId xmlns:a16="http://schemas.microsoft.com/office/drawing/2014/main" id="{3E8A0744-C495-285F-181E-6DC10F0DF496}"/>
              </a:ext>
            </a:extLst>
          </p:cNvPr>
          <p:cNvSpPr>
            <a:spLocks noGrp="1"/>
          </p:cNvSpPr>
          <p:nvPr>
            <p:ph type="body" sz="quarter" idx="33" hasCustomPrompt="1"/>
          </p:nvPr>
        </p:nvSpPr>
        <p:spPr>
          <a:xfrm>
            <a:off x="7989314" y="1853521"/>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03</a:t>
            </a:r>
            <a:endParaRPr lang="en-US"/>
          </a:p>
        </p:txBody>
      </p:sp>
      <p:sp>
        <p:nvSpPr>
          <p:cNvPr id="16" name="Text Placeholder 12">
            <a:extLst>
              <a:ext uri="{FF2B5EF4-FFF2-40B4-BE49-F238E27FC236}">
                <a16:creationId xmlns:a16="http://schemas.microsoft.com/office/drawing/2014/main" id="{BDFD6F31-A9EA-9929-A27C-F99215BAC5D0}"/>
              </a:ext>
            </a:extLst>
          </p:cNvPr>
          <p:cNvSpPr>
            <a:spLocks noGrp="1"/>
          </p:cNvSpPr>
          <p:nvPr>
            <p:ph type="body" sz="quarter" idx="34" hasCustomPrompt="1"/>
          </p:nvPr>
        </p:nvSpPr>
        <p:spPr>
          <a:xfrm>
            <a:off x="7989314" y="3351317"/>
            <a:ext cx="360000" cy="315819"/>
          </a:xfrm>
        </p:spPr>
        <p:txBody>
          <a:bodyPr anchor="t" anchorCtr="0">
            <a:noAutofit/>
          </a:bodyPr>
          <a:lstStyle>
            <a:lvl1pPr marL="0" algn="l"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06</a:t>
            </a:r>
            <a:endParaRPr lang="en-US"/>
          </a:p>
        </p:txBody>
      </p:sp>
    </p:spTree>
    <p:extLst>
      <p:ext uri="{BB962C8B-B14F-4D97-AF65-F5344CB8AC3E}">
        <p14:creationId xmlns:p14="http://schemas.microsoft.com/office/powerpoint/2010/main" val="1003955165"/>
      </p:ext>
    </p:extLst>
  </p:cSld>
  <p:clrMapOvr>
    <a:masterClrMapping/>
  </p:clrMapOvr>
  <p:hf hdr="0" ftr="0" dt="0"/>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p:cSld name="Agenda Style 3">
    <p:spTree>
      <p:nvGrpSpPr>
        <p:cNvPr id="1" name=""/>
        <p:cNvGrpSpPr/>
        <p:nvPr/>
      </p:nvGrpSpPr>
      <p:grpSpPr>
        <a:xfrm>
          <a:off x="0" y="0"/>
          <a:ext cx="0" cy="0"/>
          <a:chOff x="0" y="0"/>
          <a:chExt cx="0" cy="0"/>
        </a:xfrm>
      </p:grpSpPr>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6321"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 Placeholder 22">
            <a:extLst>
              <a:ext uri="{FF2B5EF4-FFF2-40B4-BE49-F238E27FC236}">
                <a16:creationId xmlns:a16="http://schemas.microsoft.com/office/drawing/2014/main" id="{5536B56F-F531-540F-8796-BAE4CC0E7607}"/>
              </a:ext>
            </a:extLst>
          </p:cNvPr>
          <p:cNvSpPr>
            <a:spLocks noGrp="1"/>
          </p:cNvSpPr>
          <p:nvPr>
            <p:ph type="body" sz="quarter" idx="13" hasCustomPrompt="1"/>
          </p:nvPr>
        </p:nvSpPr>
        <p:spPr>
          <a:xfrm>
            <a:off x="2532063" y="13880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8" name="Text Placeholder 24">
            <a:extLst>
              <a:ext uri="{FF2B5EF4-FFF2-40B4-BE49-F238E27FC236}">
                <a16:creationId xmlns:a16="http://schemas.microsoft.com/office/drawing/2014/main" id="{1804F481-5029-6614-64A1-EDA7EF95ECB9}"/>
              </a:ext>
            </a:extLst>
          </p:cNvPr>
          <p:cNvSpPr>
            <a:spLocks noGrp="1"/>
          </p:cNvSpPr>
          <p:nvPr>
            <p:ph type="body" sz="quarter" idx="15"/>
          </p:nvPr>
        </p:nvSpPr>
        <p:spPr>
          <a:xfrm>
            <a:off x="2531580" y="17803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9" name="Text Placeholder 22">
            <a:extLst>
              <a:ext uri="{FF2B5EF4-FFF2-40B4-BE49-F238E27FC236}">
                <a16:creationId xmlns:a16="http://schemas.microsoft.com/office/drawing/2014/main" id="{ABBF112A-5454-FE49-7AAC-CF484D953357}"/>
              </a:ext>
            </a:extLst>
          </p:cNvPr>
          <p:cNvSpPr>
            <a:spLocks noGrp="1"/>
          </p:cNvSpPr>
          <p:nvPr>
            <p:ph type="body" sz="quarter" idx="16" hasCustomPrompt="1"/>
          </p:nvPr>
        </p:nvSpPr>
        <p:spPr>
          <a:xfrm>
            <a:off x="2532081" y="2234192"/>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1" name="Text Placeholder 24">
            <a:extLst>
              <a:ext uri="{FF2B5EF4-FFF2-40B4-BE49-F238E27FC236}">
                <a16:creationId xmlns:a16="http://schemas.microsoft.com/office/drawing/2014/main" id="{1A150C75-E0E2-38DD-416D-91A21E88CB97}"/>
              </a:ext>
            </a:extLst>
          </p:cNvPr>
          <p:cNvSpPr>
            <a:spLocks noGrp="1"/>
          </p:cNvSpPr>
          <p:nvPr>
            <p:ph type="body" sz="quarter" idx="17"/>
          </p:nvPr>
        </p:nvSpPr>
        <p:spPr>
          <a:xfrm>
            <a:off x="2531580" y="2626447"/>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3" name="Text Placeholder 22">
            <a:extLst>
              <a:ext uri="{FF2B5EF4-FFF2-40B4-BE49-F238E27FC236}">
                <a16:creationId xmlns:a16="http://schemas.microsoft.com/office/drawing/2014/main" id="{C80484F3-A715-7D93-FF70-AF8370E1B324}"/>
              </a:ext>
            </a:extLst>
          </p:cNvPr>
          <p:cNvSpPr>
            <a:spLocks noGrp="1"/>
          </p:cNvSpPr>
          <p:nvPr>
            <p:ph type="body" sz="quarter" idx="18" hasCustomPrompt="1"/>
          </p:nvPr>
        </p:nvSpPr>
        <p:spPr>
          <a:xfrm>
            <a:off x="2532081" y="3079666"/>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AABCFCEF-6730-EA4C-DBFF-2CFF639B3FD5}"/>
              </a:ext>
            </a:extLst>
          </p:cNvPr>
          <p:cNvSpPr>
            <a:spLocks noGrp="1"/>
          </p:cNvSpPr>
          <p:nvPr>
            <p:ph type="body" sz="quarter" idx="19"/>
          </p:nvPr>
        </p:nvSpPr>
        <p:spPr>
          <a:xfrm>
            <a:off x="2531580" y="3471921"/>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12">
            <a:extLst>
              <a:ext uri="{FF2B5EF4-FFF2-40B4-BE49-F238E27FC236}">
                <a16:creationId xmlns:a16="http://schemas.microsoft.com/office/drawing/2014/main" id="{C2E974CF-5325-C835-8D53-30C45BE0FA82}"/>
              </a:ext>
            </a:extLst>
          </p:cNvPr>
          <p:cNvSpPr>
            <a:spLocks noGrp="1"/>
          </p:cNvSpPr>
          <p:nvPr>
            <p:ph type="body" sz="quarter" idx="26" hasCustomPrompt="1"/>
          </p:nvPr>
        </p:nvSpPr>
        <p:spPr>
          <a:xfrm>
            <a:off x="1810026" y="1388067"/>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29" name="Text Placeholder 12">
            <a:extLst>
              <a:ext uri="{FF2B5EF4-FFF2-40B4-BE49-F238E27FC236}">
                <a16:creationId xmlns:a16="http://schemas.microsoft.com/office/drawing/2014/main" id="{8766B7B2-1CEE-476D-CD98-C488FBD7491C}"/>
              </a:ext>
            </a:extLst>
          </p:cNvPr>
          <p:cNvSpPr>
            <a:spLocks noGrp="1"/>
          </p:cNvSpPr>
          <p:nvPr>
            <p:ph type="body" sz="quarter" idx="27" hasCustomPrompt="1"/>
          </p:nvPr>
        </p:nvSpPr>
        <p:spPr>
          <a:xfrm>
            <a:off x="1810026" y="2240692"/>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0" name="Text Placeholder 12">
            <a:extLst>
              <a:ext uri="{FF2B5EF4-FFF2-40B4-BE49-F238E27FC236}">
                <a16:creationId xmlns:a16="http://schemas.microsoft.com/office/drawing/2014/main" id="{D84AEBAE-9F18-73E1-0696-0E9858817C62}"/>
              </a:ext>
            </a:extLst>
          </p:cNvPr>
          <p:cNvSpPr>
            <a:spLocks noGrp="1"/>
          </p:cNvSpPr>
          <p:nvPr>
            <p:ph type="body" sz="quarter" idx="28" hasCustomPrompt="1"/>
          </p:nvPr>
        </p:nvSpPr>
        <p:spPr>
          <a:xfrm>
            <a:off x="1810026" y="3079666"/>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3" name="Text Placeholder 22">
            <a:extLst>
              <a:ext uri="{FF2B5EF4-FFF2-40B4-BE49-F238E27FC236}">
                <a16:creationId xmlns:a16="http://schemas.microsoft.com/office/drawing/2014/main" id="{A7EDDCDD-B4C2-59E6-19B3-6014DE489B6F}"/>
              </a:ext>
            </a:extLst>
          </p:cNvPr>
          <p:cNvSpPr>
            <a:spLocks noGrp="1"/>
          </p:cNvSpPr>
          <p:nvPr>
            <p:ph type="body" sz="quarter" idx="29" hasCustomPrompt="1"/>
          </p:nvPr>
        </p:nvSpPr>
        <p:spPr>
          <a:xfrm>
            <a:off x="2532081" y="3925140"/>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4">
            <a:extLst>
              <a:ext uri="{FF2B5EF4-FFF2-40B4-BE49-F238E27FC236}">
                <a16:creationId xmlns:a16="http://schemas.microsoft.com/office/drawing/2014/main" id="{CD8E8B20-BC80-2B9E-4915-D5339CD1EE55}"/>
              </a:ext>
            </a:extLst>
          </p:cNvPr>
          <p:cNvSpPr>
            <a:spLocks noGrp="1"/>
          </p:cNvSpPr>
          <p:nvPr>
            <p:ph type="body" sz="quarter" idx="30"/>
          </p:nvPr>
        </p:nvSpPr>
        <p:spPr>
          <a:xfrm>
            <a:off x="2531580" y="4317395"/>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5" name="Text Placeholder 12">
            <a:extLst>
              <a:ext uri="{FF2B5EF4-FFF2-40B4-BE49-F238E27FC236}">
                <a16:creationId xmlns:a16="http://schemas.microsoft.com/office/drawing/2014/main" id="{5B5B9C15-3731-CC21-4A7B-A5C374A1A53A}"/>
              </a:ext>
            </a:extLst>
          </p:cNvPr>
          <p:cNvSpPr>
            <a:spLocks noGrp="1"/>
          </p:cNvSpPr>
          <p:nvPr>
            <p:ph type="body" sz="quarter" idx="31" hasCustomPrompt="1"/>
          </p:nvPr>
        </p:nvSpPr>
        <p:spPr>
          <a:xfrm>
            <a:off x="1810026" y="3925140"/>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
        <p:nvSpPr>
          <p:cNvPr id="36" name="Text Placeholder 22">
            <a:extLst>
              <a:ext uri="{FF2B5EF4-FFF2-40B4-BE49-F238E27FC236}">
                <a16:creationId xmlns:a16="http://schemas.microsoft.com/office/drawing/2014/main" id="{13E1AAB4-635D-BF4A-5965-4B31253F314D}"/>
              </a:ext>
            </a:extLst>
          </p:cNvPr>
          <p:cNvSpPr>
            <a:spLocks noGrp="1"/>
          </p:cNvSpPr>
          <p:nvPr>
            <p:ph type="body" sz="quarter" idx="32" hasCustomPrompt="1"/>
          </p:nvPr>
        </p:nvSpPr>
        <p:spPr>
          <a:xfrm>
            <a:off x="2532081" y="4775125"/>
            <a:ext cx="5473184"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7" name="Text Placeholder 24">
            <a:extLst>
              <a:ext uri="{FF2B5EF4-FFF2-40B4-BE49-F238E27FC236}">
                <a16:creationId xmlns:a16="http://schemas.microsoft.com/office/drawing/2014/main" id="{25A78126-D46D-FF52-6586-D197EBED5447}"/>
              </a:ext>
            </a:extLst>
          </p:cNvPr>
          <p:cNvSpPr>
            <a:spLocks noGrp="1"/>
          </p:cNvSpPr>
          <p:nvPr>
            <p:ph type="body" sz="quarter" idx="33"/>
          </p:nvPr>
        </p:nvSpPr>
        <p:spPr>
          <a:xfrm>
            <a:off x="2531580" y="5167380"/>
            <a:ext cx="5473700" cy="256394"/>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8" name="Text Placeholder 12">
            <a:extLst>
              <a:ext uri="{FF2B5EF4-FFF2-40B4-BE49-F238E27FC236}">
                <a16:creationId xmlns:a16="http://schemas.microsoft.com/office/drawing/2014/main" id="{9AE9F7A2-511D-9C1D-CE95-14D3B8788A81}"/>
              </a:ext>
            </a:extLst>
          </p:cNvPr>
          <p:cNvSpPr>
            <a:spLocks noGrp="1"/>
          </p:cNvSpPr>
          <p:nvPr>
            <p:ph type="body" sz="quarter" idx="34" hasCustomPrompt="1"/>
          </p:nvPr>
        </p:nvSpPr>
        <p:spPr>
          <a:xfrm>
            <a:off x="1810026" y="4775125"/>
            <a:ext cx="400385" cy="256394"/>
          </a:xfrm>
        </p:spPr>
        <p:txBody>
          <a:bodyPr anchor="t" anchorCtr="0">
            <a:noAutofit/>
          </a:bodyPr>
          <a:lstStyle>
            <a:lvl1pPr marL="0" algn="r" defTabSz="914400" rtl="0" eaLnBrk="1" latinLnBrk="0" hangingPunct="1">
              <a:lnSpc>
                <a:spcPct val="90000"/>
              </a:lnSpc>
              <a:spcBef>
                <a:spcPct val="0"/>
              </a:spcBef>
              <a:buNone/>
              <a:defRPr lang="en-US" sz="2000" b="1" i="0" kern="1200" dirty="0">
                <a:solidFill>
                  <a:schemeClr val="tx2"/>
                </a:solidFill>
                <a:latin typeface="Montserrat SemiBold" pitchFamily="2" charset="77"/>
                <a:ea typeface="+mj-ea"/>
                <a:cs typeface="+mj-cs"/>
              </a:defRPr>
            </a:lvl1pPr>
          </a:lstStyle>
          <a:p>
            <a:pPr lvl="0"/>
            <a:r>
              <a:rPr lang="en-GB"/>
              <a:t>01</a:t>
            </a:r>
            <a:endParaRPr lang="en-US"/>
          </a:p>
        </p:txBody>
      </p:sp>
    </p:spTree>
    <p:extLst>
      <p:ext uri="{BB962C8B-B14F-4D97-AF65-F5344CB8AC3E}">
        <p14:creationId xmlns:p14="http://schemas.microsoft.com/office/powerpoint/2010/main" val="1863835312"/>
      </p:ext>
    </p:extLst>
  </p:cSld>
  <p:clrMapOvr>
    <a:masterClrMapping/>
  </p:clrMapOvr>
  <p:hf hdr="0" ftr="0" dt="0"/>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p:cSld name="Speaker introduction">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02487"/>
            <a:ext cx="3483438" cy="317667"/>
          </a:xfrm>
        </p:spPr>
        <p:txBody>
          <a:bodyPr/>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7" name="Text Placeholder 16">
            <a:extLst>
              <a:ext uri="{FF2B5EF4-FFF2-40B4-BE49-F238E27FC236}">
                <a16:creationId xmlns:a16="http://schemas.microsoft.com/office/drawing/2014/main" id="{BFCFD1A9-B1E6-239C-FBAB-267510721D0A}"/>
              </a:ext>
            </a:extLst>
          </p:cNvPr>
          <p:cNvSpPr>
            <a:spLocks noGrp="1"/>
          </p:cNvSpPr>
          <p:nvPr>
            <p:ph type="body" sz="quarter" idx="25"/>
          </p:nvPr>
        </p:nvSpPr>
        <p:spPr>
          <a:xfrm>
            <a:off x="4377261" y="2512088"/>
            <a:ext cx="5282675" cy="2308066"/>
          </a:xfrm>
        </p:spPr>
        <p:txBody>
          <a:bodyPr/>
          <a:lstStyle>
            <a:lvl1pPr marL="0" indent="0" algn="l" defTabSz="914400" rtl="0" eaLnBrk="1" latinLnBrk="0" hangingPunct="1">
              <a:lnSpc>
                <a:spcPct val="120000"/>
              </a:lnSpc>
              <a:spcBef>
                <a:spcPct val="0"/>
              </a:spcBef>
              <a:buNone/>
              <a:defRPr lang="en-GB" sz="1400" kern="1200" dirty="0" smtClean="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3625912379"/>
      </p:ext>
    </p:extLst>
  </p:cSld>
  <p:clrMapOvr>
    <a:masterClrMapping/>
  </p:clrMapOvr>
  <p:hf hdr="0" ftr="0" dt="0"/>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p:cSld name="Multiple speakers">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6EAA6C8F-02A2-5780-3B44-3E8D65629AC0}"/>
              </a:ext>
            </a:extLst>
          </p:cNvPr>
          <p:cNvSpPr>
            <a:spLocks noGrp="1"/>
          </p:cNvSpPr>
          <p:nvPr>
            <p:ph type="pic" sz="quarter" idx="23"/>
          </p:nvPr>
        </p:nvSpPr>
        <p:spPr>
          <a:xfrm>
            <a:off x="1425575"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20" cy="687600"/>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2" name="Text Placeholder 21">
            <a:extLst>
              <a:ext uri="{FF2B5EF4-FFF2-40B4-BE49-F238E27FC236}">
                <a16:creationId xmlns:a16="http://schemas.microsoft.com/office/drawing/2014/main" id="{4E855EDB-42B0-93E6-2D94-053AE7017128}"/>
              </a:ext>
            </a:extLst>
          </p:cNvPr>
          <p:cNvSpPr>
            <a:spLocks noGrp="1"/>
          </p:cNvSpPr>
          <p:nvPr>
            <p:ph type="body" sz="quarter" idx="21" hasCustomPrompt="1"/>
          </p:nvPr>
        </p:nvSpPr>
        <p:spPr>
          <a:xfrm>
            <a:off x="704377"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 Placeholder 21">
            <a:extLst>
              <a:ext uri="{FF2B5EF4-FFF2-40B4-BE49-F238E27FC236}">
                <a16:creationId xmlns:a16="http://schemas.microsoft.com/office/drawing/2014/main" id="{EA2BD5FB-60CA-8E9B-F6DF-7A6FB1B93A4B}"/>
              </a:ext>
            </a:extLst>
          </p:cNvPr>
          <p:cNvSpPr>
            <a:spLocks noGrp="1"/>
          </p:cNvSpPr>
          <p:nvPr>
            <p:ph type="body" sz="quarter" idx="24" hasCustomPrompt="1"/>
          </p:nvPr>
        </p:nvSpPr>
        <p:spPr>
          <a:xfrm>
            <a:off x="704374"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7" name="Picture Placeholder 13">
            <a:extLst>
              <a:ext uri="{FF2B5EF4-FFF2-40B4-BE49-F238E27FC236}">
                <a16:creationId xmlns:a16="http://schemas.microsoft.com/office/drawing/2014/main" id="{2328CA78-E1CB-C82D-3890-7CE118FFA6F5}"/>
              </a:ext>
            </a:extLst>
          </p:cNvPr>
          <p:cNvSpPr>
            <a:spLocks noGrp="1"/>
          </p:cNvSpPr>
          <p:nvPr>
            <p:ph type="pic" sz="quarter" idx="25"/>
          </p:nvPr>
        </p:nvSpPr>
        <p:spPr>
          <a:xfrm>
            <a:off x="5083174"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8" name="Text Placeholder 21">
            <a:extLst>
              <a:ext uri="{FF2B5EF4-FFF2-40B4-BE49-F238E27FC236}">
                <a16:creationId xmlns:a16="http://schemas.microsoft.com/office/drawing/2014/main" id="{86042117-1A75-2036-9EB6-B3BAB40557A9}"/>
              </a:ext>
            </a:extLst>
          </p:cNvPr>
          <p:cNvSpPr>
            <a:spLocks noGrp="1"/>
          </p:cNvSpPr>
          <p:nvPr>
            <p:ph type="body" sz="quarter" idx="26" hasCustomPrompt="1"/>
          </p:nvPr>
        </p:nvSpPr>
        <p:spPr>
          <a:xfrm>
            <a:off x="4361976"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9" name="Text Placeholder 21">
            <a:extLst>
              <a:ext uri="{FF2B5EF4-FFF2-40B4-BE49-F238E27FC236}">
                <a16:creationId xmlns:a16="http://schemas.microsoft.com/office/drawing/2014/main" id="{0CD4D48C-EC00-94E4-69F3-EF51AC02762E}"/>
              </a:ext>
            </a:extLst>
          </p:cNvPr>
          <p:cNvSpPr>
            <a:spLocks noGrp="1"/>
          </p:cNvSpPr>
          <p:nvPr>
            <p:ph type="body" sz="quarter" idx="27" hasCustomPrompt="1"/>
          </p:nvPr>
        </p:nvSpPr>
        <p:spPr>
          <a:xfrm>
            <a:off x="4361973"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
        <p:nvSpPr>
          <p:cNvPr id="10" name="Picture Placeholder 13">
            <a:extLst>
              <a:ext uri="{FF2B5EF4-FFF2-40B4-BE49-F238E27FC236}">
                <a16:creationId xmlns:a16="http://schemas.microsoft.com/office/drawing/2014/main" id="{9A1D6FB7-B1FF-8326-8B31-3AC5954FA260}"/>
              </a:ext>
            </a:extLst>
          </p:cNvPr>
          <p:cNvSpPr>
            <a:spLocks noGrp="1"/>
          </p:cNvSpPr>
          <p:nvPr>
            <p:ph type="pic" sz="quarter" idx="28"/>
          </p:nvPr>
        </p:nvSpPr>
        <p:spPr>
          <a:xfrm>
            <a:off x="8720677" y="2024063"/>
            <a:ext cx="2038350" cy="2039937"/>
          </a:xfrm>
          <a:prstGeom prst="ellipse">
            <a:avLst/>
          </a:prstGeom>
          <a:solidFill>
            <a:schemeClr val="bg1">
              <a:lumMod val="85000"/>
            </a:schemeClr>
          </a:solidFill>
        </p:spPr>
        <p:txBody>
          <a:bodyPr anchor="ctr"/>
          <a:lstStyle>
            <a:lvl1pPr marL="90000" indent="0" algn="ctr">
              <a:buNone/>
              <a:defRPr/>
            </a:lvl1pPr>
          </a:lstStyle>
          <a:p>
            <a:r>
              <a:rPr lang="tr-TR"/>
              <a:t>Resim eklemek için simgeye tıklayın</a:t>
            </a:r>
            <a:endParaRPr lang="en-US"/>
          </a:p>
        </p:txBody>
      </p:sp>
      <p:sp>
        <p:nvSpPr>
          <p:cNvPr id="11" name="Text Placeholder 21">
            <a:extLst>
              <a:ext uri="{FF2B5EF4-FFF2-40B4-BE49-F238E27FC236}">
                <a16:creationId xmlns:a16="http://schemas.microsoft.com/office/drawing/2014/main" id="{9ED438C1-B0A6-419C-0AC3-151D81BAE851}"/>
              </a:ext>
            </a:extLst>
          </p:cNvPr>
          <p:cNvSpPr>
            <a:spLocks noGrp="1"/>
          </p:cNvSpPr>
          <p:nvPr>
            <p:ph type="body" sz="quarter" idx="29" hasCustomPrompt="1"/>
          </p:nvPr>
        </p:nvSpPr>
        <p:spPr>
          <a:xfrm>
            <a:off x="7999479" y="4160842"/>
            <a:ext cx="3483439" cy="317667"/>
          </a:xfrm>
        </p:spPr>
        <p:txBody>
          <a:bodyPr lIns="108000" rIns="108000" anchor="b" anchorCtr="0"/>
          <a:lstStyle>
            <a:lvl1pPr marL="0" algn="ctr" defTabSz="914400" rtl="0" eaLnBrk="1" latinLnBrk="0" hangingPunct="1">
              <a:lnSpc>
                <a:spcPct val="130000"/>
              </a:lnSpc>
              <a:spcBef>
                <a:spcPct val="0"/>
              </a:spcBef>
              <a:buNone/>
              <a:defRPr lang="en-US" sz="1600" b="1" kern="1200" dirty="0">
                <a:solidFill>
                  <a:schemeClr val="tx1"/>
                </a:solidFill>
                <a:latin typeface="Montserrat SemiBold" pitchFamily="2" charset="77"/>
                <a:ea typeface="Open Sans" panose="020B0606030504020204" pitchFamily="34" charset="0"/>
                <a:cs typeface="Open Sans" panose="020B0606030504020204" pitchFamily="34" charset="0"/>
              </a:defRPr>
            </a:lvl1pPr>
          </a:lstStyle>
          <a:p>
            <a:pPr lvl="0"/>
            <a:r>
              <a:rPr lang="en-GB"/>
              <a:t>Item here</a:t>
            </a:r>
            <a:endParaRPr lang="en-US"/>
          </a:p>
        </p:txBody>
      </p:sp>
      <p:sp>
        <p:nvSpPr>
          <p:cNvPr id="12" name="Text Placeholder 21">
            <a:extLst>
              <a:ext uri="{FF2B5EF4-FFF2-40B4-BE49-F238E27FC236}">
                <a16:creationId xmlns:a16="http://schemas.microsoft.com/office/drawing/2014/main" id="{A6B83889-1ECE-CF73-A5C2-C8DE7E9CA0B8}"/>
              </a:ext>
            </a:extLst>
          </p:cNvPr>
          <p:cNvSpPr>
            <a:spLocks noGrp="1"/>
          </p:cNvSpPr>
          <p:nvPr>
            <p:ph type="body" sz="quarter" idx="30" hasCustomPrompt="1"/>
          </p:nvPr>
        </p:nvSpPr>
        <p:spPr>
          <a:xfrm>
            <a:off x="7999476" y="4511195"/>
            <a:ext cx="3483438" cy="317667"/>
          </a:xfrm>
        </p:spPr>
        <p:txBody>
          <a:bodyPr lIns="108000" rIns="108000"/>
          <a:lstStyle>
            <a:lvl1pPr marL="0" algn="ctr" defTabSz="914400" rtl="0" eaLnBrk="1" latinLnBrk="0" hangingPunct="1">
              <a:lnSpc>
                <a:spcPct val="120000"/>
              </a:lnSpc>
              <a:spcBef>
                <a:spcPct val="0"/>
              </a:spcBef>
              <a:buNone/>
              <a:defRPr lang="en-US" sz="1400" kern="1200" dirty="0">
                <a:solidFill>
                  <a:schemeClr val="tx1">
                    <a:lumMod val="50000"/>
                    <a:lumOff val="50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en-GB"/>
              <a:t>Item here</a:t>
            </a:r>
            <a:endParaRPr lang="en-US"/>
          </a:p>
        </p:txBody>
      </p:sp>
    </p:spTree>
    <p:extLst>
      <p:ext uri="{BB962C8B-B14F-4D97-AF65-F5344CB8AC3E}">
        <p14:creationId xmlns:p14="http://schemas.microsoft.com/office/powerpoint/2010/main" val="327412283"/>
      </p:ext>
    </p:extLst>
  </p:cSld>
  <p:clrMapOvr>
    <a:masterClrMapping/>
  </p:clrMapOvr>
  <p:hf hdr="0" ftr="0" dt="0"/>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p:cSld name="İçerik">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marL="0" indent="0">
              <a:lnSpc>
                <a:spcPct val="120000"/>
              </a:lnSpc>
              <a:spcBef>
                <a:spcPts val="500"/>
              </a:spcBef>
              <a:spcAft>
                <a:spcPts val="500"/>
              </a:spcAft>
              <a:buFontTx/>
              <a:buNone/>
              <a:defRPr/>
            </a:lvl1pPr>
            <a:lvl2pPr marL="0" indent="0">
              <a:lnSpc>
                <a:spcPct val="120000"/>
              </a:lnSpc>
              <a:spcBef>
                <a:spcPts val="500"/>
              </a:spcBef>
              <a:spcAft>
                <a:spcPts val="500"/>
              </a:spcAft>
              <a:buFontTx/>
              <a:buNone/>
              <a:defRPr/>
            </a:lvl2pPr>
            <a:lvl3pPr marL="0" indent="0">
              <a:lnSpc>
                <a:spcPct val="120000"/>
              </a:lnSpc>
              <a:spcBef>
                <a:spcPts val="500"/>
              </a:spcBef>
              <a:spcAft>
                <a:spcPts val="500"/>
              </a:spcAft>
              <a:buFontTx/>
              <a:buNone/>
              <a:defRPr/>
            </a:lvl3pPr>
            <a:lvl4pPr marL="0" indent="0">
              <a:lnSpc>
                <a:spcPct val="120000"/>
              </a:lnSpc>
              <a:spcBef>
                <a:spcPts val="500"/>
              </a:spcBef>
              <a:spcAft>
                <a:spcPts val="500"/>
              </a:spcAft>
              <a:buFontTx/>
              <a:buNone/>
              <a:defRPr/>
            </a:lvl4pPr>
            <a:lvl5pPr marL="0" indent="0">
              <a:lnSpc>
                <a:spcPct val="120000"/>
              </a:lnSpc>
              <a:spcBef>
                <a:spcPts val="500"/>
              </a:spcBef>
              <a:spcAft>
                <a:spcPts val="500"/>
              </a:spcAft>
              <a:buFontTx/>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13436110"/>
      </p:ext>
    </p:extLst>
  </p:cSld>
  <p:clrMapOvr>
    <a:masterClrMapping/>
  </p:clrMapOvr>
  <p:hf hdr="0" ftr="0" dt="0"/>
  <p:extLst>
    <p:ext uri="{DCECCB84-F9BA-43D5-87BE-67443E8EF086}">
      <p15:sldGuideLst xmlns:p15="http://schemas.microsoft.com/office/powerpoint/2012/main"/>
    </p:ext>
  </p:extLst>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p:cSld name="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597140159"/>
      </p:ext>
    </p:extLst>
  </p:cSld>
  <p:clrMapOvr>
    <a:masterClrMapping/>
  </p:clrMapOvr>
  <p:hf hdr="0" ftr="0" dt="0"/>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p:cSld name="3 Sütu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marL="0" indent="0">
              <a:spcBef>
                <a:spcPts val="500"/>
              </a:spcBef>
              <a:spcAft>
                <a:spcPts val="500"/>
              </a:spcAft>
              <a:buNone/>
              <a:defRPr sz="1800"/>
            </a:lvl1pPr>
            <a:lvl2pPr marL="0" indent="0">
              <a:spcBef>
                <a:spcPts val="500"/>
              </a:spcBef>
              <a:spcAft>
                <a:spcPts val="500"/>
              </a:spcAft>
              <a:buNone/>
              <a:defRPr sz="1600"/>
            </a:lvl2pPr>
            <a:lvl3pPr marL="0" indent="0">
              <a:spcBef>
                <a:spcPts val="500"/>
              </a:spcBef>
              <a:spcAft>
                <a:spcPts val="500"/>
              </a:spcAft>
              <a:buNone/>
              <a:defRPr sz="1400"/>
            </a:lvl3pPr>
            <a:lvl4pPr marL="0" indent="0">
              <a:spcBef>
                <a:spcPts val="500"/>
              </a:spcBef>
              <a:spcAft>
                <a:spcPts val="500"/>
              </a:spcAft>
              <a:buNone/>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2463053738"/>
      </p:ext>
    </p:extLst>
  </p:cSld>
  <p:clrMapOvr>
    <a:masterClrMapping/>
  </p:clrMapOvr>
  <p:hf hdr="0" ftr="0" dt="0"/>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p:cSld name="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marL="0" indent="0">
              <a:spcBef>
                <a:spcPts val="500"/>
              </a:spcBef>
              <a:spcAft>
                <a:spcPts val="500"/>
              </a:spcAft>
              <a:buNone/>
              <a:defRPr sz="1600"/>
            </a:lvl1pPr>
            <a:lvl2pPr marL="0" indent="0">
              <a:spcBef>
                <a:spcPts val="500"/>
              </a:spcBef>
              <a:spcAft>
                <a:spcPts val="500"/>
              </a:spcAft>
              <a:buNone/>
              <a:defRPr sz="1400"/>
            </a:lvl2pPr>
            <a:lvl3pPr marL="0" indent="0">
              <a:spcBef>
                <a:spcPts val="500"/>
              </a:spcBef>
              <a:spcAft>
                <a:spcPts val="500"/>
              </a:spcAft>
              <a:buNone/>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1497695463"/>
      </p:ext>
    </p:extLst>
  </p:cSld>
  <p:clrMapOvr>
    <a:masterClrMapping/>
  </p:clrMapOvr>
  <p:hf hdr="0" ftr="0" dt="0"/>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p:cSld name="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1" name="Text Placeholder 23">
            <a:extLst>
              <a:ext uri="{FF2B5EF4-FFF2-40B4-BE49-F238E27FC236}">
                <a16:creationId xmlns:a16="http://schemas.microsoft.com/office/drawing/2014/main" id="{7CC51DE0-F066-5324-2C99-81558D301C0E}"/>
              </a:ext>
            </a:extLst>
          </p:cNvPr>
          <p:cNvSpPr>
            <a:spLocks noGrp="1"/>
          </p:cNvSpPr>
          <p:nvPr>
            <p:ph type="body" sz="quarter" idx="14" hasCustomPrompt="1"/>
          </p:nvPr>
        </p:nvSpPr>
        <p:spPr>
          <a:xfrm>
            <a:off x="704376"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3" name="Text Placeholder 23">
            <a:extLst>
              <a:ext uri="{FF2B5EF4-FFF2-40B4-BE49-F238E27FC236}">
                <a16:creationId xmlns:a16="http://schemas.microsoft.com/office/drawing/2014/main" id="{179E0B83-D473-F57B-563A-6CFD62DBEE1C}"/>
              </a:ext>
            </a:extLst>
          </p:cNvPr>
          <p:cNvSpPr>
            <a:spLocks noGrp="1"/>
          </p:cNvSpPr>
          <p:nvPr>
            <p:ph type="body" sz="quarter" idx="20" hasCustomPrompt="1"/>
          </p:nvPr>
        </p:nvSpPr>
        <p:spPr>
          <a:xfrm>
            <a:off x="6170400" y="1841824"/>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5" name="Text Placeholder 23">
            <a:extLst>
              <a:ext uri="{FF2B5EF4-FFF2-40B4-BE49-F238E27FC236}">
                <a16:creationId xmlns:a16="http://schemas.microsoft.com/office/drawing/2014/main" id="{0874603D-7E3E-8180-F8FD-8504D8000B80}"/>
              </a:ext>
            </a:extLst>
          </p:cNvPr>
          <p:cNvSpPr>
            <a:spLocks noGrp="1"/>
          </p:cNvSpPr>
          <p:nvPr>
            <p:ph type="body" sz="quarter" idx="22" hasCustomPrompt="1"/>
          </p:nvPr>
        </p:nvSpPr>
        <p:spPr>
          <a:xfrm>
            <a:off x="704376"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7" name="Text Placeholder 23">
            <a:extLst>
              <a:ext uri="{FF2B5EF4-FFF2-40B4-BE49-F238E27FC236}">
                <a16:creationId xmlns:a16="http://schemas.microsoft.com/office/drawing/2014/main" id="{B512BF3A-A754-CFE5-9D8E-6A4A96ADD598}"/>
              </a:ext>
            </a:extLst>
          </p:cNvPr>
          <p:cNvSpPr>
            <a:spLocks noGrp="1"/>
          </p:cNvSpPr>
          <p:nvPr>
            <p:ph type="body" sz="quarter" idx="24" hasCustomPrompt="1"/>
          </p:nvPr>
        </p:nvSpPr>
        <p:spPr>
          <a:xfrm>
            <a:off x="6169004" y="4380373"/>
            <a:ext cx="5121654" cy="1715627"/>
          </a:xfrm>
        </p:spPr>
        <p:txBody>
          <a:bodyPr rIns="108000"/>
          <a:lstStyle>
            <a:lvl1pPr marL="0">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indent="0">
              <a:lnSpc>
                <a:spcPct val="120000"/>
              </a:lnSpc>
              <a:spcAft>
                <a:spcPts val="0"/>
              </a:spcAft>
              <a:buSzPts val="1000"/>
            </a:pP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Lorem ipsum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dolor</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sit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amet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ad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agam</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purto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consequat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est</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has ne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primis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sensibus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adolescens</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 ne sea </a:t>
            </a:r>
            <a:r>
              <a:rPr lang="en-GB" sz="1200" b="0" err="1">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porro</a:t>
            </a:r>
            <a:r>
              <a:rPr lang="en-GB" sz="1200" b="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a:t>
            </a:r>
          </a:p>
        </p:txBody>
      </p:sp>
    </p:spTree>
    <p:extLst>
      <p:ext uri="{BB962C8B-B14F-4D97-AF65-F5344CB8AC3E}">
        <p14:creationId xmlns:p14="http://schemas.microsoft.com/office/powerpoint/2010/main" val="1219636109"/>
      </p:ext>
    </p:extLst>
  </p:cSld>
  <p:clrMapOvr>
    <a:masterClrMapping/>
  </p:clrMapOvr>
  <p:hf hdr="0" ftr="0" dt="0"/>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p:cSld name="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136087"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chemeClr val="bg1"/>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854337869"/>
      </p:ext>
    </p:extLst>
  </p:cSld>
  <p:clrMapOvr>
    <a:masterClrMapping/>
  </p:clrMapOvr>
  <p:hf hdr="0" ftr="0" dt="0"/>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p:cSld name="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137200" cy="3898760"/>
          </a:xfrm>
        </p:spPr>
        <p:txBody>
          <a:bodyPr>
            <a:normAutofit/>
          </a:bodyPr>
          <a:lstStyle>
            <a:lvl1pPr marL="0" indent="0">
              <a:lnSpc>
                <a:spcPct val="120000"/>
              </a:lnSpc>
              <a:spcBef>
                <a:spcPts val="500"/>
              </a:spcBef>
              <a:spcAft>
                <a:spcPts val="500"/>
              </a:spcAft>
              <a:buNone/>
              <a:defRPr/>
            </a:lvl1pPr>
            <a:lvl2pPr marL="0" indent="0">
              <a:lnSpc>
                <a:spcPct val="120000"/>
              </a:lnSpc>
              <a:spcBef>
                <a:spcPts val="500"/>
              </a:spcBef>
              <a:spcAft>
                <a:spcPts val="500"/>
              </a:spcAft>
              <a:buNone/>
              <a:defRPr/>
            </a:lvl2pPr>
            <a:lvl3pPr marL="0" indent="0">
              <a:lnSpc>
                <a:spcPct val="120000"/>
              </a:lnSpc>
              <a:spcBef>
                <a:spcPts val="500"/>
              </a:spcBef>
              <a:spcAft>
                <a:spcPts val="500"/>
              </a:spcAft>
              <a:buNone/>
              <a:defRPr/>
            </a:lvl3pPr>
            <a:lvl4pPr marL="0" indent="0">
              <a:lnSpc>
                <a:spcPct val="120000"/>
              </a:lnSpc>
              <a:spcBef>
                <a:spcPts val="500"/>
              </a:spcBef>
              <a:spcAft>
                <a:spcPts val="500"/>
              </a:spcAft>
              <a:buNone/>
              <a:defRPr/>
            </a:lvl4pPr>
            <a:lvl5pPr marL="0" indent="0">
              <a:lnSpc>
                <a:spcPct val="120000"/>
              </a:lnSpc>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marL="0" indent="0">
              <a:lnSpc>
                <a:spcPct val="120000"/>
              </a:lnSpc>
              <a:spcBef>
                <a:spcPts val="500"/>
              </a:spcBef>
              <a:spcAft>
                <a:spcPts val="500"/>
              </a:spcAft>
              <a:buNone/>
              <a:defRPr>
                <a:solidFill>
                  <a:schemeClr val="tx1">
                    <a:lumMod val="75000"/>
                    <a:lumOff val="25000"/>
                  </a:schemeClr>
                </a:solidFill>
              </a:defRPr>
            </a:lvl1pPr>
            <a:lvl2pPr marL="0" indent="0">
              <a:lnSpc>
                <a:spcPct val="120000"/>
              </a:lnSpc>
              <a:spcBef>
                <a:spcPts val="500"/>
              </a:spcBef>
              <a:spcAft>
                <a:spcPts val="500"/>
              </a:spcAft>
              <a:buNone/>
              <a:defRPr>
                <a:solidFill>
                  <a:schemeClr val="tx1">
                    <a:lumMod val="75000"/>
                    <a:lumOff val="25000"/>
                  </a:schemeClr>
                </a:solidFill>
              </a:defRPr>
            </a:lvl2pPr>
            <a:lvl3pPr marL="0" indent="0">
              <a:lnSpc>
                <a:spcPct val="120000"/>
              </a:lnSpc>
              <a:spcBef>
                <a:spcPts val="500"/>
              </a:spcBef>
              <a:spcAft>
                <a:spcPts val="500"/>
              </a:spcAft>
              <a:buNone/>
              <a:defRPr>
                <a:solidFill>
                  <a:schemeClr val="tx1">
                    <a:lumMod val="75000"/>
                    <a:lumOff val="25000"/>
                  </a:schemeClr>
                </a:solidFill>
              </a:defRPr>
            </a:lvl3pPr>
            <a:lvl4pPr marL="0" indent="0">
              <a:lnSpc>
                <a:spcPct val="120000"/>
              </a:lnSpc>
              <a:spcBef>
                <a:spcPts val="500"/>
              </a:spcBef>
              <a:spcAft>
                <a:spcPts val="500"/>
              </a:spcAft>
              <a:buNone/>
              <a:defRPr>
                <a:solidFill>
                  <a:schemeClr val="tx1">
                    <a:lumMod val="75000"/>
                    <a:lumOff val="25000"/>
                  </a:schemeClr>
                </a:solidFill>
              </a:defRPr>
            </a:lvl4pPr>
            <a:lvl5pPr marL="0" indent="0">
              <a:lnSpc>
                <a:spcPct val="120000"/>
              </a:lnSpc>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546100654"/>
      </p:ext>
    </p:extLst>
  </p:cSld>
  <p:clrMapOvr>
    <a:masterClrMapping/>
  </p:clrMapOvr>
  <p:hf hdr="0" ftr="0" dt="0"/>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marL="0" indent="0">
              <a:lnSpc>
                <a:spcPct val="120000"/>
              </a:lnSpc>
              <a:spcBef>
                <a:spcPts val="500"/>
              </a:spcBef>
              <a:spcAft>
                <a:spcPts val="500"/>
              </a:spcAft>
              <a:buNone/>
              <a:defRPr>
                <a:solidFill>
                  <a:schemeClr val="tx1">
                    <a:lumMod val="10000"/>
                    <a:lumOff val="90000"/>
                  </a:schemeClr>
                </a:solidFill>
              </a:defRPr>
            </a:lvl1pPr>
            <a:lvl2pPr marL="0" indent="0">
              <a:lnSpc>
                <a:spcPct val="120000"/>
              </a:lnSpc>
              <a:spcBef>
                <a:spcPts val="500"/>
              </a:spcBef>
              <a:spcAft>
                <a:spcPts val="500"/>
              </a:spcAft>
              <a:buNone/>
              <a:defRPr>
                <a:solidFill>
                  <a:schemeClr val="tx1">
                    <a:lumMod val="10000"/>
                    <a:lumOff val="90000"/>
                  </a:schemeClr>
                </a:solidFill>
              </a:defRPr>
            </a:lvl2pPr>
            <a:lvl3pPr marL="0" indent="0">
              <a:lnSpc>
                <a:spcPct val="120000"/>
              </a:lnSpc>
              <a:spcBef>
                <a:spcPts val="500"/>
              </a:spcBef>
              <a:spcAft>
                <a:spcPts val="500"/>
              </a:spcAft>
              <a:buClr>
                <a:schemeClr val="bg1"/>
              </a:buClr>
              <a:buNone/>
              <a:defRPr>
                <a:solidFill>
                  <a:schemeClr val="tx1">
                    <a:lumMod val="10000"/>
                    <a:lumOff val="90000"/>
                  </a:schemeClr>
                </a:solidFill>
              </a:defRPr>
            </a:lvl3pPr>
            <a:lvl4pPr marL="0" indent="0">
              <a:lnSpc>
                <a:spcPct val="120000"/>
              </a:lnSpc>
              <a:spcBef>
                <a:spcPts val="500"/>
              </a:spcBef>
              <a:spcAft>
                <a:spcPts val="500"/>
              </a:spcAft>
              <a:buNone/>
              <a:defRPr>
                <a:solidFill>
                  <a:schemeClr val="tx1">
                    <a:lumMod val="10000"/>
                    <a:lumOff val="90000"/>
                  </a:schemeClr>
                </a:solidFill>
              </a:defRPr>
            </a:lvl4pPr>
            <a:lvl5pPr marL="0" indent="0">
              <a:lnSpc>
                <a:spcPct val="120000"/>
              </a:lnSpc>
              <a:spcBef>
                <a:spcPts val="500"/>
              </a:spcBef>
              <a:spcAft>
                <a:spcPts val="500"/>
              </a:spcAft>
              <a:buClr>
                <a:srgbClr val="FFFFFF"/>
              </a:buClr>
              <a:buNone/>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676014592"/>
      </p:ext>
    </p:extLst>
  </p:cSld>
  <p:clrMapOvr>
    <a:masterClrMapping/>
  </p:clrMapOvr>
  <p:hf hdr="0" ftr="0" dt="0"/>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marL="0" indent="0">
              <a:spcBef>
                <a:spcPts val="500"/>
              </a:spcBef>
              <a:spcAft>
                <a:spcPts val="500"/>
              </a:spcAft>
              <a:buNone/>
              <a:defRPr>
                <a:solidFill>
                  <a:schemeClr val="tx1">
                    <a:lumMod val="75000"/>
                    <a:lumOff val="25000"/>
                  </a:schemeClr>
                </a:solidFill>
              </a:defRPr>
            </a:lvl1pPr>
            <a:lvl2pPr marL="0" indent="0">
              <a:spcBef>
                <a:spcPts val="500"/>
              </a:spcBef>
              <a:spcAft>
                <a:spcPts val="500"/>
              </a:spcAft>
              <a:buNone/>
              <a:defRPr>
                <a:solidFill>
                  <a:schemeClr val="tx1">
                    <a:lumMod val="75000"/>
                    <a:lumOff val="25000"/>
                  </a:schemeClr>
                </a:solidFill>
              </a:defRPr>
            </a:lvl2pPr>
            <a:lvl3pPr marL="0" indent="0">
              <a:spcBef>
                <a:spcPts val="500"/>
              </a:spcBef>
              <a:spcAft>
                <a:spcPts val="500"/>
              </a:spcAft>
              <a:buNone/>
              <a:defRPr>
                <a:solidFill>
                  <a:schemeClr val="tx1">
                    <a:lumMod val="75000"/>
                    <a:lumOff val="25000"/>
                  </a:schemeClr>
                </a:solidFill>
              </a:defRPr>
            </a:lvl3pPr>
            <a:lvl4pPr marL="0" indent="0">
              <a:spcBef>
                <a:spcPts val="500"/>
              </a:spcBef>
              <a:spcAft>
                <a:spcPts val="500"/>
              </a:spcAft>
              <a:buNone/>
              <a:defRPr>
                <a:solidFill>
                  <a:schemeClr val="tx1">
                    <a:lumMod val="75000"/>
                    <a:lumOff val="25000"/>
                  </a:schemeClr>
                </a:solidFill>
              </a:defRPr>
            </a:lvl4pPr>
            <a:lvl5pPr marL="0" indent="0">
              <a:spcBef>
                <a:spcPts val="500"/>
              </a:spcBef>
              <a:spcAft>
                <a:spcPts val="500"/>
              </a:spcAft>
              <a:buNone/>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1541500572"/>
      </p:ext>
    </p:extLst>
  </p:cSld>
  <p:clrMapOvr>
    <a:masterClrMapping/>
  </p:clrMapOvr>
  <p:hf hdr="0" ftr="0" dt="0"/>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p:cSld name="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824888915"/>
      </p:ext>
    </p:extLst>
  </p:cSld>
  <p:clrMapOvr>
    <a:masterClrMapping/>
  </p:clrMapOvr>
  <p:hf hdr="0" ftr="0" dt="0"/>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lvl1pPr marL="0" indent="0">
              <a:spcBef>
                <a:spcPts val="500"/>
              </a:spcBef>
              <a:spcAft>
                <a:spcPts val="500"/>
              </a:spcAft>
              <a:buNone/>
              <a:defRPr/>
            </a:lvl1pPr>
            <a:lvl2pPr marL="0" indent="0">
              <a:spcBef>
                <a:spcPts val="500"/>
              </a:spcBef>
              <a:spcAft>
                <a:spcPts val="500"/>
              </a:spcAft>
              <a:buNone/>
              <a:defRPr/>
            </a:lvl2pPr>
            <a:lvl3pPr marL="0" indent="0">
              <a:spcBef>
                <a:spcPts val="500"/>
              </a:spcBef>
              <a:spcAft>
                <a:spcPts val="500"/>
              </a:spcAft>
              <a:buNone/>
              <a:defRPr/>
            </a:lvl3pPr>
            <a:lvl4pPr marL="0" indent="0">
              <a:spcBef>
                <a:spcPts val="500"/>
              </a:spcBef>
              <a:spcAft>
                <a:spcPts val="500"/>
              </a:spcAft>
              <a:buNone/>
              <a:defRPr/>
            </a:lvl4pPr>
            <a:lvl5pPr marL="0" indent="0">
              <a:spcBef>
                <a:spcPts val="500"/>
              </a:spcBef>
              <a:spcAft>
                <a:spcPts val="500"/>
              </a:spcAft>
              <a:buNone/>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96973302"/>
      </p:ext>
    </p:extLst>
  </p:cSld>
  <p:clrMapOvr>
    <a:masterClrMapping/>
  </p:clrMapOvr>
  <p:hf hdr="0" ftr="0" dt="0"/>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p:cSld name="Image and list">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0" y="1597689"/>
            <a:ext cx="5314446" cy="4069582"/>
          </a:xfr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6" y="428400"/>
            <a:ext cx="10605600"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202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428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559240109"/>
      </p:ext>
    </p:extLst>
  </p:cSld>
  <p:clrMapOvr>
    <a:masterClrMapping/>
  </p:clrMapOvr>
  <p:hf hdr="0" ftr="0" dt="0"/>
</p:sldLayout>
</file>

<file path=ppt/slideLayouts/slideLayout127.xml><?xml version="1.0" encoding="utf-8"?>
<p:sldLayout xmlns:a="http://schemas.openxmlformats.org/drawingml/2006/main" xmlns:r="http://schemas.openxmlformats.org/officeDocument/2006/relationships" xmlns:p="http://schemas.openxmlformats.org/presentationml/2006/main" preserve="1">
  <p:cSld name="Image and list 2">
    <p:spTree>
      <p:nvGrpSpPr>
        <p:cNvPr id="1" name=""/>
        <p:cNvGrpSpPr/>
        <p:nvPr/>
      </p:nvGrpSpPr>
      <p:grpSpPr>
        <a:xfrm>
          <a:off x="0" y="0"/>
          <a:ext cx="0" cy="0"/>
          <a:chOff x="0" y="0"/>
          <a:chExt cx="0" cy="0"/>
        </a:xfrm>
      </p:grpSpPr>
      <p:sp>
        <p:nvSpPr>
          <p:cNvPr id="33" name="Picture Placeholder 32">
            <a:extLst>
              <a:ext uri="{FF2B5EF4-FFF2-40B4-BE49-F238E27FC236}">
                <a16:creationId xmlns:a16="http://schemas.microsoft.com/office/drawing/2014/main" id="{49811210-6F11-5159-3CEE-661D6E145CE6}"/>
              </a:ext>
            </a:extLst>
          </p:cNvPr>
          <p:cNvSpPr>
            <a:spLocks noGrp="1"/>
          </p:cNvSpPr>
          <p:nvPr>
            <p:ph type="pic" sz="quarter" idx="19"/>
          </p:nvPr>
        </p:nvSpPr>
        <p:spPr>
          <a:xfrm>
            <a:off x="996794" y="1593767"/>
            <a:ext cx="4114800" cy="4107087"/>
          </a:xfrm>
          <a:prstGeom prst="roundRect">
            <a:avLst>
              <a:gd name="adj" fmla="val 7615"/>
            </a:avLst>
          </a:prstGeom>
          <a:solidFill>
            <a:srgbClr val="F0F0F5"/>
          </a:solidFill>
        </p:spPr>
        <p:txBody>
          <a:bodyPr anchor="ctr"/>
          <a:lstStyle>
            <a:lvl1pPr marL="90000" indent="0" algn="ctr">
              <a:buNone/>
              <a:defRPr/>
            </a:lvl1pPr>
          </a:lstStyle>
          <a:p>
            <a:r>
              <a:rPr lang="tr-TR"/>
              <a:t>Resim eklemek için simgeye tıklayın</a:t>
            </a:r>
            <a:endParaRPr lang="en-US"/>
          </a:p>
        </p:txBody>
      </p:sp>
      <p:sp>
        <p:nvSpPr>
          <p:cNvPr id="20" name="Title 1">
            <a:extLst>
              <a:ext uri="{FF2B5EF4-FFF2-40B4-BE49-F238E27FC236}">
                <a16:creationId xmlns:a16="http://schemas.microsoft.com/office/drawing/2014/main" id="{9155D1B6-A36C-3770-3DE0-E1FC043738EF}"/>
              </a:ext>
            </a:extLst>
          </p:cNvPr>
          <p:cNvSpPr>
            <a:spLocks noGrp="1"/>
          </p:cNvSpPr>
          <p:nvPr>
            <p:ph type="title"/>
          </p:nvPr>
        </p:nvSpPr>
        <p:spPr>
          <a:xfrm>
            <a:off x="695327" y="428400"/>
            <a:ext cx="10606318" cy="518685"/>
          </a:xfrm>
        </p:spPr>
        <p:txBody>
          <a:bodyPr anchor="t" anchorCtr="0"/>
          <a:lstStyle/>
          <a:p>
            <a:r>
              <a:rPr lang="tr-TR"/>
              <a:t>Asıl başlık stilini düzenlemek için tıklayın</a:t>
            </a: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3" name="Text Placeholder 22">
            <a:extLst>
              <a:ext uri="{FF2B5EF4-FFF2-40B4-BE49-F238E27FC236}">
                <a16:creationId xmlns:a16="http://schemas.microsoft.com/office/drawing/2014/main" id="{F18D3783-8BAD-F494-8B12-7CF7AE3055ED}"/>
              </a:ext>
            </a:extLst>
          </p:cNvPr>
          <p:cNvSpPr>
            <a:spLocks noGrp="1"/>
          </p:cNvSpPr>
          <p:nvPr>
            <p:ph type="body" sz="quarter" idx="13" hasCustomPrompt="1"/>
          </p:nvPr>
        </p:nvSpPr>
        <p:spPr>
          <a:xfrm>
            <a:off x="6182226" y="1704516"/>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5" name="Text Placeholder 24">
            <a:extLst>
              <a:ext uri="{FF2B5EF4-FFF2-40B4-BE49-F238E27FC236}">
                <a16:creationId xmlns:a16="http://schemas.microsoft.com/office/drawing/2014/main" id="{4CE49D2F-57C5-C6D7-6216-B2D75F0E9F80}"/>
              </a:ext>
            </a:extLst>
          </p:cNvPr>
          <p:cNvSpPr>
            <a:spLocks noGrp="1"/>
          </p:cNvSpPr>
          <p:nvPr>
            <p:ph type="body" sz="quarter" idx="14"/>
          </p:nvPr>
        </p:nvSpPr>
        <p:spPr>
          <a:xfrm>
            <a:off x="6181725" y="2096771"/>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6" name="Text Placeholder 22">
            <a:extLst>
              <a:ext uri="{FF2B5EF4-FFF2-40B4-BE49-F238E27FC236}">
                <a16:creationId xmlns:a16="http://schemas.microsoft.com/office/drawing/2014/main" id="{FF193B1F-8EF5-CCA3-E8B2-AD9CB5654F61}"/>
              </a:ext>
            </a:extLst>
          </p:cNvPr>
          <p:cNvSpPr>
            <a:spLocks noGrp="1"/>
          </p:cNvSpPr>
          <p:nvPr>
            <p:ph type="body" sz="quarter" idx="15" hasCustomPrompt="1"/>
          </p:nvPr>
        </p:nvSpPr>
        <p:spPr>
          <a:xfrm>
            <a:off x="6182226" y="3050998"/>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7" name="Text Placeholder 24">
            <a:extLst>
              <a:ext uri="{FF2B5EF4-FFF2-40B4-BE49-F238E27FC236}">
                <a16:creationId xmlns:a16="http://schemas.microsoft.com/office/drawing/2014/main" id="{EE743EC8-1A09-95A3-0597-13315B963DD1}"/>
              </a:ext>
            </a:extLst>
          </p:cNvPr>
          <p:cNvSpPr>
            <a:spLocks noGrp="1"/>
          </p:cNvSpPr>
          <p:nvPr>
            <p:ph type="body" sz="quarter" idx="16"/>
          </p:nvPr>
        </p:nvSpPr>
        <p:spPr>
          <a:xfrm>
            <a:off x="6181725" y="3443253"/>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8" name="Text Placeholder 22">
            <a:extLst>
              <a:ext uri="{FF2B5EF4-FFF2-40B4-BE49-F238E27FC236}">
                <a16:creationId xmlns:a16="http://schemas.microsoft.com/office/drawing/2014/main" id="{BAFC6E54-9A0B-DDE9-4401-256A542869C7}"/>
              </a:ext>
            </a:extLst>
          </p:cNvPr>
          <p:cNvSpPr>
            <a:spLocks noGrp="1"/>
          </p:cNvSpPr>
          <p:nvPr>
            <p:ph type="body" sz="quarter" idx="17" hasCustomPrompt="1"/>
          </p:nvPr>
        </p:nvSpPr>
        <p:spPr>
          <a:xfrm>
            <a:off x="6182226" y="4397480"/>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9" name="Text Placeholder 24">
            <a:extLst>
              <a:ext uri="{FF2B5EF4-FFF2-40B4-BE49-F238E27FC236}">
                <a16:creationId xmlns:a16="http://schemas.microsoft.com/office/drawing/2014/main" id="{17ACAF80-DFD5-AA6B-61A0-54EBA4EBE35D}"/>
              </a:ext>
            </a:extLst>
          </p:cNvPr>
          <p:cNvSpPr>
            <a:spLocks noGrp="1"/>
          </p:cNvSpPr>
          <p:nvPr>
            <p:ph type="body" sz="quarter" idx="18"/>
          </p:nvPr>
        </p:nvSpPr>
        <p:spPr>
          <a:xfrm>
            <a:off x="6181725" y="4789735"/>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7" name="Rectangle 6">
            <a:extLst>
              <a:ext uri="{FF2B5EF4-FFF2-40B4-BE49-F238E27FC236}">
                <a16:creationId xmlns:a16="http://schemas.microsoft.com/office/drawing/2014/main" id="{052EE144-5BB5-C5BE-3211-4ACE9671E42F}"/>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90312155"/>
      </p:ext>
    </p:extLst>
  </p:cSld>
  <p:clrMapOvr>
    <a:masterClrMapping/>
  </p:clrMapOvr>
  <p:hf hdr="0" ftr="0" dt="0"/>
</p:sldLayout>
</file>

<file path=ppt/slideLayouts/slideLayout128.xml><?xml version="1.0" encoding="utf-8"?>
<p:sldLayout xmlns:a="http://schemas.openxmlformats.org/drawingml/2006/main" xmlns:r="http://schemas.openxmlformats.org/officeDocument/2006/relationships" xmlns:p="http://schemas.openxmlformats.org/presentationml/2006/main" preserve="1">
  <p:cSld name="Content image backgroun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B566984-B347-149E-5EF6-AAEE91A2E0DA}"/>
              </a:ext>
            </a:extLst>
          </p:cNvPr>
          <p:cNvSpPr/>
          <p:nvPr/>
        </p:nvSpPr>
        <p:spPr>
          <a:xfrm>
            <a:off x="488878"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sp>
        <p:nvSpPr>
          <p:cNvPr id="8" name="Slide Number Placeholder 1">
            <a:extLst>
              <a:ext uri="{FF2B5EF4-FFF2-40B4-BE49-F238E27FC236}">
                <a16:creationId xmlns:a16="http://schemas.microsoft.com/office/drawing/2014/main" id="{819C1E24-F3BE-1545-B466-259D2F466505}"/>
              </a:ext>
            </a:extLst>
          </p:cNvPr>
          <p:cNvSpPr txBox="1">
            <a:spLocks/>
          </p:cNvSpPr>
          <p:nvPr/>
        </p:nvSpPr>
        <p:spPr>
          <a:xfrm>
            <a:off x="11301647" y="6356350"/>
            <a:ext cx="390053" cy="365125"/>
          </a:xfrm>
          <a:prstGeom prst="rect">
            <a:avLst/>
          </a:prstGeom>
        </p:spPr>
        <p:txBody>
          <a:bodyPr vert="horz" lIns="91440" tIns="45720" rIns="91440" bIns="45720" rtlCol="0" anchor="ctr"/>
          <a:lstStyle>
            <a:defPPr>
              <a:defRPr lang="en-US"/>
            </a:defPPr>
            <a:lvl1pPr marL="0" algn="ctr" defTabSz="914400" rtl="0" eaLnBrk="1" latinLnBrk="0" hangingPunct="1">
              <a:defRPr lang="en-US" sz="1200" b="1" i="0" kern="1200" smtClean="0">
                <a:solidFill>
                  <a:schemeClr val="tx1">
                    <a:lumMod val="25000"/>
                    <a:lumOff val="75000"/>
                  </a:schemeClr>
                </a:solidFill>
                <a:latin typeface="Montserrat SemiBold" pitchFamily="2" charset="77"/>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531A8E9-B4CF-5643-AF96-CB4C768DAD63}" type="slidenum">
              <a:rPr lang="en-GB" smtClean="0"/>
              <a:pPr/>
              <a:t>‹#›</a:t>
            </a:fld>
            <a:endParaRPr lang="en-GB"/>
          </a:p>
        </p:txBody>
      </p:sp>
      <p:sp>
        <p:nvSpPr>
          <p:cNvPr id="26" name="Title 1">
            <a:extLst>
              <a:ext uri="{FF2B5EF4-FFF2-40B4-BE49-F238E27FC236}">
                <a16:creationId xmlns:a16="http://schemas.microsoft.com/office/drawing/2014/main" id="{A462540C-F753-3056-E12C-65BA9F963C69}"/>
              </a:ext>
            </a:extLst>
          </p:cNvPr>
          <p:cNvSpPr>
            <a:spLocks noGrp="1"/>
          </p:cNvSpPr>
          <p:nvPr>
            <p:ph type="title"/>
          </p:nvPr>
        </p:nvSpPr>
        <p:spPr>
          <a:xfrm>
            <a:off x="1077412" y="428399"/>
            <a:ext cx="5090026" cy="738000"/>
          </a:xfrm>
        </p:spPr>
        <p:txBody>
          <a:bodyPr anchor="t" anchorCtr="0"/>
          <a:lstStyle/>
          <a:p>
            <a:r>
              <a:rPr lang="tr-TR"/>
              <a:t>Asıl başlık stilini düzenlemek için tıklayın</a:t>
            </a:r>
            <a:endParaRPr lang="en-US"/>
          </a:p>
        </p:txBody>
      </p:sp>
      <p:sp>
        <p:nvSpPr>
          <p:cNvPr id="27" name="Text Placeholder 22">
            <a:extLst>
              <a:ext uri="{FF2B5EF4-FFF2-40B4-BE49-F238E27FC236}">
                <a16:creationId xmlns:a16="http://schemas.microsoft.com/office/drawing/2014/main" id="{AB79E9F5-9B26-D766-6D16-3F285766002C}"/>
              </a:ext>
            </a:extLst>
          </p:cNvPr>
          <p:cNvSpPr>
            <a:spLocks noGrp="1"/>
          </p:cNvSpPr>
          <p:nvPr>
            <p:ph type="body" sz="quarter" idx="14" hasCustomPrompt="1"/>
          </p:nvPr>
        </p:nvSpPr>
        <p:spPr>
          <a:xfrm>
            <a:off x="1077971" y="1944056"/>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28" name="Text Placeholder 24">
            <a:extLst>
              <a:ext uri="{FF2B5EF4-FFF2-40B4-BE49-F238E27FC236}">
                <a16:creationId xmlns:a16="http://schemas.microsoft.com/office/drawing/2014/main" id="{0EEF6B20-7D2D-8BE4-DEB0-1CB4EAA1F78E}"/>
              </a:ext>
            </a:extLst>
          </p:cNvPr>
          <p:cNvSpPr>
            <a:spLocks noGrp="1"/>
          </p:cNvSpPr>
          <p:nvPr>
            <p:ph type="body" sz="quarter" idx="15"/>
          </p:nvPr>
        </p:nvSpPr>
        <p:spPr>
          <a:xfrm>
            <a:off x="1077412" y="2336311"/>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29" name="Text Placeholder 22">
            <a:extLst>
              <a:ext uri="{FF2B5EF4-FFF2-40B4-BE49-F238E27FC236}">
                <a16:creationId xmlns:a16="http://schemas.microsoft.com/office/drawing/2014/main" id="{E2D47398-A81A-2F66-E483-91B10294E3CD}"/>
              </a:ext>
            </a:extLst>
          </p:cNvPr>
          <p:cNvSpPr>
            <a:spLocks noGrp="1"/>
          </p:cNvSpPr>
          <p:nvPr>
            <p:ph type="body" sz="quarter" idx="16" hasCustomPrompt="1"/>
          </p:nvPr>
        </p:nvSpPr>
        <p:spPr>
          <a:xfrm>
            <a:off x="1077971" y="3290538"/>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0" name="Text Placeholder 24">
            <a:extLst>
              <a:ext uri="{FF2B5EF4-FFF2-40B4-BE49-F238E27FC236}">
                <a16:creationId xmlns:a16="http://schemas.microsoft.com/office/drawing/2014/main" id="{EDA391CD-BF5E-4808-FA75-365989C2200E}"/>
              </a:ext>
            </a:extLst>
          </p:cNvPr>
          <p:cNvSpPr>
            <a:spLocks noGrp="1"/>
          </p:cNvSpPr>
          <p:nvPr>
            <p:ph type="body" sz="quarter" idx="17"/>
          </p:nvPr>
        </p:nvSpPr>
        <p:spPr>
          <a:xfrm>
            <a:off x="1077412" y="3682793"/>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1" name="Text Placeholder 22">
            <a:extLst>
              <a:ext uri="{FF2B5EF4-FFF2-40B4-BE49-F238E27FC236}">
                <a16:creationId xmlns:a16="http://schemas.microsoft.com/office/drawing/2014/main" id="{8B28A51F-7A4D-0432-A413-F17616ABC40C}"/>
              </a:ext>
            </a:extLst>
          </p:cNvPr>
          <p:cNvSpPr>
            <a:spLocks noGrp="1"/>
          </p:cNvSpPr>
          <p:nvPr>
            <p:ph type="body" sz="quarter" idx="18" hasCustomPrompt="1"/>
          </p:nvPr>
        </p:nvSpPr>
        <p:spPr>
          <a:xfrm>
            <a:off x="1077971" y="4637020"/>
            <a:ext cx="4910175"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4">
            <a:extLst>
              <a:ext uri="{FF2B5EF4-FFF2-40B4-BE49-F238E27FC236}">
                <a16:creationId xmlns:a16="http://schemas.microsoft.com/office/drawing/2014/main" id="{40B90ED3-2AF3-6557-DEDB-F226C1F67491}"/>
              </a:ext>
            </a:extLst>
          </p:cNvPr>
          <p:cNvSpPr>
            <a:spLocks noGrp="1"/>
          </p:cNvSpPr>
          <p:nvPr>
            <p:ph type="body" sz="quarter" idx="19"/>
          </p:nvPr>
        </p:nvSpPr>
        <p:spPr>
          <a:xfrm>
            <a:off x="1077412" y="5029275"/>
            <a:ext cx="4910638"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34" name="Freeform 33">
            <a:extLst>
              <a:ext uri="{FF2B5EF4-FFF2-40B4-BE49-F238E27FC236}">
                <a16:creationId xmlns:a16="http://schemas.microsoft.com/office/drawing/2014/main" id="{71B9B645-A9EB-1AA3-6ACA-3315C5441FE5}"/>
              </a:ext>
            </a:extLst>
          </p:cNvPr>
          <p:cNvSpPr>
            <a:spLocks noGrp="1"/>
          </p:cNvSpPr>
          <p:nvPr>
            <p:ph type="pic" sz="quarter" idx="13"/>
          </p:nvPr>
        </p:nvSpPr>
        <p:spPr>
          <a:xfrm>
            <a:off x="0" y="0"/>
            <a:ext cx="12191999" cy="6858000"/>
          </a:xfrm>
          <a:custGeom>
            <a:avLst/>
            <a:gdLst>
              <a:gd name="connsiteX0" fmla="*/ 6399839 w 12191999"/>
              <a:gd name="connsiteY0" fmla="*/ 0 h 6858000"/>
              <a:gd name="connsiteX1" fmla="*/ 12191999 w 12191999"/>
              <a:gd name="connsiteY1" fmla="*/ 0 h 6858000"/>
              <a:gd name="connsiteX2" fmla="*/ 12191999 w 12191999"/>
              <a:gd name="connsiteY2" fmla="*/ 6858000 h 6858000"/>
              <a:gd name="connsiteX3" fmla="*/ 6399839 w 12191999"/>
              <a:gd name="connsiteY3" fmla="*/ 6858000 h 6858000"/>
              <a:gd name="connsiteX4" fmla="*/ 0 w 12191999"/>
              <a:gd name="connsiteY4" fmla="*/ 0 h 6858000"/>
              <a:gd name="connsiteX5" fmla="*/ 488877 w 12191999"/>
              <a:gd name="connsiteY5" fmla="*/ 0 h 6858000"/>
              <a:gd name="connsiteX6" fmla="*/ 488877 w 12191999"/>
              <a:gd name="connsiteY6" fmla="*/ 6858000 h 6858000"/>
              <a:gd name="connsiteX7" fmla="*/ 0 w 12191999"/>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1999" h="6858000">
                <a:moveTo>
                  <a:pt x="6399839" y="0"/>
                </a:moveTo>
                <a:lnTo>
                  <a:pt x="12191999" y="0"/>
                </a:lnTo>
                <a:lnTo>
                  <a:pt x="12191999" y="6858000"/>
                </a:lnTo>
                <a:lnTo>
                  <a:pt x="6399839" y="6858000"/>
                </a:lnTo>
                <a:close/>
                <a:moveTo>
                  <a:pt x="0" y="0"/>
                </a:moveTo>
                <a:lnTo>
                  <a:pt x="488877" y="0"/>
                </a:lnTo>
                <a:lnTo>
                  <a:pt x="488877" y="6858000"/>
                </a:lnTo>
                <a:lnTo>
                  <a:pt x="0" y="6858000"/>
                </a:lnTo>
                <a:close/>
              </a:path>
            </a:pathLst>
          </a:custGeom>
          <a:solidFill>
            <a:srgbClr val="F0F0F5"/>
          </a:solidFill>
        </p:spPr>
        <p:txBody>
          <a:bodyPr wrap="square" anchor="ctr">
            <a:noAutofit/>
          </a:bodyPr>
          <a:lstStyle>
            <a:lvl1pPr marL="90000" indent="0" algn="r">
              <a:buNone/>
              <a:defRPr/>
            </a:lvl1pPr>
          </a:lstStyle>
          <a:p>
            <a:r>
              <a:rPr lang="tr-TR"/>
              <a:t>Resim eklemek için simgeye tıklayın</a:t>
            </a:r>
            <a:endParaRPr lang="en-US"/>
          </a:p>
        </p:txBody>
      </p:sp>
    </p:spTree>
    <p:extLst>
      <p:ext uri="{BB962C8B-B14F-4D97-AF65-F5344CB8AC3E}">
        <p14:creationId xmlns:p14="http://schemas.microsoft.com/office/powerpoint/2010/main" val="1274559613"/>
      </p:ext>
    </p:extLst>
  </p:cSld>
  <p:clrMapOvr>
    <a:masterClrMapping/>
  </p:clrMapOvr>
  <p:hf hdr="0" ftr="0" dt="0"/>
</p:sldLayout>
</file>

<file path=ppt/slideLayouts/slideLayout129.xml><?xml version="1.0" encoding="utf-8"?>
<p:sldLayout xmlns:a="http://schemas.openxmlformats.org/drawingml/2006/main" xmlns:r="http://schemas.openxmlformats.org/officeDocument/2006/relationships" xmlns:p="http://schemas.openxmlformats.org/presentationml/2006/main" preserve="1">
  <p:cSld name="Bulleted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10606321" cy="4703738"/>
          </a:xfrm>
        </p:spPr>
        <p:txBody>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2427515163"/>
      </p:ext>
    </p:extLst>
  </p:cSld>
  <p:clrMapOvr>
    <a:masterClrMapping/>
  </p:clrMapOvr>
  <p:hf hdr="0" ftr="0" dt="0"/>
  <p:extLst>
    <p:ext uri="{DCECCB84-F9BA-43D5-87BE-67443E8EF086}">
      <p15:sldGuideLst xmlns:p15="http://schemas.microsoft.com/office/powerpoint/2012/main"/>
    </p:ext>
  </p:extLs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Bulleted 2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19" cy="687600"/>
          </a:xfrm>
        </p:spPr>
        <p:txBody>
          <a:bodyPr anchor="t" anchorCtr="0"/>
          <a:lstStyle>
            <a:lvl1pPr>
              <a:defRPr>
                <a:solidFill>
                  <a:schemeClr val="tx1"/>
                </a:solidFill>
              </a:defRPr>
            </a:lvl1pPr>
          </a:lstStyle>
          <a:p>
            <a:r>
              <a:rPr lang="en-GB"/>
              <a:t>2 column layout </a:t>
            </a:r>
            <a:endParaRPr lang="en-US"/>
          </a:p>
        </p:txBody>
      </p:sp>
      <p:sp>
        <p:nvSpPr>
          <p:cNvPr id="11" name="Text Placeholder 10">
            <a:extLst>
              <a:ext uri="{FF2B5EF4-FFF2-40B4-BE49-F238E27FC236}">
                <a16:creationId xmlns:a16="http://schemas.microsoft.com/office/drawing/2014/main" id="{BFBE95FB-3017-DADE-892F-13E7D40E0C72}"/>
              </a:ext>
            </a:extLst>
          </p:cNvPr>
          <p:cNvSpPr>
            <a:spLocks noGrp="1"/>
          </p:cNvSpPr>
          <p:nvPr>
            <p:ph type="body" sz="quarter" idx="15"/>
          </p:nvPr>
        </p:nvSpPr>
        <p:spPr>
          <a:xfrm>
            <a:off x="694800" y="1425600"/>
            <a:ext cx="5292000" cy="4703763"/>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6" name="Content Placeholder 15">
            <a:extLst>
              <a:ext uri="{FF2B5EF4-FFF2-40B4-BE49-F238E27FC236}">
                <a16:creationId xmlns:a16="http://schemas.microsoft.com/office/drawing/2014/main" id="{4FE3A2E7-1F0F-EE32-54FC-483C1B486503}"/>
              </a:ext>
            </a:extLst>
          </p:cNvPr>
          <p:cNvSpPr>
            <a:spLocks noGrp="1"/>
          </p:cNvSpPr>
          <p:nvPr>
            <p:ph sz="quarter" idx="16"/>
          </p:nvPr>
        </p:nvSpPr>
        <p:spPr>
          <a:xfrm>
            <a:off x="6181725" y="1425600"/>
            <a:ext cx="5292725" cy="4703762"/>
          </a:xfrm>
        </p:spPr>
        <p:txBody>
          <a:bodyPr rIns="14400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4070070323"/>
      </p:ext>
    </p:extLst>
  </p:cSld>
  <p:clrMapOvr>
    <a:masterClrMapping/>
  </p:clrMapOvr>
  <p:hf hdr="0" ftr="0" dt="0"/>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Bulleted 3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3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5" name="Text Placeholder 21">
            <a:extLst>
              <a:ext uri="{FF2B5EF4-FFF2-40B4-BE49-F238E27FC236}">
                <a16:creationId xmlns:a16="http://schemas.microsoft.com/office/drawing/2014/main" id="{B7E141D0-D9B3-455C-EEDE-4DCE0B6CFF8C}"/>
              </a:ext>
            </a:extLst>
          </p:cNvPr>
          <p:cNvSpPr>
            <a:spLocks noGrp="1"/>
          </p:cNvSpPr>
          <p:nvPr>
            <p:ph type="body" sz="quarter" idx="25" hasCustomPrompt="1"/>
          </p:nvPr>
        </p:nvSpPr>
        <p:spPr>
          <a:xfrm>
            <a:off x="4306793"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9" name="Text Placeholder 21">
            <a:extLst>
              <a:ext uri="{FF2B5EF4-FFF2-40B4-BE49-F238E27FC236}">
                <a16:creationId xmlns:a16="http://schemas.microsoft.com/office/drawing/2014/main" id="{63506340-35FC-C29C-ECA6-E18ACF788B77}"/>
              </a:ext>
            </a:extLst>
          </p:cNvPr>
          <p:cNvSpPr>
            <a:spLocks noGrp="1"/>
          </p:cNvSpPr>
          <p:nvPr>
            <p:ph type="body" sz="quarter" idx="27" hasCustomPrompt="1"/>
          </p:nvPr>
        </p:nvSpPr>
        <p:spPr>
          <a:xfrm>
            <a:off x="7909209" y="1412876"/>
            <a:ext cx="3392438" cy="549466"/>
          </a:xfrm>
        </p:spPr>
        <p:txBody>
          <a:bodyPr rIns="108000" anchor="b"/>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12" name="Text Placeholder 11">
            <a:extLst>
              <a:ext uri="{FF2B5EF4-FFF2-40B4-BE49-F238E27FC236}">
                <a16:creationId xmlns:a16="http://schemas.microsoft.com/office/drawing/2014/main" id="{67A58C3F-4AF2-5203-B79A-85304ECE660D}"/>
              </a:ext>
            </a:extLst>
          </p:cNvPr>
          <p:cNvSpPr>
            <a:spLocks noGrp="1"/>
          </p:cNvSpPr>
          <p:nvPr>
            <p:ph type="body" sz="quarter" idx="29"/>
          </p:nvPr>
        </p:nvSpPr>
        <p:spPr>
          <a:xfrm>
            <a:off x="693738" y="2120900"/>
            <a:ext cx="3403600" cy="401637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4" name="Text Placeholder 13">
            <a:extLst>
              <a:ext uri="{FF2B5EF4-FFF2-40B4-BE49-F238E27FC236}">
                <a16:creationId xmlns:a16="http://schemas.microsoft.com/office/drawing/2014/main" id="{D9D4218F-21E0-836D-1281-7B919D8FB3B9}"/>
              </a:ext>
            </a:extLst>
          </p:cNvPr>
          <p:cNvSpPr>
            <a:spLocks noGrp="1"/>
          </p:cNvSpPr>
          <p:nvPr>
            <p:ph type="body" sz="quarter" idx="30"/>
          </p:nvPr>
        </p:nvSpPr>
        <p:spPr>
          <a:xfrm>
            <a:off x="4305600" y="2120900"/>
            <a:ext cx="3391200" cy="4010400"/>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
        <p:nvSpPr>
          <p:cNvPr id="16" name="Text Placeholder 15">
            <a:extLst>
              <a:ext uri="{FF2B5EF4-FFF2-40B4-BE49-F238E27FC236}">
                <a16:creationId xmlns:a16="http://schemas.microsoft.com/office/drawing/2014/main" id="{C48AC3CA-21D5-5DE9-5215-889DD6CCC3A9}"/>
              </a:ext>
            </a:extLst>
          </p:cNvPr>
          <p:cNvSpPr>
            <a:spLocks noGrp="1"/>
          </p:cNvSpPr>
          <p:nvPr>
            <p:ph type="body" sz="quarter" idx="31"/>
          </p:nvPr>
        </p:nvSpPr>
        <p:spPr>
          <a:xfrm>
            <a:off x="7909200" y="2120400"/>
            <a:ext cx="3405600" cy="4010025"/>
          </a:xfrm>
        </p:spPr>
        <p:txBody>
          <a:bodyPr rIns="108000"/>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p:txBody>
      </p:sp>
    </p:spTree>
    <p:extLst>
      <p:ext uri="{BB962C8B-B14F-4D97-AF65-F5344CB8AC3E}">
        <p14:creationId xmlns:p14="http://schemas.microsoft.com/office/powerpoint/2010/main" val="1535404391"/>
      </p:ext>
    </p:extLst>
  </p:cSld>
  <p:clrMapOvr>
    <a:masterClrMapping/>
  </p:clrMapOvr>
  <p:hf hdr="0" ftr="0" dt="0"/>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Bulleted 4 Column">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hasCustomPrompt="1"/>
          </p:nvPr>
        </p:nvSpPr>
        <p:spPr>
          <a:xfrm>
            <a:off x="695327" y="428400"/>
            <a:ext cx="10606320" cy="687600"/>
          </a:xfrm>
        </p:spPr>
        <p:txBody>
          <a:bodyPr anchor="t" anchorCtr="0"/>
          <a:lstStyle>
            <a:lvl1pPr>
              <a:defRPr>
                <a:solidFill>
                  <a:schemeClr val="tx1"/>
                </a:solidFill>
              </a:defRPr>
            </a:lvl1pPr>
          </a:lstStyle>
          <a:p>
            <a:r>
              <a:rPr lang="en-GB"/>
              <a:t>4 column layout</a:t>
            </a:r>
            <a:endParaRPr lang="en-US"/>
          </a:p>
        </p:txBody>
      </p: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8"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1" name="Text Placeholder 21">
            <a:extLst>
              <a:ext uri="{FF2B5EF4-FFF2-40B4-BE49-F238E27FC236}">
                <a16:creationId xmlns:a16="http://schemas.microsoft.com/office/drawing/2014/main" id="{408044AA-06B3-8EC5-025E-E0C370AA3F1B}"/>
              </a:ext>
            </a:extLst>
          </p:cNvPr>
          <p:cNvSpPr>
            <a:spLocks noGrp="1"/>
          </p:cNvSpPr>
          <p:nvPr>
            <p:ph type="body" sz="quarter" idx="25" hasCustomPrompt="1"/>
          </p:nvPr>
        </p:nvSpPr>
        <p:spPr>
          <a:xfrm>
            <a:off x="3396801"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3" name="Text Placeholder 21">
            <a:extLst>
              <a:ext uri="{FF2B5EF4-FFF2-40B4-BE49-F238E27FC236}">
                <a16:creationId xmlns:a16="http://schemas.microsoft.com/office/drawing/2014/main" id="{6324656E-F595-8EF0-301D-E96ABD1BC781}"/>
              </a:ext>
            </a:extLst>
          </p:cNvPr>
          <p:cNvSpPr>
            <a:spLocks noGrp="1"/>
          </p:cNvSpPr>
          <p:nvPr>
            <p:ph type="body" sz="quarter" idx="27" hasCustomPrompt="1"/>
          </p:nvPr>
        </p:nvSpPr>
        <p:spPr>
          <a:xfrm>
            <a:off x="6089224" y="1412875"/>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35" name="Text Placeholder 21">
            <a:extLst>
              <a:ext uri="{FF2B5EF4-FFF2-40B4-BE49-F238E27FC236}">
                <a16:creationId xmlns:a16="http://schemas.microsoft.com/office/drawing/2014/main" id="{ABE22CCF-2F3A-7BF7-D06A-98DA8FDF195D}"/>
              </a:ext>
            </a:extLst>
          </p:cNvPr>
          <p:cNvSpPr>
            <a:spLocks noGrp="1"/>
          </p:cNvSpPr>
          <p:nvPr>
            <p:ph type="body" sz="quarter" idx="29" hasCustomPrompt="1"/>
          </p:nvPr>
        </p:nvSpPr>
        <p:spPr>
          <a:xfrm>
            <a:off x="8781647" y="1417662"/>
            <a:ext cx="2520000" cy="544679"/>
          </a:xfrm>
        </p:spPr>
        <p:txBody>
          <a:bodyPr rIns="108000" anchor="b"/>
          <a:lstStyle>
            <a:lvl1pPr marL="0" algn="l" defTabSz="914400" rtl="0" eaLnBrk="1" latinLnBrk="0" hangingPunct="1">
              <a:lnSpc>
                <a:spcPct val="90000"/>
              </a:lnSpc>
              <a:spcBef>
                <a:spcPct val="0"/>
              </a:spcBef>
              <a:buNone/>
              <a:defRPr lang="en-US" sz="18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C25359EB-9A8A-74DE-9807-20FC1CFC6CDA}"/>
              </a:ext>
            </a:extLst>
          </p:cNvPr>
          <p:cNvSpPr>
            <a:spLocks noGrp="1"/>
          </p:cNvSpPr>
          <p:nvPr>
            <p:ph type="body" sz="quarter" idx="31"/>
          </p:nvPr>
        </p:nvSpPr>
        <p:spPr>
          <a:xfrm>
            <a:off x="704850" y="2120900"/>
            <a:ext cx="2519363" cy="4010400"/>
          </a:xfrm>
        </p:spPr>
        <p:txBody>
          <a:bodyPr rIns="108000"/>
          <a:lstStyle>
            <a:lvl1pPr>
              <a:defRPr sz="1600"/>
            </a:lvl1pPr>
            <a:lvl2pPr>
              <a:defRPr sz="1400"/>
            </a:lvl2pPr>
            <a:lvl3pPr>
              <a:defRPr sz="1200"/>
            </a:lvl3pPr>
            <a:lvl4pPr>
              <a:defRPr sz="1100"/>
            </a:lvl4pPr>
            <a:lvl5pPr>
              <a:defRPr sz="1050"/>
            </a:lvl5pPr>
          </a:lstStyle>
          <a:p>
            <a:pPr lvl="0"/>
            <a:r>
              <a:rPr lang="tr-TR"/>
              <a:t>Asıl metin stillerini düzenlemek için tıklayın</a:t>
            </a:r>
          </a:p>
          <a:p>
            <a:pPr lvl="1"/>
            <a:r>
              <a:rPr lang="tr-TR"/>
              <a:t>İkinci düzey</a:t>
            </a:r>
          </a:p>
          <a:p>
            <a:pPr lvl="2"/>
            <a:r>
              <a:rPr lang="tr-TR"/>
              <a:t>Üçüncü düzey</a:t>
            </a:r>
          </a:p>
        </p:txBody>
      </p:sp>
      <p:sp>
        <p:nvSpPr>
          <p:cNvPr id="10" name="Text Placeholder 9">
            <a:extLst>
              <a:ext uri="{FF2B5EF4-FFF2-40B4-BE49-F238E27FC236}">
                <a16:creationId xmlns:a16="http://schemas.microsoft.com/office/drawing/2014/main" id="{BAF02570-AAC4-EB67-6803-AFEF5ADB1742}"/>
              </a:ext>
            </a:extLst>
          </p:cNvPr>
          <p:cNvSpPr>
            <a:spLocks noGrp="1"/>
          </p:cNvSpPr>
          <p:nvPr>
            <p:ph type="body" sz="quarter" idx="32"/>
          </p:nvPr>
        </p:nvSpPr>
        <p:spPr>
          <a:xfrm>
            <a:off x="3397250" y="2120900"/>
            <a:ext cx="2519363"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2" name="Text Placeholder 11">
            <a:extLst>
              <a:ext uri="{FF2B5EF4-FFF2-40B4-BE49-F238E27FC236}">
                <a16:creationId xmlns:a16="http://schemas.microsoft.com/office/drawing/2014/main" id="{1ADF1DC0-C063-7FD0-F2DB-E264C6887974}"/>
              </a:ext>
            </a:extLst>
          </p:cNvPr>
          <p:cNvSpPr>
            <a:spLocks noGrp="1"/>
          </p:cNvSpPr>
          <p:nvPr>
            <p:ph type="body" sz="quarter" idx="33"/>
          </p:nvPr>
        </p:nvSpPr>
        <p:spPr>
          <a:xfrm>
            <a:off x="60912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
        <p:nvSpPr>
          <p:cNvPr id="14" name="Text Placeholder 13">
            <a:extLst>
              <a:ext uri="{FF2B5EF4-FFF2-40B4-BE49-F238E27FC236}">
                <a16:creationId xmlns:a16="http://schemas.microsoft.com/office/drawing/2014/main" id="{E53BD47F-EE45-B3AF-33B4-9D794F8668D6}"/>
              </a:ext>
            </a:extLst>
          </p:cNvPr>
          <p:cNvSpPr>
            <a:spLocks noGrp="1"/>
          </p:cNvSpPr>
          <p:nvPr>
            <p:ph type="body" sz="quarter" idx="34"/>
          </p:nvPr>
        </p:nvSpPr>
        <p:spPr>
          <a:xfrm>
            <a:off x="8780400" y="2120900"/>
            <a:ext cx="2520000" cy="4008438"/>
          </a:xfrm>
        </p:spPr>
        <p:txBody>
          <a:bodyPr rIns="108000"/>
          <a:lstStyle>
            <a:lvl1pPr>
              <a:defRPr sz="1600"/>
            </a:lvl1pPr>
            <a:lvl2pPr>
              <a:defRPr sz="1400"/>
            </a:lvl2pPr>
            <a:lvl3pPr>
              <a:defRPr sz="1200"/>
            </a:lvl3pPr>
            <a:lvl4pPr>
              <a:defRPr sz="1050"/>
            </a:lvl4pPr>
            <a:lvl5pPr>
              <a:defRPr sz="1000"/>
            </a:lvl5pPr>
          </a:lstStyle>
          <a:p>
            <a:pPr lvl="0"/>
            <a:r>
              <a:rPr lang="tr-TR"/>
              <a:t>Asıl metin stillerini düzenlemek için tıklayın</a:t>
            </a:r>
          </a:p>
          <a:p>
            <a:pPr lvl="1"/>
            <a:r>
              <a:rPr lang="tr-TR"/>
              <a:t>İkinci düzey</a:t>
            </a:r>
          </a:p>
          <a:p>
            <a:pPr lvl="2"/>
            <a:r>
              <a:rPr lang="tr-TR"/>
              <a:t>Üçüncü düzey</a:t>
            </a:r>
          </a:p>
        </p:txBody>
      </p:sp>
    </p:spTree>
    <p:extLst>
      <p:ext uri="{BB962C8B-B14F-4D97-AF65-F5344CB8AC3E}">
        <p14:creationId xmlns:p14="http://schemas.microsoft.com/office/powerpoint/2010/main" val="651565188"/>
      </p:ext>
    </p:extLst>
  </p:cSld>
  <p:clrMapOvr>
    <a:masterClrMapping/>
  </p:clrMapOvr>
  <p:hf hdr="0" ftr="0" dt="0"/>
</p:sldLayout>
</file>

<file path=ppt/slideLayouts/slideLayout133.xml><?xml version="1.0" encoding="utf-8"?>
<p:sldLayout xmlns:a="http://schemas.openxmlformats.org/drawingml/2006/main" xmlns:r="http://schemas.openxmlformats.org/officeDocument/2006/relationships" xmlns:p="http://schemas.openxmlformats.org/presentationml/2006/main" preserve="1">
  <p:cSld name="Bulleted Quadrant ">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17"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15" name="Straight Arrow Connector 14">
            <a:extLst>
              <a:ext uri="{FF2B5EF4-FFF2-40B4-BE49-F238E27FC236}">
                <a16:creationId xmlns:a16="http://schemas.microsoft.com/office/drawing/2014/main" id="{FC17876D-F756-34ED-FE38-BD84C113B5B8}"/>
              </a:ext>
            </a:extLst>
          </p:cNvPr>
          <p:cNvCxnSpPr>
            <a:cxnSpLocks/>
          </p:cNvCxnSpPr>
          <p:nvPr/>
        </p:nvCxnSpPr>
        <p:spPr>
          <a:xfrm>
            <a:off x="694220" y="3762829"/>
            <a:ext cx="10666101" cy="0"/>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82E65298-43BA-FFF3-327B-46CE2692E53C}"/>
              </a:ext>
            </a:extLst>
          </p:cNvPr>
          <p:cNvCxnSpPr>
            <a:cxnSpLocks/>
          </p:cNvCxnSpPr>
          <p:nvPr/>
        </p:nvCxnSpPr>
        <p:spPr>
          <a:xfrm flipV="1">
            <a:off x="5988050" y="1417662"/>
            <a:ext cx="0" cy="4711676"/>
          </a:xfrm>
          <a:prstGeom prst="straightConnector1">
            <a:avLst/>
          </a:prstGeom>
          <a:ln w="12700">
            <a:solidFill>
              <a:schemeClr val="tx1">
                <a:lumMod val="25000"/>
                <a:lumOff val="75000"/>
              </a:schemeClr>
            </a:solidFill>
            <a:tailEnd type="none"/>
          </a:ln>
        </p:spPr>
        <p:style>
          <a:lnRef idx="1">
            <a:schemeClr val="accent1"/>
          </a:lnRef>
          <a:fillRef idx="0">
            <a:schemeClr val="accent1"/>
          </a:fillRef>
          <a:effectRef idx="0">
            <a:schemeClr val="accent1"/>
          </a:effectRef>
          <a:fontRef idx="minor">
            <a:schemeClr val="tx1"/>
          </a:fontRef>
        </p:style>
      </p:cxnSp>
      <p:sp>
        <p:nvSpPr>
          <p:cNvPr id="20" name="Text Placeholder 21">
            <a:extLst>
              <a:ext uri="{FF2B5EF4-FFF2-40B4-BE49-F238E27FC236}">
                <a16:creationId xmlns:a16="http://schemas.microsoft.com/office/drawing/2014/main" id="{299BC757-1618-AA5B-E811-446151C537F9}"/>
              </a:ext>
            </a:extLst>
          </p:cNvPr>
          <p:cNvSpPr>
            <a:spLocks noGrp="1"/>
          </p:cNvSpPr>
          <p:nvPr>
            <p:ph type="body" sz="quarter" idx="18" hasCustomPrompt="1"/>
          </p:nvPr>
        </p:nvSpPr>
        <p:spPr>
          <a:xfrm>
            <a:off x="704377"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2" name="Text Placeholder 21">
            <a:extLst>
              <a:ext uri="{FF2B5EF4-FFF2-40B4-BE49-F238E27FC236}">
                <a16:creationId xmlns:a16="http://schemas.microsoft.com/office/drawing/2014/main" id="{6E240717-6CDE-B21A-B545-87AA56D83907}"/>
              </a:ext>
            </a:extLst>
          </p:cNvPr>
          <p:cNvSpPr>
            <a:spLocks noGrp="1"/>
          </p:cNvSpPr>
          <p:nvPr>
            <p:ph type="body" sz="quarter" idx="19" hasCustomPrompt="1"/>
          </p:nvPr>
        </p:nvSpPr>
        <p:spPr>
          <a:xfrm>
            <a:off x="6170400" y="1417662"/>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4" name="Text Placeholder 21">
            <a:extLst>
              <a:ext uri="{FF2B5EF4-FFF2-40B4-BE49-F238E27FC236}">
                <a16:creationId xmlns:a16="http://schemas.microsoft.com/office/drawing/2014/main" id="{594E577C-B103-1B87-CEEE-02CFA31AC47C}"/>
              </a:ext>
            </a:extLst>
          </p:cNvPr>
          <p:cNvSpPr>
            <a:spLocks noGrp="1"/>
          </p:cNvSpPr>
          <p:nvPr>
            <p:ph type="body" sz="quarter" idx="21" hasCustomPrompt="1"/>
          </p:nvPr>
        </p:nvSpPr>
        <p:spPr>
          <a:xfrm>
            <a:off x="704377"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26" name="Text Placeholder 21">
            <a:extLst>
              <a:ext uri="{FF2B5EF4-FFF2-40B4-BE49-F238E27FC236}">
                <a16:creationId xmlns:a16="http://schemas.microsoft.com/office/drawing/2014/main" id="{FC45ADDA-AC55-0B94-398F-94F6B3B7DB97}"/>
              </a:ext>
            </a:extLst>
          </p:cNvPr>
          <p:cNvSpPr>
            <a:spLocks noGrp="1"/>
          </p:cNvSpPr>
          <p:nvPr>
            <p:ph type="body" sz="quarter" idx="23" hasCustomPrompt="1"/>
          </p:nvPr>
        </p:nvSpPr>
        <p:spPr>
          <a:xfrm>
            <a:off x="6169005" y="3956211"/>
            <a:ext cx="5121654" cy="317667"/>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Item here</a:t>
            </a:r>
            <a:endParaRPr lang="en-US"/>
          </a:p>
        </p:txBody>
      </p:sp>
      <p:sp>
        <p:nvSpPr>
          <p:cNvPr id="8" name="Text Placeholder 7">
            <a:extLst>
              <a:ext uri="{FF2B5EF4-FFF2-40B4-BE49-F238E27FC236}">
                <a16:creationId xmlns:a16="http://schemas.microsoft.com/office/drawing/2014/main" id="{9F173DC7-07F3-ABA3-D297-B2C121C32F70}"/>
              </a:ext>
            </a:extLst>
          </p:cNvPr>
          <p:cNvSpPr>
            <a:spLocks noGrp="1"/>
          </p:cNvSpPr>
          <p:nvPr>
            <p:ph type="body" sz="quarter" idx="25"/>
          </p:nvPr>
        </p:nvSpPr>
        <p:spPr>
          <a:xfrm>
            <a:off x="704850"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Text Placeholder 9">
            <a:extLst>
              <a:ext uri="{FF2B5EF4-FFF2-40B4-BE49-F238E27FC236}">
                <a16:creationId xmlns:a16="http://schemas.microsoft.com/office/drawing/2014/main" id="{6135DC4F-2FA0-7E50-CF62-9AFB6B3E217D}"/>
              </a:ext>
            </a:extLst>
          </p:cNvPr>
          <p:cNvSpPr>
            <a:spLocks noGrp="1"/>
          </p:cNvSpPr>
          <p:nvPr>
            <p:ph type="body" sz="quarter" idx="26"/>
          </p:nvPr>
        </p:nvSpPr>
        <p:spPr>
          <a:xfrm>
            <a:off x="6169025" y="1841500"/>
            <a:ext cx="5121275"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2" name="Text Placeholder 11">
            <a:extLst>
              <a:ext uri="{FF2B5EF4-FFF2-40B4-BE49-F238E27FC236}">
                <a16:creationId xmlns:a16="http://schemas.microsoft.com/office/drawing/2014/main" id="{93E6E024-9AF9-8E7F-A55A-8D12D291FDEB}"/>
              </a:ext>
            </a:extLst>
          </p:cNvPr>
          <p:cNvSpPr>
            <a:spLocks noGrp="1"/>
          </p:cNvSpPr>
          <p:nvPr>
            <p:ph type="body" sz="quarter" idx="27"/>
          </p:nvPr>
        </p:nvSpPr>
        <p:spPr>
          <a:xfrm>
            <a:off x="705600" y="4381200"/>
            <a:ext cx="5122800" cy="1717200"/>
          </a:xfrm>
        </p:spPr>
        <p:txBody>
          <a:bodyPr rIns="108000">
            <a:normAutofit/>
          </a:bodyPr>
          <a:lstStyle>
            <a:lvl1pPr>
              <a:defRPr sz="1800"/>
            </a:lvl1pPr>
            <a:lvl2pPr>
              <a:defRPr sz="1600"/>
            </a:lvl2pPr>
            <a:lvl3pPr>
              <a:defRPr sz="1400"/>
            </a:lvl3pPr>
            <a:lvl4pPr>
              <a:defRPr sz="1200"/>
            </a:lvl4pPr>
            <a:lvl5pPr>
              <a:defRPr sz="1100"/>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4" name="Text Placeholder 13">
            <a:extLst>
              <a:ext uri="{FF2B5EF4-FFF2-40B4-BE49-F238E27FC236}">
                <a16:creationId xmlns:a16="http://schemas.microsoft.com/office/drawing/2014/main" id="{F4D3BF96-B778-BA87-9A0E-995A78533748}"/>
              </a:ext>
            </a:extLst>
          </p:cNvPr>
          <p:cNvSpPr>
            <a:spLocks noGrp="1"/>
          </p:cNvSpPr>
          <p:nvPr>
            <p:ph type="body" sz="quarter" idx="28"/>
          </p:nvPr>
        </p:nvSpPr>
        <p:spPr>
          <a:xfrm>
            <a:off x="6169025" y="4381500"/>
            <a:ext cx="5122800" cy="1717200"/>
          </a:xfrm>
        </p:spPr>
        <p:txBody>
          <a:bodyPr rIns="10800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288145485"/>
      </p:ext>
    </p:extLst>
  </p:cSld>
  <p:clrMapOvr>
    <a:masterClrMapping/>
  </p:clrMapOvr>
  <p:hf hdr="0" ftr="0" dt="0"/>
</p:sldLayout>
</file>

<file path=ppt/slideLayouts/slideLayout134.xml><?xml version="1.0" encoding="utf-8"?>
<p:sldLayout xmlns:a="http://schemas.openxmlformats.org/drawingml/2006/main" xmlns:r="http://schemas.openxmlformats.org/officeDocument/2006/relationships" xmlns:p="http://schemas.openxmlformats.org/presentationml/2006/main" preserve="1">
  <p:cSld name="Bulleted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chemeClr val="bg1"/>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334216346"/>
      </p:ext>
    </p:extLst>
  </p:cSld>
  <p:clrMapOvr>
    <a:masterClrMapping/>
  </p:clrMapOvr>
  <p:hf hdr="0" ftr="0" dt="0"/>
</p:sldLayout>
</file>

<file path=ppt/slideLayouts/slideLayout135.xml><?xml version="1.0" encoding="utf-8"?>
<p:sldLayout xmlns:a="http://schemas.openxmlformats.org/drawingml/2006/main" xmlns:r="http://schemas.openxmlformats.org/officeDocument/2006/relationships" xmlns:p="http://schemas.openxmlformats.org/presentationml/2006/main" preserve="1">
  <p:cSld name="Bulleted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2226" y="1846769"/>
            <a:ext cx="5314446" cy="3898760"/>
          </a:xfrm>
        </p:spPr>
        <p:txBody>
          <a:bodyPr rIns="108000">
            <a:normAutofit/>
          </a:bodyPr>
          <a:lstStyle>
            <a:lvl1pPr>
              <a:lnSpc>
                <a:spcPct val="120000"/>
              </a:lnSpc>
              <a:defRPr/>
            </a:lvl1pPr>
            <a:lvl2pPr>
              <a:lnSpc>
                <a:spcPct val="120000"/>
              </a:lnSpc>
              <a:defRPr/>
            </a:lvl2pPr>
            <a:lvl3pPr>
              <a:lnSpc>
                <a:spcPct val="120000"/>
              </a:lnSpc>
              <a:defRPr/>
            </a:lvl3pPr>
            <a:lvl4pPr>
              <a:lnSpc>
                <a:spcPct val="120000"/>
              </a:lnSpc>
              <a:defRPr/>
            </a:lvl4pPr>
            <a:lvl5pPr>
              <a:lnSpc>
                <a:spcPct val="12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0" name="Text Placeholder 14">
            <a:extLst>
              <a:ext uri="{FF2B5EF4-FFF2-40B4-BE49-F238E27FC236}">
                <a16:creationId xmlns:a16="http://schemas.microsoft.com/office/drawing/2014/main" id="{88F1D0C3-E345-DA1A-3668-DE9F8B013670}"/>
              </a:ext>
            </a:extLst>
          </p:cNvPr>
          <p:cNvSpPr>
            <a:spLocks noGrp="1"/>
          </p:cNvSpPr>
          <p:nvPr>
            <p:ph type="body" sz="quarter" idx="15"/>
          </p:nvPr>
        </p:nvSpPr>
        <p:spPr>
          <a:xfrm>
            <a:off x="691804" y="1846769"/>
            <a:ext cx="4389140" cy="3898758"/>
          </a:xfrm>
        </p:spPr>
        <p:txBody>
          <a:bodyPr>
            <a:normAutofit/>
          </a:bodyPr>
          <a:lstStyle>
            <a:lvl1pPr>
              <a:lnSpc>
                <a:spcPct val="120000"/>
              </a:lnSpc>
              <a:defRPr>
                <a:solidFill>
                  <a:schemeClr val="tx1">
                    <a:lumMod val="75000"/>
                    <a:lumOff val="25000"/>
                  </a:schemeClr>
                </a:solidFill>
              </a:defRPr>
            </a:lvl1pPr>
            <a:lvl2pPr>
              <a:lnSpc>
                <a:spcPct val="120000"/>
              </a:lnSpc>
              <a:defRPr>
                <a:solidFill>
                  <a:schemeClr val="tx1">
                    <a:lumMod val="75000"/>
                    <a:lumOff val="25000"/>
                  </a:schemeClr>
                </a:solidFill>
              </a:defRPr>
            </a:lvl2pPr>
            <a:lvl3pPr>
              <a:lnSpc>
                <a:spcPct val="120000"/>
              </a:lnSpc>
              <a:defRPr>
                <a:solidFill>
                  <a:schemeClr val="tx1">
                    <a:lumMod val="75000"/>
                    <a:lumOff val="25000"/>
                  </a:schemeClr>
                </a:solidFill>
              </a:defRPr>
            </a:lvl3pPr>
            <a:lvl4pPr>
              <a:lnSpc>
                <a:spcPct val="120000"/>
              </a:lnSpc>
              <a:defRPr>
                <a:solidFill>
                  <a:schemeClr val="tx1">
                    <a:lumMod val="75000"/>
                    <a:lumOff val="25000"/>
                  </a:schemeClr>
                </a:solidFill>
              </a:defRPr>
            </a:lvl4pPr>
            <a:lvl5pPr>
              <a:lnSpc>
                <a:spcPct val="120000"/>
              </a:lnSpc>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Tree>
    <p:extLst>
      <p:ext uri="{BB962C8B-B14F-4D97-AF65-F5344CB8AC3E}">
        <p14:creationId xmlns:p14="http://schemas.microsoft.com/office/powerpoint/2010/main" val="4160924917"/>
      </p:ext>
    </p:extLst>
  </p:cSld>
  <p:clrMapOvr>
    <a:masterClrMapping/>
  </p:clrMapOvr>
  <p:hf hdr="0" ftr="0" dt="0"/>
</p:sldLayout>
</file>

<file path=ppt/slideLayouts/slideLayout136.xml><?xml version="1.0" encoding="utf-8"?>
<p:sldLayout xmlns:a="http://schemas.openxmlformats.org/drawingml/2006/main" xmlns:r="http://schemas.openxmlformats.org/officeDocument/2006/relationships" xmlns:p="http://schemas.openxmlformats.org/presentationml/2006/main" preserve="1">
  <p:cSld name="Bulleted lis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normAutofit/>
          </a:bodyPr>
          <a:lstStyle>
            <a:lvl1pPr>
              <a:lnSpc>
                <a:spcPct val="120000"/>
              </a:lnSpc>
              <a:defRPr>
                <a:solidFill>
                  <a:schemeClr val="tx1">
                    <a:lumMod val="10000"/>
                    <a:lumOff val="90000"/>
                  </a:schemeClr>
                </a:solidFill>
              </a:defRPr>
            </a:lvl1pPr>
            <a:lvl2pPr>
              <a:lnSpc>
                <a:spcPct val="120000"/>
              </a:lnSpc>
              <a:defRPr>
                <a:solidFill>
                  <a:schemeClr val="tx1">
                    <a:lumMod val="10000"/>
                    <a:lumOff val="90000"/>
                  </a:schemeClr>
                </a:solidFill>
              </a:defRPr>
            </a:lvl2pPr>
            <a:lvl3pPr>
              <a:lnSpc>
                <a:spcPct val="120000"/>
              </a:lnSpc>
              <a:buClr>
                <a:schemeClr val="bg1"/>
              </a:buClr>
              <a:defRPr>
                <a:solidFill>
                  <a:schemeClr val="tx1">
                    <a:lumMod val="10000"/>
                    <a:lumOff val="90000"/>
                  </a:schemeClr>
                </a:solidFill>
              </a:defRPr>
            </a:lvl3pPr>
            <a:lvl4pPr>
              <a:lnSpc>
                <a:spcPct val="120000"/>
              </a:lnSpc>
              <a:defRPr>
                <a:solidFill>
                  <a:schemeClr val="tx1">
                    <a:lumMod val="10000"/>
                    <a:lumOff val="90000"/>
                  </a:schemeClr>
                </a:solidFill>
              </a:defRPr>
            </a:lvl4pPr>
            <a:lvl5pPr>
              <a:lnSpc>
                <a:spcPct val="120000"/>
              </a:lnSpc>
              <a:buClr>
                <a:srgbClr val="FFFFFF"/>
              </a:buClr>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720439435"/>
      </p:ext>
    </p:extLst>
  </p:cSld>
  <p:clrMapOvr>
    <a:masterClrMapping/>
  </p:clrMapOvr>
  <p:hf hdr="0" ftr="0" dt="0"/>
</p:sldLayout>
</file>

<file path=ppt/slideLayouts/slideLayout137.xml><?xml version="1.0" encoding="utf-8"?>
<p:sldLayout xmlns:a="http://schemas.openxmlformats.org/drawingml/2006/main" xmlns:r="http://schemas.openxmlformats.org/officeDocument/2006/relationships" xmlns:p="http://schemas.openxmlformats.org/presentationml/2006/main" preserve="1">
  <p:cSld name="Bulleted list two tone grey">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Tree>
    <p:extLst>
      <p:ext uri="{BB962C8B-B14F-4D97-AF65-F5344CB8AC3E}">
        <p14:creationId xmlns:p14="http://schemas.microsoft.com/office/powerpoint/2010/main" val="2587132199"/>
      </p:ext>
    </p:extLst>
  </p:cSld>
  <p:clrMapOvr>
    <a:masterClrMapping/>
  </p:clrMapOvr>
  <p:hf hdr="0" ftr="0" dt="0"/>
</p:sldLayout>
</file>

<file path=ppt/slideLayouts/slideLayout138.xml><?xml version="1.0" encoding="utf-8"?>
<p:sldLayout xmlns:a="http://schemas.openxmlformats.org/drawingml/2006/main" xmlns:r="http://schemas.openxmlformats.org/officeDocument/2006/relationships" xmlns:p="http://schemas.openxmlformats.org/presentationml/2006/main" preserve="1">
  <p:cSld name="Bulleted panel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581193"/>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1973448"/>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2927675"/>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319930"/>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274157"/>
            <a:ext cx="5119437" cy="256394"/>
          </a:xfrm>
        </p:spPr>
        <p:txBody>
          <a:bodyPr rIns="108000"/>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666412"/>
            <a:ext cx="5119920" cy="687600"/>
          </a:xfrm>
        </p:spPr>
        <p:txBody>
          <a:bodyPr rIns="108000"/>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8" name="Text Placeholder 7">
            <a:extLst>
              <a:ext uri="{FF2B5EF4-FFF2-40B4-BE49-F238E27FC236}">
                <a16:creationId xmlns:a16="http://schemas.microsoft.com/office/drawing/2014/main" id="{CE7B6667-506C-FD4E-B98D-E90E1226DA55}"/>
              </a:ext>
            </a:extLst>
          </p:cNvPr>
          <p:cNvSpPr>
            <a:spLocks noGrp="1"/>
          </p:cNvSpPr>
          <p:nvPr>
            <p:ph type="body" sz="quarter" idx="20"/>
          </p:nvPr>
        </p:nvSpPr>
        <p:spPr>
          <a:xfrm>
            <a:off x="1198800" y="2253600"/>
            <a:ext cx="3906000" cy="3412800"/>
          </a:xfrm>
        </p:spPr>
        <p:txBody>
          <a:bodyPr>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3072362242"/>
      </p:ext>
    </p:extLst>
  </p:cSld>
  <p:clrMapOvr>
    <a:masterClrMapping/>
  </p:clrMapOvr>
  <p:hf hdr="0" ftr="0" dt="0"/>
</p:sldLayout>
</file>

<file path=ppt/slideLayouts/slideLayout139.xml><?xml version="1.0" encoding="utf-8"?>
<p:sldLayout xmlns:a="http://schemas.openxmlformats.org/drawingml/2006/main" xmlns:r="http://schemas.openxmlformats.org/officeDocument/2006/relationships" xmlns:p="http://schemas.openxmlformats.org/presentationml/2006/main" preserve="1">
  <p:cSld name="Bulleted panel two  grey">
    <p:bg>
      <p:bgPr>
        <a:solidFill>
          <a:schemeClr val="bg1"/>
        </a:solidFill>
        <a:effectLst/>
      </p:bgPr>
    </p:bg>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A2F335D6-6758-9CBA-100D-E8E3431A6C8D}"/>
              </a:ext>
            </a:extLst>
          </p:cNvPr>
          <p:cNvSpPr/>
          <p:nvPr/>
        </p:nvSpPr>
        <p:spPr>
          <a:xfrm>
            <a:off x="695325" y="728662"/>
            <a:ext cx="4933315" cy="5400675"/>
          </a:xfrm>
          <a:prstGeom prst="roundRect">
            <a:avLst>
              <a:gd name="adj" fmla="val 5926"/>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1197317" y="1241703"/>
            <a:ext cx="3907158"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8" name="Text Placeholder 7">
            <a:extLst>
              <a:ext uri="{FF2B5EF4-FFF2-40B4-BE49-F238E27FC236}">
                <a16:creationId xmlns:a16="http://schemas.microsoft.com/office/drawing/2014/main" id="{57485060-BE01-A5D9-B293-66FAB8DC4CC3}"/>
              </a:ext>
            </a:extLst>
          </p:cNvPr>
          <p:cNvSpPr>
            <a:spLocks noGrp="1"/>
          </p:cNvSpPr>
          <p:nvPr>
            <p:ph type="body" sz="quarter" idx="16"/>
          </p:nvPr>
        </p:nvSpPr>
        <p:spPr>
          <a:xfrm>
            <a:off x="1198800" y="2253600"/>
            <a:ext cx="3906000" cy="34128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10" name="Content Placeholder 9">
            <a:extLst>
              <a:ext uri="{FF2B5EF4-FFF2-40B4-BE49-F238E27FC236}">
                <a16:creationId xmlns:a16="http://schemas.microsoft.com/office/drawing/2014/main" id="{CA25DDAD-617F-6741-E0BA-C4133B13819D}"/>
              </a:ext>
            </a:extLst>
          </p:cNvPr>
          <p:cNvSpPr>
            <a:spLocks noGrp="1"/>
          </p:cNvSpPr>
          <p:nvPr>
            <p:ph sz="quarter" idx="17"/>
          </p:nvPr>
        </p:nvSpPr>
        <p:spPr>
          <a:xfrm>
            <a:off x="6181200" y="1687513"/>
            <a:ext cx="4932000" cy="4424400"/>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Tree>
    <p:extLst>
      <p:ext uri="{BB962C8B-B14F-4D97-AF65-F5344CB8AC3E}">
        <p14:creationId xmlns:p14="http://schemas.microsoft.com/office/powerpoint/2010/main" val="290070063"/>
      </p:ext>
    </p:extLst>
  </p:cSld>
  <p:clrMapOvr>
    <a:masterClrMapping/>
  </p:clrMapOvr>
  <p:hf hdr="0" ftr="0" dt="0"/>
</p:sldLayout>
</file>

<file path=ppt/slideLayouts/slideLayout140.xml><?xml version="1.0" encoding="utf-8"?>
<p:sldLayout xmlns:a="http://schemas.openxmlformats.org/drawingml/2006/main" xmlns:r="http://schemas.openxmlformats.org/officeDocument/2006/relationships" xmlns:p="http://schemas.openxmlformats.org/presentationml/2006/main" preserve="1">
  <p:cSld name="Insert Tabl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606321"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able Placeholder 8">
            <a:extLst>
              <a:ext uri="{FF2B5EF4-FFF2-40B4-BE49-F238E27FC236}">
                <a16:creationId xmlns:a16="http://schemas.microsoft.com/office/drawing/2014/main" id="{654B5D95-4F83-359C-8FCD-E14BC4AC9C28}"/>
              </a:ext>
            </a:extLst>
          </p:cNvPr>
          <p:cNvSpPr>
            <a:spLocks noGrp="1"/>
          </p:cNvSpPr>
          <p:nvPr>
            <p:ph type="tbl" sz="quarter" idx="13"/>
          </p:nvPr>
        </p:nvSpPr>
        <p:spPr>
          <a:xfrm>
            <a:off x="704377" y="1412878"/>
            <a:ext cx="9125120" cy="4724400"/>
          </a:xfrm>
        </p:spPr>
        <p:txBody>
          <a:bodyPr/>
          <a:lstStyle>
            <a:lvl1pPr marL="90000" indent="0">
              <a:buNone/>
              <a:defRPr/>
            </a:lvl1pPr>
          </a:lstStyle>
          <a:p>
            <a:r>
              <a:rPr lang="tr-TR"/>
              <a:t>Tablo eklemek için simgeye tıklayın</a:t>
            </a:r>
            <a:endParaRPr lang="en-GB"/>
          </a:p>
        </p:txBody>
      </p:sp>
    </p:spTree>
    <p:extLst>
      <p:ext uri="{BB962C8B-B14F-4D97-AF65-F5344CB8AC3E}">
        <p14:creationId xmlns:p14="http://schemas.microsoft.com/office/powerpoint/2010/main" val="3226962075"/>
      </p:ext>
    </p:extLst>
  </p:cSld>
  <p:clrMapOvr>
    <a:masterClrMapping/>
  </p:clrMapOvr>
  <p:hf hdr="0" ftr="0" dt="0"/>
</p:sldLayout>
</file>

<file path=ppt/slideLayouts/slideLayout141.xml><?xml version="1.0" encoding="utf-8"?>
<p:sldLayout xmlns:a="http://schemas.openxmlformats.org/drawingml/2006/main" xmlns:r="http://schemas.openxmlformats.org/officeDocument/2006/relationships" xmlns:p="http://schemas.openxmlformats.org/presentationml/2006/main" preserve="1">
  <p:cSld name="Title only whit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046194185"/>
      </p:ext>
    </p:extLst>
  </p:cSld>
  <p:clrMapOvr>
    <a:masterClrMapping/>
  </p:clrMapOvr>
  <p:hf hdr="0" ftr="0" dt="0"/>
</p:sldLayout>
</file>

<file path=ppt/slideLayouts/slideLayout142.xml><?xml version="1.0" encoding="utf-8"?>
<p:sldLayout xmlns:a="http://schemas.openxmlformats.org/drawingml/2006/main" xmlns:r="http://schemas.openxmlformats.org/officeDocument/2006/relationships" xmlns:p="http://schemas.openxmlformats.org/presentationml/2006/main" preserve="1">
  <p:cSld name="Title only grey">
    <p:bg>
      <p:bgPr>
        <a:solidFill>
          <a:srgbClr val="F0F0F5"/>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2675656015"/>
      </p:ext>
    </p:extLst>
  </p:cSld>
  <p:clrMapOvr>
    <a:masterClrMapping/>
  </p:clrMapOvr>
  <p:hf hdr="0" ftr="0" dt="0"/>
</p:sldLayout>
</file>

<file path=ppt/slideLayouts/slideLayout143.xml><?xml version="1.0" encoding="utf-8"?>
<p:sldLayout xmlns:a="http://schemas.openxmlformats.org/drawingml/2006/main" xmlns:r="http://schemas.openxmlformats.org/officeDocument/2006/relationships" xmlns:p="http://schemas.openxmlformats.org/presentationml/2006/main" preserve="1">
  <p:cSld name="Title only charcoal">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bg1"/>
                </a:solidFill>
              </a:defRPr>
            </a:lvl1pPr>
          </a:lstStyle>
          <a:p>
            <a:r>
              <a:rPr lang="tr-TR"/>
              <a:t>Asıl başlık stilini düzenlemek için tıklayın</a:t>
            </a:r>
            <a:endParaRPr lang="en-US"/>
          </a:p>
        </p:txBody>
      </p:sp>
    </p:spTree>
    <p:extLst>
      <p:ext uri="{BB962C8B-B14F-4D97-AF65-F5344CB8AC3E}">
        <p14:creationId xmlns:p14="http://schemas.microsoft.com/office/powerpoint/2010/main" val="3913723080"/>
      </p:ext>
    </p:extLst>
  </p:cSld>
  <p:clrMapOvr>
    <a:masterClrMapping/>
  </p:clrMapOvr>
  <p:hf hdr="0" ftr="0" dt="0"/>
</p:sldLayout>
</file>

<file path=ppt/slideLayouts/slideLayout144.xml><?xml version="1.0" encoding="utf-8"?>
<p:sldLayout xmlns:a="http://schemas.openxmlformats.org/drawingml/2006/main" xmlns:r="http://schemas.openxmlformats.org/officeDocument/2006/relationships" xmlns:p="http://schemas.openxmlformats.org/presentationml/2006/main" preserve="1">
  <p:cSld name="Quote slide 1">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tx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3861932056"/>
      </p:ext>
    </p:extLst>
  </p:cSld>
  <p:clrMapOvr>
    <a:masterClrMapping/>
  </p:clrMapOvr>
  <p:hf hdr="0" ftr="0" dt="0"/>
</p:sldLayout>
</file>

<file path=ppt/slideLayouts/slideLayout145.xml><?xml version="1.0" encoding="utf-8"?>
<p:sldLayout xmlns:a="http://schemas.openxmlformats.org/drawingml/2006/main" xmlns:r="http://schemas.openxmlformats.org/officeDocument/2006/relationships" xmlns:p="http://schemas.openxmlformats.org/presentationml/2006/main" preserve="1">
  <p:cSld name="Quote slide 2">
    <p:bg>
      <p:bgPr>
        <a:solidFill>
          <a:schemeClr val="tx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itle 1">
            <a:extLst>
              <a:ext uri="{FF2B5EF4-FFF2-40B4-BE49-F238E27FC236}">
                <a16:creationId xmlns:a16="http://schemas.microsoft.com/office/drawing/2014/main" id="{B8BA8D7F-D345-CE85-01FD-667CD08FF0E9}"/>
              </a:ext>
            </a:extLst>
          </p:cNvPr>
          <p:cNvSpPr txBox="1">
            <a:spLocks/>
          </p:cNvSpPr>
          <p:nvPr/>
        </p:nvSpPr>
        <p:spPr>
          <a:xfrm>
            <a:off x="1134684" y="1553857"/>
            <a:ext cx="2522916" cy="400449"/>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7200">
                <a:solidFill>
                  <a:schemeClr val="tx2"/>
                </a:solidFill>
              </a:rPr>
              <a:t>“</a:t>
            </a:r>
          </a:p>
        </p:txBody>
      </p:sp>
      <p:sp>
        <p:nvSpPr>
          <p:cNvPr id="19" name="Text Placeholder 18">
            <a:extLst>
              <a:ext uri="{FF2B5EF4-FFF2-40B4-BE49-F238E27FC236}">
                <a16:creationId xmlns:a16="http://schemas.microsoft.com/office/drawing/2014/main" id="{3921C791-3CF7-9F1E-6CF5-71E067EDA48E}"/>
              </a:ext>
            </a:extLst>
          </p:cNvPr>
          <p:cNvSpPr>
            <a:spLocks noGrp="1"/>
          </p:cNvSpPr>
          <p:nvPr>
            <p:ph type="body" sz="quarter" idx="13"/>
          </p:nvPr>
        </p:nvSpPr>
        <p:spPr>
          <a:xfrm>
            <a:off x="1066871" y="2353411"/>
            <a:ext cx="8750300" cy="1836738"/>
          </a:xfrm>
        </p:spPr>
        <p:txBody>
          <a:bodyPr/>
          <a:lstStyle>
            <a:lvl1pPr marL="0" indent="0" algn="l" defTabSz="914400" rtl="0" eaLnBrk="1" latinLnBrk="0" hangingPunct="1">
              <a:lnSpc>
                <a:spcPct val="130000"/>
              </a:lnSpc>
              <a:spcBef>
                <a:spcPct val="0"/>
              </a:spcBef>
              <a:buNone/>
              <a:defRPr lang="en-GB" sz="2800" kern="1200" dirty="0" smtClean="0">
                <a:solidFill>
                  <a:schemeClr val="bg1"/>
                </a:solidFill>
                <a:latin typeface="Montserrat" pitchFamily="2" charset="77"/>
                <a:ea typeface="+mj-ea"/>
                <a:cs typeface="+mj-cs"/>
              </a:defRPr>
            </a:lvl1pPr>
          </a:lstStyle>
          <a:p>
            <a:pPr lvl="0"/>
            <a:r>
              <a:rPr lang="tr-TR"/>
              <a:t>Asıl metin stillerini düzenlemek için tıklayın</a:t>
            </a:r>
          </a:p>
        </p:txBody>
      </p:sp>
      <p:sp>
        <p:nvSpPr>
          <p:cNvPr id="21" name="Text Placeholder 18">
            <a:extLst>
              <a:ext uri="{FF2B5EF4-FFF2-40B4-BE49-F238E27FC236}">
                <a16:creationId xmlns:a16="http://schemas.microsoft.com/office/drawing/2014/main" id="{E8E543BA-1BC9-CB4C-4EF7-7BF58873DE3C}"/>
              </a:ext>
            </a:extLst>
          </p:cNvPr>
          <p:cNvSpPr>
            <a:spLocks noGrp="1"/>
          </p:cNvSpPr>
          <p:nvPr>
            <p:ph type="body" sz="quarter" idx="14"/>
          </p:nvPr>
        </p:nvSpPr>
        <p:spPr>
          <a:xfrm>
            <a:off x="1066871" y="4377073"/>
            <a:ext cx="8750300" cy="365125"/>
          </a:xfrm>
        </p:spPr>
        <p:txBody>
          <a:bodyPr/>
          <a:lstStyle>
            <a:lvl1pPr marL="0" indent="0" algn="l" defTabSz="914400" rtl="0" eaLnBrk="1" latinLnBrk="0" hangingPunct="1">
              <a:lnSpc>
                <a:spcPct val="90000"/>
              </a:lnSpc>
              <a:spcBef>
                <a:spcPct val="0"/>
              </a:spcBef>
              <a:buNone/>
              <a:defRPr lang="en-GB" sz="2000" b="1" kern="1200" dirty="0" smtClean="0">
                <a:solidFill>
                  <a:schemeClr val="tx2"/>
                </a:solidFill>
                <a:latin typeface="Montserrat SemiBold" pitchFamily="2" charset="77"/>
                <a:ea typeface="+mj-ea"/>
                <a:cs typeface="+mj-cs"/>
              </a:defRPr>
            </a:lvl1pPr>
          </a:lstStyle>
          <a:p>
            <a:pPr lvl="0"/>
            <a:r>
              <a:rPr lang="tr-TR"/>
              <a:t>Asıl metin stillerini düzenlemek için tıklayın</a:t>
            </a:r>
          </a:p>
        </p:txBody>
      </p:sp>
    </p:spTree>
    <p:extLst>
      <p:ext uri="{BB962C8B-B14F-4D97-AF65-F5344CB8AC3E}">
        <p14:creationId xmlns:p14="http://schemas.microsoft.com/office/powerpoint/2010/main" val="4280492301"/>
      </p:ext>
    </p:extLst>
  </p:cSld>
  <p:clrMapOvr>
    <a:masterClrMapping/>
  </p:clrMapOvr>
  <p:hf hdr="0" ftr="0" dt="0"/>
</p:sldLayout>
</file>

<file path=ppt/slideLayouts/slideLayout146.xml><?xml version="1.0" encoding="utf-8"?>
<p:sldLayout xmlns:a="http://schemas.openxmlformats.org/drawingml/2006/main" xmlns:r="http://schemas.openxmlformats.org/officeDocument/2006/relationships" xmlns:p="http://schemas.openxmlformats.org/presentationml/2006/main" preserve="1">
  <p:cSld name="Timeline">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10606320" cy="687600"/>
          </a:xfrm>
        </p:spPr>
        <p:txBody>
          <a:bodyPr anchor="t" anchorCtr="0"/>
          <a:lstStyle>
            <a:lvl1pPr>
              <a:defRPr>
                <a:solidFill>
                  <a:schemeClr val="tx1"/>
                </a:solidFill>
              </a:defRPr>
            </a:lvl1pPr>
          </a:lstStyle>
          <a:p>
            <a:r>
              <a:rPr lang="tr-TR"/>
              <a:t>Asıl başlık stilini düzenlemek için tıklayın</a:t>
            </a:r>
            <a:endParaRPr lang="en-US"/>
          </a:p>
        </p:txBody>
      </p:sp>
      <p:cxnSp>
        <p:nvCxnSpPr>
          <p:cNvPr id="29" name="Straight Arrow Connector 28">
            <a:extLst>
              <a:ext uri="{FF2B5EF4-FFF2-40B4-BE49-F238E27FC236}">
                <a16:creationId xmlns:a16="http://schemas.microsoft.com/office/drawing/2014/main" id="{5B2EDB9E-36C5-331F-FE4B-FA11863C0368}"/>
              </a:ext>
            </a:extLst>
          </p:cNvPr>
          <p:cNvCxnSpPr>
            <a:cxnSpLocks/>
          </p:cNvCxnSpPr>
          <p:nvPr/>
        </p:nvCxnSpPr>
        <p:spPr>
          <a:xfrm>
            <a:off x="694220" y="3449320"/>
            <a:ext cx="10607427" cy="0"/>
          </a:xfrm>
          <a:prstGeom prst="straightConnector1">
            <a:avLst/>
          </a:prstGeom>
          <a:ln w="12700">
            <a:solidFill>
              <a:schemeClr val="tx1">
                <a:lumMod val="25000"/>
                <a:lumOff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0" name="Text Placeholder 22">
            <a:extLst>
              <a:ext uri="{FF2B5EF4-FFF2-40B4-BE49-F238E27FC236}">
                <a16:creationId xmlns:a16="http://schemas.microsoft.com/office/drawing/2014/main" id="{84A06105-1918-4D48-4012-403DC48E85B9}"/>
              </a:ext>
            </a:extLst>
          </p:cNvPr>
          <p:cNvSpPr>
            <a:spLocks noGrp="1"/>
          </p:cNvSpPr>
          <p:nvPr>
            <p:ph type="body" sz="quarter" idx="14" hasCustomPrompt="1"/>
          </p:nvPr>
        </p:nvSpPr>
        <p:spPr>
          <a:xfrm>
            <a:off x="6177486"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2" name="Text Placeholder 22">
            <a:extLst>
              <a:ext uri="{FF2B5EF4-FFF2-40B4-BE49-F238E27FC236}">
                <a16:creationId xmlns:a16="http://schemas.microsoft.com/office/drawing/2014/main" id="{07D37555-56E0-B06A-2BF1-E0CC74C220AE}"/>
              </a:ext>
            </a:extLst>
          </p:cNvPr>
          <p:cNvSpPr>
            <a:spLocks noGrp="1"/>
          </p:cNvSpPr>
          <p:nvPr>
            <p:ph type="body" sz="quarter" idx="16" hasCustomPrompt="1"/>
          </p:nvPr>
        </p:nvSpPr>
        <p:spPr>
          <a:xfrm>
            <a:off x="2539982" y="3961705"/>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4" name="Text Placeholder 22">
            <a:extLst>
              <a:ext uri="{FF2B5EF4-FFF2-40B4-BE49-F238E27FC236}">
                <a16:creationId xmlns:a16="http://schemas.microsoft.com/office/drawing/2014/main" id="{C02FD89F-3D60-2FD1-485C-6221111E6C81}"/>
              </a:ext>
            </a:extLst>
          </p:cNvPr>
          <p:cNvSpPr>
            <a:spLocks noGrp="1"/>
          </p:cNvSpPr>
          <p:nvPr>
            <p:ph type="body" sz="quarter" idx="18" hasCustomPrompt="1"/>
          </p:nvPr>
        </p:nvSpPr>
        <p:spPr>
          <a:xfrm>
            <a:off x="7989012"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6" name="Text Placeholder 22">
            <a:extLst>
              <a:ext uri="{FF2B5EF4-FFF2-40B4-BE49-F238E27FC236}">
                <a16:creationId xmlns:a16="http://schemas.microsoft.com/office/drawing/2014/main" id="{0B9962A7-CD41-6118-6450-821D8B75B925}"/>
              </a:ext>
            </a:extLst>
          </p:cNvPr>
          <p:cNvSpPr>
            <a:spLocks noGrp="1"/>
          </p:cNvSpPr>
          <p:nvPr>
            <p:ph type="body" sz="quarter" idx="20" hasCustomPrompt="1"/>
          </p:nvPr>
        </p:nvSpPr>
        <p:spPr>
          <a:xfrm>
            <a:off x="4371605"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38" name="Text Placeholder 22">
            <a:extLst>
              <a:ext uri="{FF2B5EF4-FFF2-40B4-BE49-F238E27FC236}">
                <a16:creationId xmlns:a16="http://schemas.microsoft.com/office/drawing/2014/main" id="{692274A4-78DA-3E01-C255-AFE76F688619}"/>
              </a:ext>
            </a:extLst>
          </p:cNvPr>
          <p:cNvSpPr>
            <a:spLocks noGrp="1"/>
          </p:cNvSpPr>
          <p:nvPr>
            <p:ph type="body" sz="quarter" idx="22" hasCustomPrompt="1"/>
          </p:nvPr>
        </p:nvSpPr>
        <p:spPr>
          <a:xfrm>
            <a:off x="703957" y="1751068"/>
            <a:ext cx="1806440"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9">
            <a:extLst>
              <a:ext uri="{FF2B5EF4-FFF2-40B4-BE49-F238E27FC236}">
                <a16:creationId xmlns:a16="http://schemas.microsoft.com/office/drawing/2014/main" id="{8F708F00-742F-2C43-A211-F3150213CA01}"/>
              </a:ext>
            </a:extLst>
          </p:cNvPr>
          <p:cNvSpPr>
            <a:spLocks noGrp="1"/>
          </p:cNvSpPr>
          <p:nvPr>
            <p:ph type="body" sz="quarter" idx="23"/>
          </p:nvPr>
        </p:nvSpPr>
        <p:spPr>
          <a:xfrm>
            <a:off x="693737" y="2174875"/>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2" name="Text Placeholder 9">
            <a:extLst>
              <a:ext uri="{FF2B5EF4-FFF2-40B4-BE49-F238E27FC236}">
                <a16:creationId xmlns:a16="http://schemas.microsoft.com/office/drawing/2014/main" id="{E9162AE8-E357-35E9-508B-41339494E136}"/>
              </a:ext>
            </a:extLst>
          </p:cNvPr>
          <p:cNvSpPr>
            <a:spLocks noGrp="1"/>
          </p:cNvSpPr>
          <p:nvPr>
            <p:ph type="body" sz="quarter" idx="24"/>
          </p:nvPr>
        </p:nvSpPr>
        <p:spPr>
          <a:xfrm>
            <a:off x="4367194"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5" name="Text Placeholder 9">
            <a:extLst>
              <a:ext uri="{FF2B5EF4-FFF2-40B4-BE49-F238E27FC236}">
                <a16:creationId xmlns:a16="http://schemas.microsoft.com/office/drawing/2014/main" id="{63E3BD5D-175C-EF12-7FC9-0788773733F8}"/>
              </a:ext>
            </a:extLst>
          </p:cNvPr>
          <p:cNvSpPr>
            <a:spLocks noGrp="1"/>
          </p:cNvSpPr>
          <p:nvPr>
            <p:ph type="body" sz="quarter" idx="26"/>
          </p:nvPr>
        </p:nvSpPr>
        <p:spPr>
          <a:xfrm>
            <a:off x="7988400" y="2174875"/>
            <a:ext cx="1807200" cy="910800"/>
          </a:xfrm>
        </p:spPr>
        <p:txBody>
          <a:bodyPr/>
          <a:lstStyle>
            <a:lvl1pPr marL="0" indent="0">
              <a:buFont typeface="Arial" panose="020B0604020202020204" pitchFamily="34" charset="0"/>
              <a:buNone/>
              <a:defRPr sz="1050"/>
            </a:lvl1pPr>
            <a:lvl2pPr marL="504000" inden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p:txBody>
      </p:sp>
      <p:sp>
        <p:nvSpPr>
          <p:cNvPr id="16" name="Text Placeholder 9">
            <a:extLst>
              <a:ext uri="{FF2B5EF4-FFF2-40B4-BE49-F238E27FC236}">
                <a16:creationId xmlns:a16="http://schemas.microsoft.com/office/drawing/2014/main" id="{945307B8-8C12-0385-C7BA-5F63407DF0C5}"/>
              </a:ext>
            </a:extLst>
          </p:cNvPr>
          <p:cNvSpPr>
            <a:spLocks noGrp="1"/>
          </p:cNvSpPr>
          <p:nvPr>
            <p:ph type="body" sz="quarter" idx="27"/>
          </p:nvPr>
        </p:nvSpPr>
        <p:spPr>
          <a:xfrm>
            <a:off x="25380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
        <p:nvSpPr>
          <p:cNvPr id="17" name="Text Placeholder 9">
            <a:extLst>
              <a:ext uri="{FF2B5EF4-FFF2-40B4-BE49-F238E27FC236}">
                <a16:creationId xmlns:a16="http://schemas.microsoft.com/office/drawing/2014/main" id="{94DF3858-039A-438A-E4A1-4CB305DFB256}"/>
              </a:ext>
            </a:extLst>
          </p:cNvPr>
          <p:cNvSpPr>
            <a:spLocks noGrp="1"/>
          </p:cNvSpPr>
          <p:nvPr>
            <p:ph type="body" sz="quarter" idx="28"/>
          </p:nvPr>
        </p:nvSpPr>
        <p:spPr>
          <a:xfrm>
            <a:off x="6177600" y="4384800"/>
            <a:ext cx="1807200" cy="910800"/>
          </a:xfrm>
        </p:spPr>
        <p:txBody>
          <a:bodyPr/>
          <a:lstStyle>
            <a:lvl1pPr marL="0" indent="0">
              <a:buFont typeface="Arial" panose="020B0604020202020204" pitchFamily="34" charset="0"/>
              <a:buNone/>
              <a:defRPr sz="1050"/>
            </a:lvl1pPr>
            <a:lvl2pPr marL="504000" indent="0">
              <a:buFont typeface="Arial" panose="020B0604020202020204" pitchFamily="34" charset="0"/>
              <a:buNone/>
              <a:defRPr sz="1050"/>
            </a:lvl2pPr>
            <a:lvl3pPr marL="972000" indent="0">
              <a:buNone/>
              <a:defRPr sz="1000"/>
            </a:lvl3pPr>
            <a:lvl4pPr marL="1368000" indent="0">
              <a:buNone/>
              <a:defRPr sz="900"/>
            </a:lvl4pPr>
            <a:lvl5pPr marL="1764000" indent="0">
              <a:buNone/>
              <a:defRPr sz="800"/>
            </a:lvl5pPr>
          </a:lstStyle>
          <a:p>
            <a:pPr lvl="0"/>
            <a:r>
              <a:rPr lang="tr-TR"/>
              <a:t>Asıl metin stillerini düzenlemek için tıklayın</a:t>
            </a:r>
          </a:p>
          <a:p>
            <a:pPr lvl="1"/>
            <a:r>
              <a:rPr lang="tr-TR"/>
              <a:t>İkinci düzey</a:t>
            </a:r>
          </a:p>
        </p:txBody>
      </p:sp>
    </p:spTree>
    <p:extLst>
      <p:ext uri="{BB962C8B-B14F-4D97-AF65-F5344CB8AC3E}">
        <p14:creationId xmlns:p14="http://schemas.microsoft.com/office/powerpoint/2010/main" val="73507330"/>
      </p:ext>
    </p:extLst>
  </p:cSld>
  <p:clrMapOvr>
    <a:masterClrMapping/>
  </p:clrMapOvr>
  <p:hf hdr="0" ftr="0" dt="0"/>
</p:sldLayout>
</file>

<file path=ppt/slideLayouts/slideLayout147.xml><?xml version="1.0" encoding="utf-8"?>
<p:sldLayout xmlns:a="http://schemas.openxmlformats.org/drawingml/2006/main" xmlns:r="http://schemas.openxmlformats.org/officeDocument/2006/relationships" xmlns:p="http://schemas.openxmlformats.org/presentationml/2006/main" type="blank" preserve="1">
  <p:cSld name="Blank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202828"/>
      </p:ext>
    </p:extLst>
  </p:cSld>
  <p:clrMapOvr>
    <a:masterClrMapping/>
  </p:clrMapOvr>
  <p:hf hdr="0" ftr="0" dt="0"/>
</p:sldLayout>
</file>

<file path=ppt/slideLayouts/slideLayout148.xml><?xml version="1.0" encoding="utf-8"?>
<p:sldLayout xmlns:a="http://schemas.openxmlformats.org/drawingml/2006/main" xmlns:r="http://schemas.openxmlformats.org/officeDocument/2006/relationships" xmlns:p="http://schemas.openxmlformats.org/presentationml/2006/main" type="blank" preserve="1">
  <p:cSld name="Brand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7" name="Title 1">
            <a:extLst>
              <a:ext uri="{FF2B5EF4-FFF2-40B4-BE49-F238E27FC236}">
                <a16:creationId xmlns:a16="http://schemas.microsoft.com/office/drawing/2014/main" id="{29F81D18-B8A7-4EA1-250C-DCC372BC8E13}"/>
              </a:ext>
            </a:extLst>
          </p:cNvPr>
          <p:cNvSpPr txBox="1">
            <a:spLocks/>
          </p:cNvSpPr>
          <p:nvPr/>
        </p:nvSpPr>
        <p:spPr>
          <a:xfrm>
            <a:off x="1084349" y="3514204"/>
            <a:ext cx="7506842" cy="396967"/>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a:t>Powering the world of work</a:t>
            </a:r>
          </a:p>
        </p:txBody>
      </p:sp>
      <p:grpSp>
        <p:nvGrpSpPr>
          <p:cNvPr id="8" name="Group 7">
            <a:extLst>
              <a:ext uri="{FF2B5EF4-FFF2-40B4-BE49-F238E27FC236}">
                <a16:creationId xmlns:a16="http://schemas.microsoft.com/office/drawing/2014/main" id="{84BC7164-FD22-490B-65DA-7F9AF62F72F7}"/>
              </a:ext>
            </a:extLst>
          </p:cNvPr>
          <p:cNvGrpSpPr/>
          <p:nvPr/>
        </p:nvGrpSpPr>
        <p:grpSpPr>
          <a:xfrm>
            <a:off x="6417903" y="5486"/>
            <a:ext cx="4883744" cy="6828826"/>
            <a:chOff x="6549356" y="5486"/>
            <a:chExt cx="4883744" cy="6828826"/>
          </a:xfrm>
        </p:grpSpPr>
        <p:sp>
          <p:nvSpPr>
            <p:cNvPr id="9" name="Freeform 8">
              <a:extLst>
                <a:ext uri="{FF2B5EF4-FFF2-40B4-BE49-F238E27FC236}">
                  <a16:creationId xmlns:a16="http://schemas.microsoft.com/office/drawing/2014/main" id="{C1AD5FDC-FA8F-CB6F-3F0F-232D86DC0038}"/>
                </a:ext>
              </a:extLst>
            </p:cNvPr>
            <p:cNvSpPr/>
            <p:nvPr/>
          </p:nvSpPr>
          <p:spPr>
            <a:xfrm rot="21242962">
              <a:off x="6549356" y="5486"/>
              <a:ext cx="2540174" cy="1976639"/>
            </a:xfrm>
            <a:custGeom>
              <a:avLst/>
              <a:gdLst>
                <a:gd name="connsiteX0" fmla="*/ 1374372 w 2540174"/>
                <a:gd name="connsiteY0" fmla="*/ 0 h 1976639"/>
                <a:gd name="connsiteX1" fmla="*/ 2540174 w 2540174"/>
                <a:gd name="connsiteY1" fmla="*/ 121516 h 1976639"/>
                <a:gd name="connsiteX2" fmla="*/ 2319004 w 2540174"/>
                <a:gd name="connsiteY2" fmla="*/ 244769 h 1976639"/>
                <a:gd name="connsiteX3" fmla="*/ 1147936 w 2540174"/>
                <a:gd name="connsiteY3" fmla="*/ 1075407 h 1976639"/>
                <a:gd name="connsiteX4" fmla="*/ 351927 w 2540174"/>
                <a:gd name="connsiteY4" fmla="*/ 1976639 h 1976639"/>
                <a:gd name="connsiteX5" fmla="*/ 77094 w 2540174"/>
                <a:gd name="connsiteY5" fmla="*/ 1800399 h 1976639"/>
                <a:gd name="connsiteX6" fmla="*/ 25384 w 2540174"/>
                <a:gd name="connsiteY6" fmla="*/ 1712740 h 1976639"/>
                <a:gd name="connsiteX7" fmla="*/ 593545 w 2540174"/>
                <a:gd name="connsiteY7" fmla="*/ 672561 h 1976639"/>
                <a:gd name="connsiteX8" fmla="*/ 1248544 w 2540174"/>
                <a:gd name="connsiteY8" fmla="*/ 93328 h 1976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540174" h="1976639">
                  <a:moveTo>
                    <a:pt x="1374372" y="0"/>
                  </a:moveTo>
                  <a:lnTo>
                    <a:pt x="2540174" y="121516"/>
                  </a:lnTo>
                  <a:lnTo>
                    <a:pt x="2319004" y="244769"/>
                  </a:lnTo>
                  <a:cubicBezTo>
                    <a:pt x="1907647" y="484374"/>
                    <a:pt x="1512338" y="758000"/>
                    <a:pt x="1147936" y="1075407"/>
                  </a:cubicBezTo>
                  <a:cubicBezTo>
                    <a:pt x="932634" y="1262584"/>
                    <a:pt x="522408" y="1608641"/>
                    <a:pt x="351927" y="1976639"/>
                  </a:cubicBezTo>
                  <a:cubicBezTo>
                    <a:pt x="241261" y="1941139"/>
                    <a:pt x="145241" y="1885599"/>
                    <a:pt x="77094" y="1800399"/>
                  </a:cubicBezTo>
                  <a:cubicBezTo>
                    <a:pt x="54711" y="1772325"/>
                    <a:pt x="37606" y="1742994"/>
                    <a:pt x="25384" y="1712740"/>
                  </a:cubicBezTo>
                  <a:cubicBezTo>
                    <a:pt x="-120579" y="1354254"/>
                    <a:pt x="402248" y="859924"/>
                    <a:pt x="593545" y="672561"/>
                  </a:cubicBezTo>
                  <a:cubicBezTo>
                    <a:pt x="829125" y="442341"/>
                    <a:pt x="1041333" y="254555"/>
                    <a:pt x="1248544" y="93328"/>
                  </a:cubicBezTo>
                  <a:close/>
                </a:path>
              </a:pathLst>
            </a:custGeom>
            <a:gradFill>
              <a:gsLst>
                <a:gs pos="0">
                  <a:schemeClr val="accent3"/>
                </a:gs>
                <a:gs pos="100000">
                  <a:schemeClr val="accent4"/>
                </a:gs>
              </a:gsLst>
              <a:lin ang="19500000" scaled="0"/>
            </a:gradFill>
            <a:ln w="7606" cap="flat">
              <a:noFill/>
              <a:prstDash val="solid"/>
              <a:miter/>
            </a:ln>
          </p:spPr>
          <p:txBody>
            <a:bodyPr rtlCol="0" anchor="ctr"/>
            <a:lstStyle/>
            <a:p>
              <a:endParaRPr lang="en-US"/>
            </a:p>
          </p:txBody>
        </p:sp>
        <p:sp>
          <p:nvSpPr>
            <p:cNvPr id="10" name="Freeform 9">
              <a:extLst>
                <a:ext uri="{FF2B5EF4-FFF2-40B4-BE49-F238E27FC236}">
                  <a16:creationId xmlns:a16="http://schemas.microsoft.com/office/drawing/2014/main" id="{41064200-2FDB-8854-6149-140FCEAC061C}"/>
                </a:ext>
              </a:extLst>
            </p:cNvPr>
            <p:cNvSpPr/>
            <p:nvPr/>
          </p:nvSpPr>
          <p:spPr>
            <a:xfrm rot="21242962">
              <a:off x="6699121" y="1589759"/>
              <a:ext cx="4219130" cy="1340463"/>
            </a:xfrm>
            <a:custGeom>
              <a:avLst/>
              <a:gdLst>
                <a:gd name="connsiteX0" fmla="*/ 3058208 w 3070412"/>
                <a:gd name="connsiteY0" fmla="*/ 567433 h 875159"/>
                <a:gd name="connsiteX1" fmla="*/ 3039346 w 3070412"/>
                <a:gd name="connsiteY1" fmla="*/ 875160 h 875159"/>
                <a:gd name="connsiteX2" fmla="*/ 2868298 w 3070412"/>
                <a:gd name="connsiteY2" fmla="*/ 798816 h 875159"/>
                <a:gd name="connsiteX3" fmla="*/ 979683 w 3070412"/>
                <a:gd name="connsiteY3" fmla="*/ 704601 h 875159"/>
                <a:gd name="connsiteX4" fmla="*/ 195266 w 3070412"/>
                <a:gd name="connsiteY4" fmla="*/ 473758 h 875159"/>
                <a:gd name="connsiteX5" fmla="*/ 195113 w 3070412"/>
                <a:gd name="connsiteY5" fmla="*/ 473872 h 875159"/>
                <a:gd name="connsiteX6" fmla="*/ 0 w 3070412"/>
                <a:gd name="connsiteY6" fmla="*/ 343 h 875159"/>
                <a:gd name="connsiteX7" fmla="*/ 441 w 3070412"/>
                <a:gd name="connsiteY7" fmla="*/ 0 h 875159"/>
                <a:gd name="connsiteX8" fmla="*/ 37503 w 3070412"/>
                <a:gd name="connsiteY8" fmla="*/ 56462 h 875159"/>
                <a:gd name="connsiteX9" fmla="*/ 235363 w 3070412"/>
                <a:gd name="connsiteY9" fmla="*/ 168656 h 875159"/>
                <a:gd name="connsiteX10" fmla="*/ 947887 w 3070412"/>
                <a:gd name="connsiteY10" fmla="*/ 184009 h 875159"/>
                <a:gd name="connsiteX11" fmla="*/ 1825472 w 3070412"/>
                <a:gd name="connsiteY11" fmla="*/ 155892 h 875159"/>
                <a:gd name="connsiteX12" fmla="*/ 3058208 w 3070412"/>
                <a:gd name="connsiteY12" fmla="*/ 567433 h 875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70412" h="875159">
                  <a:moveTo>
                    <a:pt x="3058208" y="567433"/>
                  </a:moveTo>
                  <a:cubicBezTo>
                    <a:pt x="3079961" y="659647"/>
                    <a:pt x="3072009" y="763354"/>
                    <a:pt x="3039346" y="875160"/>
                  </a:cubicBezTo>
                  <a:cubicBezTo>
                    <a:pt x="2990644" y="846168"/>
                    <a:pt x="2933800" y="820425"/>
                    <a:pt x="2868298" y="798816"/>
                  </a:cubicBezTo>
                  <a:cubicBezTo>
                    <a:pt x="2285073" y="605788"/>
                    <a:pt x="1587119" y="714206"/>
                    <a:pt x="979683" y="704601"/>
                  </a:cubicBezTo>
                  <a:cubicBezTo>
                    <a:pt x="779495" y="701427"/>
                    <a:pt x="293484" y="720044"/>
                    <a:pt x="195266" y="473758"/>
                  </a:cubicBezTo>
                  <a:lnTo>
                    <a:pt x="195113" y="473872"/>
                  </a:lnTo>
                  <a:lnTo>
                    <a:pt x="0" y="343"/>
                  </a:lnTo>
                  <a:lnTo>
                    <a:pt x="441" y="0"/>
                  </a:lnTo>
                  <a:cubicBezTo>
                    <a:pt x="9237" y="19615"/>
                    <a:pt x="21456" y="38461"/>
                    <a:pt x="37503" y="56462"/>
                  </a:cubicBezTo>
                  <a:cubicBezTo>
                    <a:pt x="86349" y="111090"/>
                    <a:pt x="155511" y="146393"/>
                    <a:pt x="235363" y="168656"/>
                  </a:cubicBezTo>
                  <a:cubicBezTo>
                    <a:pt x="458597" y="230919"/>
                    <a:pt x="765701" y="190464"/>
                    <a:pt x="947887" y="184009"/>
                  </a:cubicBezTo>
                  <a:cubicBezTo>
                    <a:pt x="1240337" y="173597"/>
                    <a:pt x="1533015" y="163481"/>
                    <a:pt x="1825472" y="155892"/>
                  </a:cubicBezTo>
                  <a:cubicBezTo>
                    <a:pt x="2631802" y="103799"/>
                    <a:pt x="2990575" y="278491"/>
                    <a:pt x="3058208" y="567433"/>
                  </a:cubicBezTo>
                  <a:close/>
                </a:path>
              </a:pathLst>
            </a:custGeom>
            <a:gradFill>
              <a:gsLst>
                <a:gs pos="11000">
                  <a:schemeClr val="accent1"/>
                </a:gs>
                <a:gs pos="100000">
                  <a:schemeClr val="accent3"/>
                </a:gs>
              </a:gsLst>
              <a:lin ang="0" scaled="0"/>
            </a:gradFill>
            <a:ln w="7606" cap="flat">
              <a:noFill/>
              <a:prstDash val="solid"/>
              <a:miter/>
            </a:ln>
          </p:spPr>
          <p:txBody>
            <a:bodyPr rtlCol="0" anchor="ctr"/>
            <a:lstStyle/>
            <a:p>
              <a:endParaRPr lang="en-US"/>
            </a:p>
          </p:txBody>
        </p:sp>
        <p:sp>
          <p:nvSpPr>
            <p:cNvPr id="11" name="Freeform 10">
              <a:extLst>
                <a:ext uri="{FF2B5EF4-FFF2-40B4-BE49-F238E27FC236}">
                  <a16:creationId xmlns:a16="http://schemas.microsoft.com/office/drawing/2014/main" id="{F938A101-18F6-3C75-6073-A86841C7A113}"/>
                </a:ext>
              </a:extLst>
            </p:cNvPr>
            <p:cNvSpPr/>
            <p:nvPr/>
          </p:nvSpPr>
          <p:spPr>
            <a:xfrm rot="21242962">
              <a:off x="6992707" y="2304275"/>
              <a:ext cx="4440393" cy="4530037"/>
            </a:xfrm>
            <a:custGeom>
              <a:avLst/>
              <a:gdLst>
                <a:gd name="connsiteX0" fmla="*/ 4108292 w 4440393"/>
                <a:gd name="connsiteY0" fmla="*/ 0 h 4530037"/>
                <a:gd name="connsiteX1" fmla="*/ 4393250 w 4440393"/>
                <a:gd name="connsiteY1" fmla="*/ 857957 h 4530037"/>
                <a:gd name="connsiteX2" fmla="*/ 4390534 w 4440393"/>
                <a:gd name="connsiteY2" fmla="*/ 859203 h 4530037"/>
                <a:gd name="connsiteX3" fmla="*/ 3580177 w 4440393"/>
                <a:gd name="connsiteY3" fmla="*/ 2993784 h 4530037"/>
                <a:gd name="connsiteX4" fmla="*/ 2038526 w 4440393"/>
                <a:gd name="connsiteY4" fmla="*/ 4412429 h 4530037"/>
                <a:gd name="connsiteX5" fmla="*/ 1873976 w 4440393"/>
                <a:gd name="connsiteY5" fmla="*/ 4530037 h 4530037"/>
                <a:gd name="connsiteX6" fmla="*/ 0 w 4440393"/>
                <a:gd name="connsiteY6" fmla="*/ 4334707 h 4530037"/>
                <a:gd name="connsiteX7" fmla="*/ 120875 w 4440393"/>
                <a:gd name="connsiteY7" fmla="*/ 4237966 h 4530037"/>
                <a:gd name="connsiteX8" fmla="*/ 336429 w 4440393"/>
                <a:gd name="connsiteY8" fmla="*/ 4099796 h 4530037"/>
                <a:gd name="connsiteX9" fmla="*/ 2937303 w 4440393"/>
                <a:gd name="connsiteY9" fmla="*/ 2230809 h 4530037"/>
                <a:gd name="connsiteX10" fmla="*/ 4085552 w 4440393"/>
                <a:gd name="connsiteY10" fmla="*/ 476188 h 4530037"/>
                <a:gd name="connsiteX11" fmla="*/ 4108292 w 4440393"/>
                <a:gd name="connsiteY11" fmla="*/ 0 h 45300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440393" h="4530037">
                  <a:moveTo>
                    <a:pt x="4108292" y="0"/>
                  </a:moveTo>
                  <a:lnTo>
                    <a:pt x="4393250" y="857957"/>
                  </a:lnTo>
                  <a:lnTo>
                    <a:pt x="4390534" y="859203"/>
                  </a:lnTo>
                  <a:cubicBezTo>
                    <a:pt x="4623606" y="1512532"/>
                    <a:pt x="3986268" y="2501821"/>
                    <a:pt x="3580177" y="2993784"/>
                  </a:cubicBezTo>
                  <a:cubicBezTo>
                    <a:pt x="3155563" y="3504232"/>
                    <a:pt x="2621580" y="3982170"/>
                    <a:pt x="2038526" y="4412429"/>
                  </a:cubicBezTo>
                  <a:lnTo>
                    <a:pt x="1873976" y="4530037"/>
                  </a:lnTo>
                  <a:lnTo>
                    <a:pt x="0" y="4334707"/>
                  </a:lnTo>
                  <a:lnTo>
                    <a:pt x="120875" y="4237966"/>
                  </a:lnTo>
                  <a:cubicBezTo>
                    <a:pt x="190323" y="4188073"/>
                    <a:pt x="262240" y="4141930"/>
                    <a:pt x="336429" y="4099796"/>
                  </a:cubicBezTo>
                  <a:cubicBezTo>
                    <a:pt x="1176090" y="3623375"/>
                    <a:pt x="2223431" y="2976436"/>
                    <a:pt x="2937303" y="2230809"/>
                  </a:cubicBezTo>
                  <a:cubicBezTo>
                    <a:pt x="3502699" y="1640262"/>
                    <a:pt x="3951723" y="1002334"/>
                    <a:pt x="4085552" y="476188"/>
                  </a:cubicBezTo>
                  <a:cubicBezTo>
                    <a:pt x="4129606" y="303504"/>
                    <a:pt x="4139472" y="143037"/>
                    <a:pt x="4108292" y="0"/>
                  </a:cubicBezTo>
                  <a:close/>
                </a:path>
              </a:pathLst>
            </a:custGeom>
            <a:gradFill flip="none" rotWithShape="1">
              <a:gsLst>
                <a:gs pos="0">
                  <a:schemeClr val="tx2"/>
                </a:gs>
                <a:gs pos="99000">
                  <a:schemeClr val="accent1"/>
                </a:gs>
              </a:gsLst>
              <a:lin ang="18900000" scaled="1"/>
              <a:tileRect/>
            </a:gradFill>
            <a:ln w="7606" cap="flat">
              <a:noFill/>
              <a:prstDash val="solid"/>
              <a:miter/>
            </a:ln>
          </p:spPr>
          <p:txBody>
            <a:bodyPr rtlCol="0" anchor="ctr"/>
            <a:lstStyle/>
            <a:p>
              <a:endParaRPr lang="en-US"/>
            </a:p>
          </p:txBody>
        </p:sp>
      </p:grpSp>
      <p:pic>
        <p:nvPicPr>
          <p:cNvPr id="13" name="Graphic 12">
            <a:extLst>
              <a:ext uri="{FF2B5EF4-FFF2-40B4-BE49-F238E27FC236}">
                <a16:creationId xmlns:a16="http://schemas.microsoft.com/office/drawing/2014/main" id="{7D060999-7EDC-78DA-BCA4-FF58F392538A}"/>
              </a:ext>
            </a:extLst>
          </p:cNvPr>
          <p:cNvPicPr>
            <a:picLocks noChangeAspect="1"/>
          </p:cNvPicPr>
          <p:nvPr/>
        </p:nvPicPr>
        <p:blipFill>
          <a:blip r:embed="rId2" cstate="screen">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1117011" y="2970825"/>
            <a:ext cx="3103464" cy="387933"/>
          </a:xfrm>
          <a:prstGeom prst="rect">
            <a:avLst/>
          </a:prstGeom>
        </p:spPr>
      </p:pic>
    </p:spTree>
    <p:extLst>
      <p:ext uri="{BB962C8B-B14F-4D97-AF65-F5344CB8AC3E}">
        <p14:creationId xmlns:p14="http://schemas.microsoft.com/office/powerpoint/2010/main" val="942517355"/>
      </p:ext>
    </p:extLst>
  </p:cSld>
  <p:clrMapOvr>
    <a:masterClrMapping/>
  </p:clrMapOvr>
  <p:hf hdr="0" ftr="0" dt="0"/>
</p:sldLayout>
</file>

<file path=ppt/slideLayouts/slideLayout149.xml><?xml version="1.0" encoding="utf-8"?>
<p:sldLayout xmlns:a="http://schemas.openxmlformats.org/drawingml/2006/main" xmlns:r="http://schemas.openxmlformats.org/officeDocument/2006/relationships" xmlns:p="http://schemas.openxmlformats.org/presentationml/2006/main" type="blank" preserve="1">
  <p:cSld name="Thank you sign off">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Title 1">
            <a:extLst>
              <a:ext uri="{FF2B5EF4-FFF2-40B4-BE49-F238E27FC236}">
                <a16:creationId xmlns:a16="http://schemas.microsoft.com/office/drawing/2014/main" id="{2A73A0B3-E323-EBD2-098B-3E1A25761AA4}"/>
              </a:ext>
            </a:extLst>
          </p:cNvPr>
          <p:cNvSpPr txBox="1">
            <a:spLocks/>
          </p:cNvSpPr>
          <p:nvPr/>
        </p:nvSpPr>
        <p:spPr>
          <a:xfrm>
            <a:off x="1149849" y="2507409"/>
            <a:ext cx="6443257" cy="1777720"/>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6000" spc="-50"/>
              <a:t>Thank you for </a:t>
            </a:r>
            <a:r>
              <a:rPr lang="en-US" sz="6000" spc="-50">
                <a:solidFill>
                  <a:schemeClr val="tx2"/>
                </a:solidFill>
              </a:rPr>
              <a:t>your time.</a:t>
            </a:r>
          </a:p>
        </p:txBody>
      </p: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34741543"/>
      </p:ext>
    </p:extLst>
  </p:cSld>
  <p:clrMapOvr>
    <a:masterClrMapping/>
  </p:clrMapOvr>
  <p:hf hdr="0" ftr="0" dt="0"/>
</p:sldLayout>
</file>

<file path=ppt/slideLayouts/slideLayout150.xml><?xml version="1.0" encoding="utf-8"?>
<p:sldLayout xmlns:a="http://schemas.openxmlformats.org/drawingml/2006/main" xmlns:r="http://schemas.openxmlformats.org/officeDocument/2006/relationships" xmlns:p="http://schemas.openxmlformats.org/presentationml/2006/main" type="blank" preserve="1">
  <p:cSld name="Contact slide">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D63005AE-A14B-7B48-9AF5-01E333747121}" type="datetime1">
              <a:rPr lang="en-GB" smtClean="0"/>
              <a:t>19/12/2024</a:t>
            </a:fld>
            <a:endParaRPr lang="en-GB"/>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GB"/>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GB" smtClean="0"/>
              <a:pPr/>
              <a:t>‹#›</a:t>
            </a:fld>
            <a:endParaRPr lang="en-GB"/>
          </a:p>
        </p:txBody>
      </p:sp>
      <p:cxnSp>
        <p:nvCxnSpPr>
          <p:cNvPr id="15" name="Straight Connector 14">
            <a:extLst>
              <a:ext uri="{FF2B5EF4-FFF2-40B4-BE49-F238E27FC236}">
                <a16:creationId xmlns:a16="http://schemas.microsoft.com/office/drawing/2014/main" id="{1019874D-C925-3220-1EB5-28B0C251DFD5}"/>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346AC2A8-EB63-76CF-4678-CFF34A06F01E}"/>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E3E9C4B1-8BBD-4A86-97E6-A05321731C6E}"/>
              </a:ext>
            </a:extLst>
          </p:cNvPr>
          <p:cNvGrpSpPr/>
          <p:nvPr/>
        </p:nvGrpSpPr>
        <p:grpSpPr>
          <a:xfrm>
            <a:off x="1161334" y="3581400"/>
            <a:ext cx="9922400" cy="372831"/>
            <a:chOff x="1383408" y="3927281"/>
            <a:chExt cx="9922400" cy="372831"/>
          </a:xfrm>
        </p:grpSpPr>
        <p:pic>
          <p:nvPicPr>
            <p:cNvPr id="8" name="Graphic 7">
              <a:extLst>
                <a:ext uri="{FF2B5EF4-FFF2-40B4-BE49-F238E27FC236}">
                  <a16:creationId xmlns:a16="http://schemas.microsoft.com/office/drawing/2014/main" id="{12258D66-EE6D-A115-1AB5-B4C27C73A40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383408" y="3927281"/>
              <a:ext cx="372831" cy="372831"/>
            </a:xfrm>
            <a:prstGeom prst="rect">
              <a:avLst/>
            </a:prstGeom>
          </p:spPr>
        </p:pic>
        <p:sp>
          <p:nvSpPr>
            <p:cNvPr id="9" name="Title 1">
              <a:extLst>
                <a:ext uri="{FF2B5EF4-FFF2-40B4-BE49-F238E27FC236}">
                  <a16:creationId xmlns:a16="http://schemas.microsoft.com/office/drawing/2014/main" id="{BA16597B-7B44-BE93-4394-1DA701C95A99}"/>
                </a:ext>
              </a:extLst>
            </p:cNvPr>
            <p:cNvSpPr txBox="1">
              <a:spLocks/>
            </p:cNvSpPr>
            <p:nvPr/>
          </p:nvSpPr>
          <p:spPr>
            <a:xfrm>
              <a:off x="1886305" y="3979892"/>
              <a:ext cx="1978833"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+44(0) 330 343 4000</a:t>
              </a:r>
            </a:p>
          </p:txBody>
        </p:sp>
        <p:pic>
          <p:nvPicPr>
            <p:cNvPr id="10" name="Graphic 9">
              <a:extLst>
                <a:ext uri="{FF2B5EF4-FFF2-40B4-BE49-F238E27FC236}">
                  <a16:creationId xmlns:a16="http://schemas.microsoft.com/office/drawing/2014/main" id="{F8CBC0C8-00D3-597B-95ED-2951CCF52BB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08650" y="3966176"/>
              <a:ext cx="375506" cy="295040"/>
            </a:xfrm>
            <a:prstGeom prst="rect">
              <a:avLst/>
            </a:prstGeom>
          </p:spPr>
        </p:pic>
        <p:sp>
          <p:nvSpPr>
            <p:cNvPr id="11" name="Title 1">
              <a:extLst>
                <a:ext uri="{FF2B5EF4-FFF2-40B4-BE49-F238E27FC236}">
                  <a16:creationId xmlns:a16="http://schemas.microsoft.com/office/drawing/2014/main" id="{1E394DDB-95F4-C779-DDA8-2A6D4C37E464}"/>
                </a:ext>
              </a:extLst>
            </p:cNvPr>
            <p:cNvSpPr txBox="1">
              <a:spLocks/>
            </p:cNvSpPr>
            <p:nvPr/>
          </p:nvSpPr>
          <p:spPr>
            <a:xfrm>
              <a:off x="5041117" y="3979892"/>
              <a:ext cx="2310527" cy="224555"/>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err="1">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www.oneadvanced.com</a:t>
              </a:r>
              <a:endPar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endParaRPr>
            </a:p>
          </p:txBody>
        </p:sp>
        <p:pic>
          <p:nvPicPr>
            <p:cNvPr id="12" name="Graphic 11">
              <a:extLst>
                <a:ext uri="{FF2B5EF4-FFF2-40B4-BE49-F238E27FC236}">
                  <a16:creationId xmlns:a16="http://schemas.microsoft.com/office/drawing/2014/main" id="{DB617B8F-439F-0846-C91B-0D0BE613EBE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007239" y="3966176"/>
              <a:ext cx="375506" cy="295040"/>
            </a:xfrm>
            <a:prstGeom prst="rect">
              <a:avLst/>
            </a:prstGeom>
          </p:spPr>
        </p:pic>
        <p:sp>
          <p:nvSpPr>
            <p:cNvPr id="13" name="Title 1">
              <a:hlinkClick r:id="rId8"/>
              <a:extLst>
                <a:ext uri="{FF2B5EF4-FFF2-40B4-BE49-F238E27FC236}">
                  <a16:creationId xmlns:a16="http://schemas.microsoft.com/office/drawing/2014/main" id="{0C9002D1-74E0-6CBD-9260-7B915AF42557}"/>
                </a:ext>
              </a:extLst>
            </p:cNvPr>
            <p:cNvSpPr txBox="1">
              <a:spLocks/>
            </p:cNvSpPr>
            <p:nvPr/>
          </p:nvSpPr>
          <p:spPr>
            <a:xfrm>
              <a:off x="8539706" y="3979892"/>
              <a:ext cx="2766102" cy="281324"/>
            </a:xfrm>
            <a:prstGeom prst="rect">
              <a:avLst/>
            </a:prstGeom>
          </p:spPr>
          <p:txBody>
            <a:bodyPr lIns="0" tIns="0" rIns="0" bIns="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nSpc>
                  <a:spcPct val="110000"/>
                </a:lnSpc>
                <a:spcBef>
                  <a:spcPts val="800"/>
                </a:spcBef>
                <a:spcAft>
                  <a:spcPts val="800"/>
                </a:spcAft>
              </a:pPr>
              <a:r>
                <a:rPr lang="en-GB" sz="1600" b="0" kern="100">
                  <a:solidFill>
                    <a:schemeClr val="tx1">
                      <a:lumMod val="75000"/>
                      <a:lumOff val="25000"/>
                    </a:schemeClr>
                  </a:solidFill>
                  <a:effectLst/>
                  <a:latin typeface="Open Sans" panose="020B0606030504020204" pitchFamily="34" charset="0"/>
                  <a:ea typeface="Open Sans" panose="020B0606030504020204" pitchFamily="34" charset="0"/>
                  <a:cs typeface="Open Sans" panose="020B0606030504020204" pitchFamily="34" charset="0"/>
                </a:rPr>
                <a:t>hello@oneadvanced.com</a:t>
              </a:r>
            </a:p>
          </p:txBody>
        </p:sp>
      </p:grpSp>
      <p:sp>
        <p:nvSpPr>
          <p:cNvPr id="16" name="Title 1">
            <a:extLst>
              <a:ext uri="{FF2B5EF4-FFF2-40B4-BE49-F238E27FC236}">
                <a16:creationId xmlns:a16="http://schemas.microsoft.com/office/drawing/2014/main" id="{0BE4C725-FC06-DB3B-0F4B-89A77869B06D}"/>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
        <p:nvSpPr>
          <p:cNvPr id="17" name="TextBox 16">
            <a:extLst>
              <a:ext uri="{FF2B5EF4-FFF2-40B4-BE49-F238E27FC236}">
                <a16:creationId xmlns:a16="http://schemas.microsoft.com/office/drawing/2014/main" id="{0958167D-1797-F786-9B8C-3BB1923D6493}"/>
              </a:ext>
            </a:extLst>
          </p:cNvPr>
          <p:cNvSpPr txBox="1"/>
          <p:nvPr/>
        </p:nvSpPr>
        <p:spPr>
          <a:xfrm>
            <a:off x="3194787" y="5765172"/>
            <a:ext cx="7618977" cy="377860"/>
          </a:xfrm>
          <a:prstGeom prst="rect">
            <a:avLst/>
          </a:prstGeom>
          <a:noFill/>
        </p:spPr>
        <p:txBody>
          <a:bodyPr wrap="square" rtlCol="0">
            <a:spAutoFit/>
          </a:bodyPr>
          <a:lstStyle/>
          <a:p>
            <a:pPr>
              <a:lnSpc>
                <a:spcPct val="120000"/>
              </a:lnSpc>
            </a:pP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Advanced Computer Software Group Limited is a company registered in England and Wales under company number 05965280, whose registered office </a:t>
            </a:r>
            <a:r>
              <a:rPr lang="en-GB" sz="800" kern="100">
                <a:solidFill>
                  <a:srgbClr val="373743"/>
                </a:solidFill>
                <a:effectLst/>
                <a:latin typeface="Open Sans" panose="020B0606030504020204" pitchFamily="34" charset="0"/>
                <a:ea typeface="Calibri" panose="020F0502020204030204" pitchFamily="34" charset="0"/>
                <a:cs typeface="Times New Roman" panose="02020603050405020304" pitchFamily="18" charset="0"/>
              </a:rPr>
              <a:t>is: The Mailbox, Level 3, 101 Wharfside Street, Birmingham, B1 1RF</a:t>
            </a:r>
            <a:r>
              <a:rPr lang="en-GB" sz="800" kern="100">
                <a:solidFill>
                  <a:srgbClr val="2C2C37"/>
                </a:solidFill>
                <a:effectLst/>
                <a:latin typeface="Open Sans" panose="020B0606030504020204" pitchFamily="34" charset="0"/>
                <a:ea typeface="Calibri" panose="020F0502020204030204" pitchFamily="34" charset="0"/>
                <a:cs typeface="Times New Roman" panose="02020603050405020304" pitchFamily="18" charset="0"/>
              </a:rPr>
              <a:t>. A full list of its trading subsidiaries is available at www.oneadvanced.com/legal-privacy.</a:t>
            </a:r>
            <a:endParaRPr lang="en-US" sz="800"/>
          </a:p>
        </p:txBody>
      </p:sp>
      <p:pic>
        <p:nvPicPr>
          <p:cNvPr id="18" name="Graphic 17">
            <a:extLst>
              <a:ext uri="{FF2B5EF4-FFF2-40B4-BE49-F238E27FC236}">
                <a16:creationId xmlns:a16="http://schemas.microsoft.com/office/drawing/2014/main" id="{F8498B2A-6B78-C39B-1C69-0EA4C112C95D}"/>
              </a:ext>
            </a:extLst>
          </p:cNvPr>
          <p:cNvPicPr>
            <a:picLocks noChangeAspect="1"/>
          </p:cNvPicPr>
          <p:nvPr/>
        </p:nvPicPr>
        <p:blipFill>
          <a:blip r:embed="rId9" cstate="screen">
            <a:extLst>
              <a:ext uri="{28A0092B-C50C-407E-A947-70E740481C1C}">
                <a14:useLocalDpi xmlns:a14="http://schemas.microsoft.com/office/drawing/2010/main" val="0"/>
              </a:ext>
              <a:ext uri="{96DAC541-7B7A-43D3-8B79-37D633B846F1}">
                <asvg:svgBlip xmlns:asvg="http://schemas.microsoft.com/office/drawing/2016/SVG/main" r:embed="rId10"/>
              </a:ext>
            </a:extLst>
          </a:blip>
          <a:srcRect/>
          <a:stretch/>
        </p:blipFill>
        <p:spPr>
          <a:xfrm>
            <a:off x="1198111" y="5849241"/>
            <a:ext cx="1752318" cy="219039"/>
          </a:xfrm>
          <a:prstGeom prst="rect">
            <a:avLst/>
          </a:prstGeom>
        </p:spPr>
      </p:pic>
    </p:spTree>
    <p:extLst>
      <p:ext uri="{BB962C8B-B14F-4D97-AF65-F5344CB8AC3E}">
        <p14:creationId xmlns:p14="http://schemas.microsoft.com/office/powerpoint/2010/main" val="2144508105"/>
      </p:ext>
    </p:extLst>
  </p:cSld>
  <p:clrMapOvr>
    <a:masterClrMapping/>
  </p:clrMapOvr>
  <p:hf hdr="0" ftr="0" dt="0"/>
</p:sldLayout>
</file>

<file path=ppt/slideLayouts/slideLayout151.xml><?xml version="1.0" encoding="utf-8"?>
<p:sldLayout xmlns:a="http://schemas.openxmlformats.org/drawingml/2006/main" xmlns:r="http://schemas.openxmlformats.org/officeDocument/2006/relationships" xmlns:p="http://schemas.openxmlformats.org/presentationml/2006/main">
  <p:cSld name="Bulleted - Title two content">
    <p:bg>
      <p:bgPr>
        <a:solidFill>
          <a:schemeClr val="bg1"/>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6" y="428400"/>
            <a:ext cx="10801349" cy="687600"/>
          </a:xfrm>
        </p:spPr>
        <p:txBody>
          <a:bodyPr anchor="t" anchorCtr="0"/>
          <a:lstStyle>
            <a:lvl1pPr>
              <a:defRPr>
                <a:solidFill>
                  <a:schemeClr val="tx1"/>
                </a:solidFill>
              </a:defRPr>
            </a:lvl1pPr>
          </a:lstStyle>
          <a:p>
            <a:r>
              <a:rPr lang="tr-TR"/>
              <a:t>Asıl başlık stilini düzenlemek için tıklayın</a:t>
            </a:r>
            <a:endParaRPr lang="en-US"/>
          </a:p>
        </p:txBody>
      </p:sp>
      <p:sp>
        <p:nvSpPr>
          <p:cNvPr id="9" name="Text Placeholder 8">
            <a:extLst>
              <a:ext uri="{FF2B5EF4-FFF2-40B4-BE49-F238E27FC236}">
                <a16:creationId xmlns:a16="http://schemas.microsoft.com/office/drawing/2014/main" id="{5E05DFCF-753F-8AAE-BDF9-C48470388324}"/>
              </a:ext>
            </a:extLst>
          </p:cNvPr>
          <p:cNvSpPr>
            <a:spLocks noGrp="1"/>
          </p:cNvSpPr>
          <p:nvPr>
            <p:ph type="body" sz="quarter" idx="13"/>
          </p:nvPr>
        </p:nvSpPr>
        <p:spPr>
          <a:xfrm>
            <a:off x="695325" y="1425600"/>
            <a:ext cx="5292725" cy="4705200"/>
          </a:xfrm>
        </p:spPr>
        <p:txBody>
          <a:bodyPr/>
          <a:lstStyle>
            <a:lvl1pPr>
              <a:lnSpc>
                <a:spcPct val="140000"/>
              </a:lnSpc>
              <a:defRPr lang="en-GB" noProof="0" dirty="0" smtClean="0"/>
            </a:lvl1pPr>
            <a:lvl2pPr>
              <a:lnSpc>
                <a:spcPct val="140000"/>
              </a:lnSpc>
              <a:defRPr lang="en-GB" noProof="0" dirty="0" smtClean="0"/>
            </a:lvl2pPr>
            <a:lvl3pPr>
              <a:lnSpc>
                <a:spcPct val="140000"/>
              </a:lnSpc>
              <a:defRPr lang="en-GB" noProof="0" dirty="0" smtClean="0"/>
            </a:lvl3pPr>
            <a:lvl4pPr>
              <a:lnSpc>
                <a:spcPct val="140000"/>
              </a:lnSpc>
              <a:defRPr lang="en-GB" noProof="0" dirty="0"/>
            </a:lvl4p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sp>
        <p:nvSpPr>
          <p:cNvPr id="12" name="Content Placeholder 11">
            <a:extLst>
              <a:ext uri="{FF2B5EF4-FFF2-40B4-BE49-F238E27FC236}">
                <a16:creationId xmlns:a16="http://schemas.microsoft.com/office/drawing/2014/main" id="{9F472F98-5AEE-6AB5-BBB2-A88EB9603F97}"/>
              </a:ext>
            </a:extLst>
          </p:cNvPr>
          <p:cNvSpPr>
            <a:spLocks noGrp="1"/>
          </p:cNvSpPr>
          <p:nvPr>
            <p:ph sz="quarter" idx="14"/>
          </p:nvPr>
        </p:nvSpPr>
        <p:spPr>
          <a:xfrm>
            <a:off x="6181725" y="1425599"/>
            <a:ext cx="5314950" cy="4705200"/>
          </a:xfrm>
        </p:spPr>
        <p:txBody>
          <a:bodyPr/>
          <a:lstStyle/>
          <a:p>
            <a:pPr marL="342900" marR="0" lvl="0"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Asıl metin stillerini düzenlemek için tıklayın</a:t>
            </a:r>
          </a:p>
          <a:p>
            <a:pPr marL="342900" marR="0" lvl="1"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İkinci düzey</a:t>
            </a:r>
          </a:p>
          <a:p>
            <a:pPr marL="342900" marR="0" lvl="2"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Üçüncü düzey</a:t>
            </a:r>
          </a:p>
          <a:p>
            <a:pPr marL="342900" marR="0" lvl="3" indent="-252000" algn="l" defTabSz="914400" rtl="0" eaLnBrk="1" fontAlgn="auto" latinLnBrk="0" hangingPunct="1">
              <a:lnSpc>
                <a:spcPct val="140000"/>
              </a:lnSpc>
              <a:spcBef>
                <a:spcPts val="800"/>
              </a:spcBef>
              <a:spcAft>
                <a:spcPts val="300"/>
              </a:spcAft>
              <a:buClrTx/>
              <a:buSzPct val="120000"/>
              <a:buFont typeface="Arial" panose="020B0604020202020204" pitchFamily="34" charset="0"/>
              <a:buChar char="•"/>
              <a:tabLst/>
              <a:defRPr/>
            </a:pPr>
            <a:r>
              <a:rPr kumimoji="0" lang="tr-TR" sz="2000" b="0" i="0" u="none" strike="noStrike" kern="1200" cap="none" spc="0" normalizeH="0" baseline="0" noProof="0">
                <a:ln>
                  <a:noFill/>
                </a:ln>
                <a:solidFill>
                  <a:srgbClr val="25252C">
                    <a:lumMod val="75000"/>
                    <a:lumOff val="25000"/>
                  </a:srgbClr>
                </a:solidFill>
                <a:effectLst/>
                <a:uLnTx/>
                <a:uFillTx/>
                <a:latin typeface="Open Sans" panose="020B0606030504020204" pitchFamily="34" charset="0"/>
                <a:ea typeface="Open Sans" panose="020B0606030504020204" pitchFamily="34" charset="0"/>
                <a:cs typeface="Open Sans" panose="020B0606030504020204" pitchFamily="34" charset="0"/>
              </a:rPr>
              <a:t>Dördüncü düzey</a:t>
            </a:r>
          </a:p>
        </p:txBody>
      </p:sp>
      <p:pic>
        <p:nvPicPr>
          <p:cNvPr id="8" name="Picture 4" descr="Logo&#10;&#10;Description automatically generated">
            <a:extLst>
              <a:ext uri="{FF2B5EF4-FFF2-40B4-BE49-F238E27FC236}">
                <a16:creationId xmlns:a16="http://schemas.microsoft.com/office/drawing/2014/main" id="{74C69C62-20F1-F335-BCAC-865AB14901E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0" name="Straight Connector 5">
            <a:extLst>
              <a:ext uri="{FF2B5EF4-FFF2-40B4-BE49-F238E27FC236}">
                <a16:creationId xmlns:a16="http://schemas.microsoft.com/office/drawing/2014/main" id="{C06AB644-505B-2551-85D1-C8D3B1873247}"/>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1" name="Rectangle 47">
            <a:extLst>
              <a:ext uri="{FF2B5EF4-FFF2-40B4-BE49-F238E27FC236}">
                <a16:creationId xmlns:a16="http://schemas.microsoft.com/office/drawing/2014/main" id="{3C3B4851-69E4-CD05-10E8-0510C29D3B8D}"/>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49514364"/>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cSld name="Title content two tone dark">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pic>
        <p:nvPicPr>
          <p:cNvPr id="5" name="Picture 4" descr="Logo&#10;&#10;Description automatically generated">
            <a:extLst>
              <a:ext uri="{FF2B5EF4-FFF2-40B4-BE49-F238E27FC236}">
                <a16:creationId xmlns:a16="http://schemas.microsoft.com/office/drawing/2014/main" id="{E25F2FB2-840D-F0CA-9F59-E30CB784DF36}"/>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bg1"/>
                </a:solidFill>
              </a:defRPr>
            </a:lvl1pPr>
          </a:lstStyle>
          <a:p>
            <a:r>
              <a:rPr lang="tr-TR"/>
              <a:t>Asıl başlık stilini düzenlemek için tıklayın</a:t>
            </a:r>
            <a:endParaRPr lang="en-US"/>
          </a:p>
        </p:txBody>
      </p:sp>
      <p:sp>
        <p:nvSpPr>
          <p:cNvPr id="13" name="Content Placeholder 12">
            <a:extLst>
              <a:ext uri="{FF2B5EF4-FFF2-40B4-BE49-F238E27FC236}">
                <a16:creationId xmlns:a16="http://schemas.microsoft.com/office/drawing/2014/main" id="{8120594D-471E-6091-2CE8-7CAA03BE48A8}"/>
              </a:ext>
            </a:extLst>
          </p:cNvPr>
          <p:cNvSpPr>
            <a:spLocks noGrp="1"/>
          </p:cNvSpPr>
          <p:nvPr>
            <p:ph sz="quarter" idx="13"/>
          </p:nvPr>
        </p:nvSpPr>
        <p:spPr>
          <a:xfrm>
            <a:off x="6181200" y="1846769"/>
            <a:ext cx="5313600" cy="3898760"/>
          </a:xfrm>
        </p:spPr>
        <p:txBody>
          <a:bodyPr/>
          <a:lstStyle>
            <a:lvl1pPr>
              <a:lnSpc>
                <a:spcPct val="150000"/>
              </a:lnSpc>
              <a:defRPr/>
            </a:lvl1pPr>
            <a:lvl2pPr>
              <a:lnSpc>
                <a:spcPct val="150000"/>
              </a:lnSpc>
              <a:defRPr/>
            </a:lvl2pPr>
            <a:lvl3pPr>
              <a:lnSpc>
                <a:spcPct val="150000"/>
              </a:lnSpc>
              <a:defRPr/>
            </a:lvl3pPr>
            <a:lvl4pPr>
              <a:lnSpc>
                <a:spcPct val="150000"/>
              </a:lnSpc>
              <a:defRPr/>
            </a:lvl4pPr>
            <a:lvl5pPr>
              <a:lnSpc>
                <a:spcPct val="150000"/>
              </a:lnSpc>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46769"/>
            <a:ext cx="4389140" cy="3898760"/>
          </a:xfrm>
        </p:spPr>
        <p:txBody>
          <a:bodyPr/>
          <a:lstStyle>
            <a:lvl1pPr>
              <a:lnSpc>
                <a:spcPct val="150000"/>
              </a:lnSpc>
              <a:defRPr>
                <a:solidFill>
                  <a:schemeClr val="tx1">
                    <a:lumMod val="10000"/>
                    <a:lumOff val="90000"/>
                  </a:schemeClr>
                </a:solidFill>
              </a:defRPr>
            </a:lvl1pPr>
            <a:lvl2pPr>
              <a:lnSpc>
                <a:spcPct val="150000"/>
              </a:lnSpc>
              <a:defRPr>
                <a:solidFill>
                  <a:schemeClr val="tx1">
                    <a:lumMod val="10000"/>
                    <a:lumOff val="90000"/>
                  </a:schemeClr>
                </a:solidFill>
              </a:defRPr>
            </a:lvl2pPr>
            <a:lvl3pPr>
              <a:lnSpc>
                <a:spcPct val="150000"/>
              </a:lnSpc>
              <a:defRPr>
                <a:solidFill>
                  <a:schemeClr val="tx1">
                    <a:lumMod val="10000"/>
                    <a:lumOff val="90000"/>
                  </a:schemeClr>
                </a:solidFill>
              </a:defRPr>
            </a:lvl3pPr>
            <a:lvl4pPr>
              <a:lnSpc>
                <a:spcPct val="150000"/>
              </a:lnSpc>
              <a:defRPr>
                <a:solidFill>
                  <a:schemeClr val="tx1">
                    <a:lumMod val="10000"/>
                    <a:lumOff val="90000"/>
                  </a:schemeClr>
                </a:solidFill>
              </a:defRPr>
            </a:lvl4pPr>
            <a:lvl5pPr>
              <a:lnSpc>
                <a:spcPct val="150000"/>
              </a:lnSpc>
              <a:defRPr>
                <a:solidFill>
                  <a:schemeClr val="tx1">
                    <a:lumMod val="10000"/>
                    <a:lumOff val="90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Rectangle 7">
            <a:extLst>
              <a:ext uri="{FF2B5EF4-FFF2-40B4-BE49-F238E27FC236}">
                <a16:creationId xmlns:a16="http://schemas.microsoft.com/office/drawing/2014/main" id="{23DC1656-E2BC-587F-B42E-6DF06BB318D1}"/>
              </a:ext>
            </a:extLst>
          </p:cNvPr>
          <p:cNvSpPr/>
          <p:nvPr userDrawn="1"/>
        </p:nvSpPr>
        <p:spPr>
          <a:xfrm>
            <a:off x="-1" y="1"/>
            <a:ext cx="5503333" cy="685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40000"/>
              </a:lnSpc>
            </a:pPr>
            <a:endParaRPr lang="en-US"/>
          </a:p>
        </p:txBody>
      </p:sp>
      <p:pic>
        <p:nvPicPr>
          <p:cNvPr id="10" name="Picture 4" descr="Logo&#10;&#10;Description automatically generated">
            <a:extLst>
              <a:ext uri="{FF2B5EF4-FFF2-40B4-BE49-F238E27FC236}">
                <a16:creationId xmlns:a16="http://schemas.microsoft.com/office/drawing/2014/main" id="{2224D207-FE19-05F1-9981-06B8B092E56B}"/>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r="74711"/>
          <a:stretch/>
        </p:blipFill>
        <p:spPr>
          <a:xfrm>
            <a:off x="11360321" y="240054"/>
            <a:ext cx="276225" cy="238315"/>
          </a:xfrm>
          <a:prstGeom prst="rect">
            <a:avLst/>
          </a:prstGeom>
        </p:spPr>
      </p:pic>
      <p:cxnSp>
        <p:nvCxnSpPr>
          <p:cNvPr id="11" name="Straight Connector 5">
            <a:extLst>
              <a:ext uri="{FF2B5EF4-FFF2-40B4-BE49-F238E27FC236}">
                <a16:creationId xmlns:a16="http://schemas.microsoft.com/office/drawing/2014/main" id="{85272C2D-1A7B-620D-EF1B-2695A237EEFB}"/>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2" name="Rectangle 47">
            <a:extLst>
              <a:ext uri="{FF2B5EF4-FFF2-40B4-BE49-F238E27FC236}">
                <a16:creationId xmlns:a16="http://schemas.microsoft.com/office/drawing/2014/main" id="{BA684DBA-3FFE-6514-16D5-4DE7BD31C297}"/>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29662446"/>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p:cSld name="1_Title list two tone dark">
    <p:bg>
      <p:bgPr>
        <a:solidFill>
          <a:schemeClr val="bg1"/>
        </a:solidFill>
        <a:effectLst/>
      </p:bgPr>
    </p:bg>
    <p:spTree>
      <p:nvGrpSpPr>
        <p:cNvPr id="1" name=""/>
        <p:cNvGrpSpPr/>
        <p:nvPr/>
      </p:nvGrpSpPr>
      <p:grpSpPr>
        <a:xfrm>
          <a:off x="0" y="0"/>
          <a:ext cx="0" cy="0"/>
          <a:chOff x="0" y="0"/>
          <a:chExt cx="0" cy="0"/>
        </a:xfrm>
      </p:grpSpPr>
      <p:pic>
        <p:nvPicPr>
          <p:cNvPr id="13" name="Picture 12" descr="A orange triangle on a black background&#10;&#10;Description automatically generated">
            <a:extLst>
              <a:ext uri="{FF2B5EF4-FFF2-40B4-BE49-F238E27FC236}">
                <a16:creationId xmlns:a16="http://schemas.microsoft.com/office/drawing/2014/main" id="{008AA23A-E33D-6297-008B-71F741560DA3}"/>
              </a:ext>
            </a:extLst>
          </p:cNvPr>
          <p:cNvPicPr>
            <a:picLocks noChangeAspect="1"/>
          </p:cNvPicPr>
          <p:nvPr/>
        </p:nvPicPr>
        <p:blipFill>
          <a:blip r:embed="rId2"/>
          <a:stretch>
            <a:fillRect/>
          </a:stretch>
        </p:blipFill>
        <p:spPr>
          <a:xfrm>
            <a:off x="11274221" y="125373"/>
            <a:ext cx="444903" cy="444903"/>
          </a:xfrm>
          <a:prstGeom prst="rect">
            <a:avLst/>
          </a:prstGeom>
        </p:spPr>
      </p:pic>
      <p:sp>
        <p:nvSpPr>
          <p:cNvPr id="8" name="Rectangle 7">
            <a:extLst>
              <a:ext uri="{FF2B5EF4-FFF2-40B4-BE49-F238E27FC236}">
                <a16:creationId xmlns:a16="http://schemas.microsoft.com/office/drawing/2014/main" id="{E64770CE-4A37-DDCA-3318-B14CC8879E3A}"/>
              </a:ext>
            </a:extLst>
          </p:cNvPr>
          <p:cNvSpPr/>
          <p:nvPr/>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Date Placeholder 1">
            <a:extLst>
              <a:ext uri="{FF2B5EF4-FFF2-40B4-BE49-F238E27FC236}">
                <a16:creationId xmlns:a16="http://schemas.microsoft.com/office/drawing/2014/main" id="{333A4049-3B9D-CB45-E43B-E0A9AAB247C3}"/>
              </a:ext>
            </a:extLst>
          </p:cNvPr>
          <p:cNvSpPr>
            <a:spLocks noGrp="1"/>
          </p:cNvSpPr>
          <p:nvPr>
            <p:ph type="dt" sz="half" idx="10"/>
          </p:nvPr>
        </p:nvSpPr>
        <p:spPr/>
        <p:txBody>
          <a:bodyPr/>
          <a:lstStyle/>
          <a:p>
            <a:fld id="{C7EFF3D0-6BED-D444-BEB4-872DDA21BA8D}" type="datetime1">
              <a:rPr lang="en-GB" smtClean="0"/>
              <a:t>19/12/2024</a:t>
            </a:fld>
            <a:endParaRPr lang="en-US"/>
          </a:p>
        </p:txBody>
      </p:sp>
      <p:sp>
        <p:nvSpPr>
          <p:cNvPr id="3" name="Footer Placeholder 2">
            <a:extLst>
              <a:ext uri="{FF2B5EF4-FFF2-40B4-BE49-F238E27FC236}">
                <a16:creationId xmlns:a16="http://schemas.microsoft.com/office/drawing/2014/main" id="{C1236C78-74A4-36FB-38A4-6655849816E8}"/>
              </a:ext>
            </a:extLst>
          </p:cNvPr>
          <p:cNvSpPr>
            <a:spLocks noGrp="1"/>
          </p:cNvSpPr>
          <p:nvPr>
            <p:ph type="ftr" sz="quarter" idx="11"/>
          </p:nvPr>
        </p:nvSpPr>
        <p:spPr/>
        <p:txBody>
          <a:bodyPr/>
          <a:lstStyle/>
          <a:p>
            <a:r>
              <a:rPr lang="en-US"/>
              <a:t>Powering the world of work</a:t>
            </a:r>
          </a:p>
        </p:txBody>
      </p:sp>
      <p:sp>
        <p:nvSpPr>
          <p:cNvPr id="4" name="Slide Number Placeholder 3">
            <a:extLst>
              <a:ext uri="{FF2B5EF4-FFF2-40B4-BE49-F238E27FC236}">
                <a16:creationId xmlns:a16="http://schemas.microsoft.com/office/drawing/2014/main" id="{B1A28DA8-1A2A-96B9-0102-C36892E16AEF}"/>
              </a:ext>
            </a:extLst>
          </p:cNvPr>
          <p:cNvSpPr>
            <a:spLocks noGrp="1"/>
          </p:cNvSpPr>
          <p:nvPr>
            <p:ph type="sldNum" sz="quarter" idx="12"/>
          </p:nvPr>
        </p:nvSpPr>
        <p:spPr/>
        <p:txBody>
          <a:bodyPr/>
          <a:lstStyle/>
          <a:p>
            <a:fld id="{3531A8E9-B4CF-5643-AF96-CB4C768DAD63}" type="slidenum">
              <a:rPr lang="en-US" smtClean="0"/>
              <a:t>‹#›</a:t>
            </a:fld>
            <a:endParaRPr lang="en-US"/>
          </a:p>
        </p:txBody>
      </p:sp>
      <p:cxnSp>
        <p:nvCxnSpPr>
          <p:cNvPr id="6" name="Straight Connector 5">
            <a:extLst>
              <a:ext uri="{FF2B5EF4-FFF2-40B4-BE49-F238E27FC236}">
                <a16:creationId xmlns:a16="http://schemas.microsoft.com/office/drawing/2014/main" id="{4342275B-32AD-4515-CFDB-A17EB9FC3CE6}"/>
              </a:ext>
            </a:extLst>
          </p:cNvPr>
          <p:cNvCxnSpPr>
            <a:cxnSpLocks/>
          </p:cNvCxnSpPr>
          <p:nvPr/>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618B5F02-6076-8D40-79FD-10AF47A46C20}"/>
              </a:ext>
            </a:extLst>
          </p:cNvPr>
          <p:cNvSpPr/>
          <p:nvPr/>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itle 1">
            <a:extLst>
              <a:ext uri="{FF2B5EF4-FFF2-40B4-BE49-F238E27FC236}">
                <a16:creationId xmlns:a16="http://schemas.microsoft.com/office/drawing/2014/main" id="{7ECB22F0-6D85-F8AE-E783-51377137A83F}"/>
              </a:ext>
            </a:extLst>
          </p:cNvPr>
          <p:cNvSpPr>
            <a:spLocks noGrp="1"/>
          </p:cNvSpPr>
          <p:nvPr>
            <p:ph type="title"/>
          </p:nvPr>
        </p:nvSpPr>
        <p:spPr>
          <a:xfrm>
            <a:off x="695327" y="428400"/>
            <a:ext cx="4389140" cy="737967"/>
          </a:xfrm>
        </p:spPr>
        <p:txBody>
          <a:bodyPr anchor="t" anchorCtr="0"/>
          <a:lstStyle>
            <a:lvl1pPr>
              <a:defRPr>
                <a:solidFill>
                  <a:schemeClr val="tx1"/>
                </a:solidFill>
              </a:defRPr>
            </a:lvl1pPr>
          </a:lstStyle>
          <a:p>
            <a:r>
              <a:rPr lang="tr-TR"/>
              <a:t>Asıl başlık stilini düzenlemek için tıklayın</a:t>
            </a:r>
            <a:endParaRPr lang="en-US"/>
          </a:p>
        </p:txBody>
      </p:sp>
      <p:sp>
        <p:nvSpPr>
          <p:cNvPr id="15" name="Text Placeholder 14">
            <a:extLst>
              <a:ext uri="{FF2B5EF4-FFF2-40B4-BE49-F238E27FC236}">
                <a16:creationId xmlns:a16="http://schemas.microsoft.com/office/drawing/2014/main" id="{D4B8BE9B-B09F-B81C-1246-3D4ACFA4BD8F}"/>
              </a:ext>
            </a:extLst>
          </p:cNvPr>
          <p:cNvSpPr>
            <a:spLocks noGrp="1"/>
          </p:cNvSpPr>
          <p:nvPr>
            <p:ph type="body" sz="quarter" idx="14"/>
          </p:nvPr>
        </p:nvSpPr>
        <p:spPr>
          <a:xfrm>
            <a:off x="693567" y="1851473"/>
            <a:ext cx="4389140" cy="3898760"/>
          </a:xfrm>
        </p:spPr>
        <p:txBody>
          <a:bodyPr/>
          <a:lstStyle>
            <a:lvl1pPr>
              <a:defRPr>
                <a:solidFill>
                  <a:schemeClr val="tx1">
                    <a:lumMod val="75000"/>
                    <a:lumOff val="25000"/>
                  </a:schemeClr>
                </a:solidFill>
              </a:defRPr>
            </a:lvl1pPr>
            <a:lvl2pPr>
              <a:defRPr>
                <a:solidFill>
                  <a:schemeClr val="tx1">
                    <a:lumMod val="75000"/>
                    <a:lumOff val="25000"/>
                  </a:schemeClr>
                </a:solidFill>
              </a:defRPr>
            </a:lvl2pPr>
            <a:lvl3pPr>
              <a:defRPr>
                <a:solidFill>
                  <a:schemeClr val="tx1">
                    <a:lumMod val="75000"/>
                    <a:lumOff val="25000"/>
                  </a:schemeClr>
                </a:solidFill>
              </a:defRPr>
            </a:lvl3pPr>
            <a:lvl4pPr>
              <a:defRPr>
                <a:solidFill>
                  <a:schemeClr val="tx1">
                    <a:lumMod val="75000"/>
                    <a:lumOff val="25000"/>
                  </a:schemeClr>
                </a:solidFill>
              </a:defRPr>
            </a:lvl4pPr>
            <a:lvl5pPr>
              <a:defRPr>
                <a:solidFill>
                  <a:schemeClr val="tx1">
                    <a:lumMod val="75000"/>
                    <a:lumOff val="25000"/>
                  </a:schemeClr>
                </a:solidFill>
              </a:defRPr>
            </a:lvl5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US"/>
          </a:p>
        </p:txBody>
      </p:sp>
      <p:sp>
        <p:nvSpPr>
          <p:cNvPr id="9" name="Text Placeholder 22">
            <a:extLst>
              <a:ext uri="{FF2B5EF4-FFF2-40B4-BE49-F238E27FC236}">
                <a16:creationId xmlns:a16="http://schemas.microsoft.com/office/drawing/2014/main" id="{41C8889A-6528-B848-1329-A7980A7003BD}"/>
              </a:ext>
            </a:extLst>
          </p:cNvPr>
          <p:cNvSpPr>
            <a:spLocks noGrp="1"/>
          </p:cNvSpPr>
          <p:nvPr>
            <p:ph type="body" sz="quarter" idx="13" hasCustomPrompt="1"/>
          </p:nvPr>
        </p:nvSpPr>
        <p:spPr>
          <a:xfrm>
            <a:off x="6182727" y="1851473"/>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0" name="Text Placeholder 24">
            <a:extLst>
              <a:ext uri="{FF2B5EF4-FFF2-40B4-BE49-F238E27FC236}">
                <a16:creationId xmlns:a16="http://schemas.microsoft.com/office/drawing/2014/main" id="{1C738329-0758-27D3-3984-08F17C14C43B}"/>
              </a:ext>
            </a:extLst>
          </p:cNvPr>
          <p:cNvSpPr>
            <a:spLocks noGrp="1"/>
          </p:cNvSpPr>
          <p:nvPr>
            <p:ph type="body" sz="quarter" idx="15"/>
          </p:nvPr>
        </p:nvSpPr>
        <p:spPr>
          <a:xfrm>
            <a:off x="6182226" y="2243728"/>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1" name="Text Placeholder 22">
            <a:extLst>
              <a:ext uri="{FF2B5EF4-FFF2-40B4-BE49-F238E27FC236}">
                <a16:creationId xmlns:a16="http://schemas.microsoft.com/office/drawing/2014/main" id="{0A6D7031-04A0-C6B3-BB14-64B090A80F56}"/>
              </a:ext>
            </a:extLst>
          </p:cNvPr>
          <p:cNvSpPr>
            <a:spLocks noGrp="1"/>
          </p:cNvSpPr>
          <p:nvPr>
            <p:ph type="body" sz="quarter" idx="16" hasCustomPrompt="1"/>
          </p:nvPr>
        </p:nvSpPr>
        <p:spPr>
          <a:xfrm>
            <a:off x="6182727" y="3197955"/>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2" name="Text Placeholder 24">
            <a:extLst>
              <a:ext uri="{FF2B5EF4-FFF2-40B4-BE49-F238E27FC236}">
                <a16:creationId xmlns:a16="http://schemas.microsoft.com/office/drawing/2014/main" id="{CE2392C5-6868-9156-A256-9EE4ED9B0416}"/>
              </a:ext>
            </a:extLst>
          </p:cNvPr>
          <p:cNvSpPr>
            <a:spLocks noGrp="1"/>
          </p:cNvSpPr>
          <p:nvPr>
            <p:ph type="body" sz="quarter" idx="17"/>
          </p:nvPr>
        </p:nvSpPr>
        <p:spPr>
          <a:xfrm>
            <a:off x="6182226" y="3590210"/>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sp>
        <p:nvSpPr>
          <p:cNvPr id="14" name="Text Placeholder 22">
            <a:extLst>
              <a:ext uri="{FF2B5EF4-FFF2-40B4-BE49-F238E27FC236}">
                <a16:creationId xmlns:a16="http://schemas.microsoft.com/office/drawing/2014/main" id="{4A3C6B70-1CE8-60B1-9654-5BFD810229A4}"/>
              </a:ext>
            </a:extLst>
          </p:cNvPr>
          <p:cNvSpPr>
            <a:spLocks noGrp="1"/>
          </p:cNvSpPr>
          <p:nvPr>
            <p:ph type="body" sz="quarter" idx="18" hasCustomPrompt="1"/>
          </p:nvPr>
        </p:nvSpPr>
        <p:spPr>
          <a:xfrm>
            <a:off x="6182727" y="4544437"/>
            <a:ext cx="5119437" cy="256394"/>
          </a:xfrm>
        </p:spPr>
        <p:txBody>
          <a:bodyPr/>
          <a:lstStyle>
            <a:lvl1pPr marL="0" algn="l" defTabSz="914400" rtl="0" eaLnBrk="1" latinLnBrk="0" hangingPunct="1">
              <a:lnSpc>
                <a:spcPct val="90000"/>
              </a:lnSpc>
              <a:spcBef>
                <a:spcPct val="0"/>
              </a:spcBef>
              <a:buNone/>
              <a:defRPr lang="en-US" sz="2000" b="1" i="0" kern="1200" dirty="0">
                <a:solidFill>
                  <a:schemeClr val="tx1"/>
                </a:solidFill>
                <a:latin typeface="Montserrat SemiBold" pitchFamily="2" charset="77"/>
                <a:ea typeface="+mj-ea"/>
                <a:cs typeface="+mj-cs"/>
              </a:defRPr>
            </a:lvl1pPr>
          </a:lstStyle>
          <a:p>
            <a:pPr lvl="0"/>
            <a:r>
              <a:rPr lang="en-GB"/>
              <a:t>Title here</a:t>
            </a:r>
            <a:endParaRPr lang="en-US"/>
          </a:p>
        </p:txBody>
      </p:sp>
      <p:sp>
        <p:nvSpPr>
          <p:cNvPr id="16" name="Text Placeholder 24">
            <a:extLst>
              <a:ext uri="{FF2B5EF4-FFF2-40B4-BE49-F238E27FC236}">
                <a16:creationId xmlns:a16="http://schemas.microsoft.com/office/drawing/2014/main" id="{CEB5BE14-4E0F-DE49-3AC8-CE8ECC9D0224}"/>
              </a:ext>
            </a:extLst>
          </p:cNvPr>
          <p:cNvSpPr>
            <a:spLocks noGrp="1"/>
          </p:cNvSpPr>
          <p:nvPr>
            <p:ph type="body" sz="quarter" idx="19"/>
          </p:nvPr>
        </p:nvSpPr>
        <p:spPr>
          <a:xfrm>
            <a:off x="6182226" y="4936692"/>
            <a:ext cx="5119920" cy="687600"/>
          </a:xfrm>
        </p:spPr>
        <p:txBody>
          <a:bodyPr/>
          <a:lstStyle>
            <a:lvl1pPr marL="0" algn="l" defTabSz="914400" rtl="0" eaLnBrk="1" latinLnBrk="0" hangingPunct="1">
              <a:lnSpc>
                <a:spcPct val="120000"/>
              </a:lnSpc>
              <a:spcBef>
                <a:spcPct val="0"/>
              </a:spcBef>
              <a:buNone/>
              <a:defRPr lang="en-US" sz="1200" b="0" i="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stStyle>
          <a:p>
            <a:pPr lvl="0"/>
            <a:r>
              <a:rPr lang="tr-TR"/>
              <a:t>Asıl metin stillerini düzenlemek için tıklayın</a:t>
            </a:r>
          </a:p>
        </p:txBody>
      </p:sp>
      <p:pic>
        <p:nvPicPr>
          <p:cNvPr id="5" name="Picture 12" descr="A orange triangle on a black background&#10;&#10;Description automatically generated">
            <a:extLst>
              <a:ext uri="{FF2B5EF4-FFF2-40B4-BE49-F238E27FC236}">
                <a16:creationId xmlns:a16="http://schemas.microsoft.com/office/drawing/2014/main" id="{9769A006-7D4C-3622-615D-0FFB6167705B}"/>
              </a:ext>
            </a:extLst>
          </p:cNvPr>
          <p:cNvPicPr>
            <a:picLocks noChangeAspect="1"/>
          </p:cNvPicPr>
          <p:nvPr userDrawn="1"/>
        </p:nvPicPr>
        <p:blipFill>
          <a:blip r:embed="rId2"/>
          <a:stretch>
            <a:fillRect/>
          </a:stretch>
        </p:blipFill>
        <p:spPr>
          <a:xfrm>
            <a:off x="11274221" y="125373"/>
            <a:ext cx="444903" cy="444903"/>
          </a:xfrm>
          <a:prstGeom prst="rect">
            <a:avLst/>
          </a:prstGeom>
        </p:spPr>
      </p:pic>
      <p:sp>
        <p:nvSpPr>
          <p:cNvPr id="17" name="Rectangle 7">
            <a:extLst>
              <a:ext uri="{FF2B5EF4-FFF2-40B4-BE49-F238E27FC236}">
                <a16:creationId xmlns:a16="http://schemas.microsoft.com/office/drawing/2014/main" id="{D8F68906-605C-3FF6-1BA8-92499D8263F5}"/>
              </a:ext>
            </a:extLst>
          </p:cNvPr>
          <p:cNvSpPr/>
          <p:nvPr userDrawn="1"/>
        </p:nvSpPr>
        <p:spPr>
          <a:xfrm>
            <a:off x="-1" y="1"/>
            <a:ext cx="5503333" cy="6858000"/>
          </a:xfrm>
          <a:prstGeom prst="rect">
            <a:avLst/>
          </a:prstGeom>
          <a:solidFill>
            <a:srgbClr val="F0F0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5">
            <a:extLst>
              <a:ext uri="{FF2B5EF4-FFF2-40B4-BE49-F238E27FC236}">
                <a16:creationId xmlns:a16="http://schemas.microsoft.com/office/drawing/2014/main" id="{42813B21-ECAE-947F-606D-60D60C1BF266}"/>
              </a:ext>
            </a:extLst>
          </p:cNvPr>
          <p:cNvCxnSpPr>
            <a:cxnSpLocks/>
          </p:cNvCxnSpPr>
          <p:nvPr userDrawn="1"/>
        </p:nvCxnSpPr>
        <p:spPr>
          <a:xfrm>
            <a:off x="11498433" y="719138"/>
            <a:ext cx="0" cy="5418137"/>
          </a:xfrm>
          <a:prstGeom prst="line">
            <a:avLst/>
          </a:prstGeom>
          <a:ln>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19" name="Rectangle 47">
            <a:extLst>
              <a:ext uri="{FF2B5EF4-FFF2-40B4-BE49-F238E27FC236}">
                <a16:creationId xmlns:a16="http://schemas.microsoft.com/office/drawing/2014/main" id="{8080BF7A-248F-4E25-D40B-593931D686C8}"/>
              </a:ext>
            </a:extLst>
          </p:cNvPr>
          <p:cNvSpPr/>
          <p:nvPr userDrawn="1"/>
        </p:nvSpPr>
        <p:spPr>
          <a:xfrm>
            <a:off x="0" y="0"/>
            <a:ext cx="216000" cy="6858000"/>
          </a:xfrm>
          <a:prstGeom prst="rect">
            <a:avLst/>
          </a:prstGeom>
          <a:gradFill>
            <a:gsLst>
              <a:gs pos="0">
                <a:schemeClr val="tx2"/>
              </a:gs>
              <a:gs pos="47000">
                <a:schemeClr val="accent1"/>
              </a:gs>
              <a:gs pos="100000">
                <a:schemeClr val="accent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2321268"/>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image" Target="../media/image2.sv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4.xml"/><Relationship Id="rId18" Type="http://schemas.openxmlformats.org/officeDocument/2006/relationships/slideLayout" Target="../slideLayouts/slideLayout69.xml"/><Relationship Id="rId26" Type="http://schemas.openxmlformats.org/officeDocument/2006/relationships/slideLayout" Target="../slideLayouts/slideLayout77.xml"/><Relationship Id="rId39" Type="http://schemas.openxmlformats.org/officeDocument/2006/relationships/slideLayout" Target="../slideLayouts/slideLayout90.xml"/><Relationship Id="rId3" Type="http://schemas.openxmlformats.org/officeDocument/2006/relationships/slideLayout" Target="../slideLayouts/slideLayout54.xml"/><Relationship Id="rId21" Type="http://schemas.openxmlformats.org/officeDocument/2006/relationships/slideLayout" Target="../slideLayouts/slideLayout72.xml"/><Relationship Id="rId34" Type="http://schemas.openxmlformats.org/officeDocument/2006/relationships/slideLayout" Target="../slideLayouts/slideLayout85.xml"/><Relationship Id="rId42" Type="http://schemas.openxmlformats.org/officeDocument/2006/relationships/slideLayout" Target="../slideLayouts/slideLayout93.xml"/><Relationship Id="rId47" Type="http://schemas.openxmlformats.org/officeDocument/2006/relationships/slideLayout" Target="../slideLayouts/slideLayout98.xml"/><Relationship Id="rId50" Type="http://schemas.openxmlformats.org/officeDocument/2006/relationships/slideLayout" Target="../slideLayouts/slideLayout101.xml"/><Relationship Id="rId7" Type="http://schemas.openxmlformats.org/officeDocument/2006/relationships/slideLayout" Target="../slideLayouts/slideLayout58.xml"/><Relationship Id="rId12" Type="http://schemas.openxmlformats.org/officeDocument/2006/relationships/slideLayout" Target="../slideLayouts/slideLayout63.xml"/><Relationship Id="rId17" Type="http://schemas.openxmlformats.org/officeDocument/2006/relationships/slideLayout" Target="../slideLayouts/slideLayout68.xml"/><Relationship Id="rId25" Type="http://schemas.openxmlformats.org/officeDocument/2006/relationships/slideLayout" Target="../slideLayouts/slideLayout76.xml"/><Relationship Id="rId33" Type="http://schemas.openxmlformats.org/officeDocument/2006/relationships/slideLayout" Target="../slideLayouts/slideLayout84.xml"/><Relationship Id="rId38" Type="http://schemas.openxmlformats.org/officeDocument/2006/relationships/slideLayout" Target="../slideLayouts/slideLayout89.xml"/><Relationship Id="rId46" Type="http://schemas.openxmlformats.org/officeDocument/2006/relationships/slideLayout" Target="../slideLayouts/slideLayout97.xml"/><Relationship Id="rId2" Type="http://schemas.openxmlformats.org/officeDocument/2006/relationships/slideLayout" Target="../slideLayouts/slideLayout53.xml"/><Relationship Id="rId16" Type="http://schemas.openxmlformats.org/officeDocument/2006/relationships/slideLayout" Target="../slideLayouts/slideLayout67.xml"/><Relationship Id="rId20" Type="http://schemas.openxmlformats.org/officeDocument/2006/relationships/slideLayout" Target="../slideLayouts/slideLayout71.xml"/><Relationship Id="rId29" Type="http://schemas.openxmlformats.org/officeDocument/2006/relationships/slideLayout" Target="../slideLayouts/slideLayout80.xml"/><Relationship Id="rId41" Type="http://schemas.openxmlformats.org/officeDocument/2006/relationships/slideLayout" Target="../slideLayouts/slideLayout92.xml"/><Relationship Id="rId54" Type="http://schemas.openxmlformats.org/officeDocument/2006/relationships/image" Target="../media/image2.svg"/><Relationship Id="rId1" Type="http://schemas.openxmlformats.org/officeDocument/2006/relationships/slideLayout" Target="../slideLayouts/slideLayout52.xml"/><Relationship Id="rId6" Type="http://schemas.openxmlformats.org/officeDocument/2006/relationships/slideLayout" Target="../slideLayouts/slideLayout57.xml"/><Relationship Id="rId11" Type="http://schemas.openxmlformats.org/officeDocument/2006/relationships/slideLayout" Target="../slideLayouts/slideLayout62.xml"/><Relationship Id="rId24" Type="http://schemas.openxmlformats.org/officeDocument/2006/relationships/slideLayout" Target="../slideLayouts/slideLayout75.xml"/><Relationship Id="rId32" Type="http://schemas.openxmlformats.org/officeDocument/2006/relationships/slideLayout" Target="../slideLayouts/slideLayout83.xml"/><Relationship Id="rId37" Type="http://schemas.openxmlformats.org/officeDocument/2006/relationships/slideLayout" Target="../slideLayouts/slideLayout88.xml"/><Relationship Id="rId40" Type="http://schemas.openxmlformats.org/officeDocument/2006/relationships/slideLayout" Target="../slideLayouts/slideLayout91.xml"/><Relationship Id="rId45" Type="http://schemas.openxmlformats.org/officeDocument/2006/relationships/slideLayout" Target="../slideLayouts/slideLayout96.xml"/><Relationship Id="rId53" Type="http://schemas.openxmlformats.org/officeDocument/2006/relationships/image" Target="../media/image1.png"/><Relationship Id="rId5" Type="http://schemas.openxmlformats.org/officeDocument/2006/relationships/slideLayout" Target="../slideLayouts/slideLayout56.xml"/><Relationship Id="rId15" Type="http://schemas.openxmlformats.org/officeDocument/2006/relationships/slideLayout" Target="../slideLayouts/slideLayout66.xml"/><Relationship Id="rId23" Type="http://schemas.openxmlformats.org/officeDocument/2006/relationships/slideLayout" Target="../slideLayouts/slideLayout74.xml"/><Relationship Id="rId28" Type="http://schemas.openxmlformats.org/officeDocument/2006/relationships/slideLayout" Target="../slideLayouts/slideLayout79.xml"/><Relationship Id="rId36" Type="http://schemas.openxmlformats.org/officeDocument/2006/relationships/slideLayout" Target="../slideLayouts/slideLayout87.xml"/><Relationship Id="rId49" Type="http://schemas.openxmlformats.org/officeDocument/2006/relationships/slideLayout" Target="../slideLayouts/slideLayout100.xml"/><Relationship Id="rId10" Type="http://schemas.openxmlformats.org/officeDocument/2006/relationships/slideLayout" Target="../slideLayouts/slideLayout61.xml"/><Relationship Id="rId19" Type="http://schemas.openxmlformats.org/officeDocument/2006/relationships/slideLayout" Target="../slideLayouts/slideLayout70.xml"/><Relationship Id="rId31" Type="http://schemas.openxmlformats.org/officeDocument/2006/relationships/slideLayout" Target="../slideLayouts/slideLayout82.xml"/><Relationship Id="rId44" Type="http://schemas.openxmlformats.org/officeDocument/2006/relationships/slideLayout" Target="../slideLayouts/slideLayout95.xml"/><Relationship Id="rId52" Type="http://schemas.openxmlformats.org/officeDocument/2006/relationships/theme" Target="../theme/theme2.xml"/><Relationship Id="rId4" Type="http://schemas.openxmlformats.org/officeDocument/2006/relationships/slideLayout" Target="../slideLayouts/slideLayout55.xml"/><Relationship Id="rId9" Type="http://schemas.openxmlformats.org/officeDocument/2006/relationships/slideLayout" Target="../slideLayouts/slideLayout60.xml"/><Relationship Id="rId14" Type="http://schemas.openxmlformats.org/officeDocument/2006/relationships/slideLayout" Target="../slideLayouts/slideLayout65.xml"/><Relationship Id="rId22" Type="http://schemas.openxmlformats.org/officeDocument/2006/relationships/slideLayout" Target="../slideLayouts/slideLayout73.xml"/><Relationship Id="rId27" Type="http://schemas.openxmlformats.org/officeDocument/2006/relationships/slideLayout" Target="../slideLayouts/slideLayout78.xml"/><Relationship Id="rId30" Type="http://schemas.openxmlformats.org/officeDocument/2006/relationships/slideLayout" Target="../slideLayouts/slideLayout81.xml"/><Relationship Id="rId35" Type="http://schemas.openxmlformats.org/officeDocument/2006/relationships/slideLayout" Target="../slideLayouts/slideLayout86.xml"/><Relationship Id="rId43" Type="http://schemas.openxmlformats.org/officeDocument/2006/relationships/slideLayout" Target="../slideLayouts/slideLayout94.xml"/><Relationship Id="rId48" Type="http://schemas.openxmlformats.org/officeDocument/2006/relationships/slideLayout" Target="../slideLayouts/slideLayout99.xml"/><Relationship Id="rId8" Type="http://schemas.openxmlformats.org/officeDocument/2006/relationships/slideLayout" Target="../slideLayouts/slideLayout59.xml"/><Relationship Id="rId51" Type="http://schemas.openxmlformats.org/officeDocument/2006/relationships/slideLayout" Target="../slideLayouts/slideLayout10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115.xml"/><Relationship Id="rId18" Type="http://schemas.openxmlformats.org/officeDocument/2006/relationships/slideLayout" Target="../slideLayouts/slideLayout120.xml"/><Relationship Id="rId26" Type="http://schemas.openxmlformats.org/officeDocument/2006/relationships/slideLayout" Target="../slideLayouts/slideLayout128.xml"/><Relationship Id="rId39" Type="http://schemas.openxmlformats.org/officeDocument/2006/relationships/slideLayout" Target="../slideLayouts/slideLayout141.xml"/><Relationship Id="rId3" Type="http://schemas.openxmlformats.org/officeDocument/2006/relationships/slideLayout" Target="../slideLayouts/slideLayout105.xml"/><Relationship Id="rId21" Type="http://schemas.openxmlformats.org/officeDocument/2006/relationships/slideLayout" Target="../slideLayouts/slideLayout123.xml"/><Relationship Id="rId34" Type="http://schemas.openxmlformats.org/officeDocument/2006/relationships/slideLayout" Target="../slideLayouts/slideLayout136.xml"/><Relationship Id="rId42" Type="http://schemas.openxmlformats.org/officeDocument/2006/relationships/slideLayout" Target="../slideLayouts/slideLayout144.xml"/><Relationship Id="rId47" Type="http://schemas.openxmlformats.org/officeDocument/2006/relationships/slideLayout" Target="../slideLayouts/slideLayout149.xml"/><Relationship Id="rId50" Type="http://schemas.openxmlformats.org/officeDocument/2006/relationships/slideLayout" Target="../slideLayouts/slideLayout152.xml"/><Relationship Id="rId7" Type="http://schemas.openxmlformats.org/officeDocument/2006/relationships/slideLayout" Target="../slideLayouts/slideLayout109.xml"/><Relationship Id="rId12" Type="http://schemas.openxmlformats.org/officeDocument/2006/relationships/slideLayout" Target="../slideLayouts/slideLayout114.xml"/><Relationship Id="rId17" Type="http://schemas.openxmlformats.org/officeDocument/2006/relationships/slideLayout" Target="../slideLayouts/slideLayout119.xml"/><Relationship Id="rId25" Type="http://schemas.openxmlformats.org/officeDocument/2006/relationships/slideLayout" Target="../slideLayouts/slideLayout127.xml"/><Relationship Id="rId33" Type="http://schemas.openxmlformats.org/officeDocument/2006/relationships/slideLayout" Target="../slideLayouts/slideLayout135.xml"/><Relationship Id="rId38" Type="http://schemas.openxmlformats.org/officeDocument/2006/relationships/slideLayout" Target="../slideLayouts/slideLayout140.xml"/><Relationship Id="rId46" Type="http://schemas.openxmlformats.org/officeDocument/2006/relationships/slideLayout" Target="../slideLayouts/slideLayout148.xml"/><Relationship Id="rId2" Type="http://schemas.openxmlformats.org/officeDocument/2006/relationships/slideLayout" Target="../slideLayouts/slideLayout104.xml"/><Relationship Id="rId16" Type="http://schemas.openxmlformats.org/officeDocument/2006/relationships/slideLayout" Target="../slideLayouts/slideLayout118.xml"/><Relationship Id="rId20" Type="http://schemas.openxmlformats.org/officeDocument/2006/relationships/slideLayout" Target="../slideLayouts/slideLayout122.xml"/><Relationship Id="rId29" Type="http://schemas.openxmlformats.org/officeDocument/2006/relationships/slideLayout" Target="../slideLayouts/slideLayout131.xml"/><Relationship Id="rId41" Type="http://schemas.openxmlformats.org/officeDocument/2006/relationships/slideLayout" Target="../slideLayouts/slideLayout143.xml"/><Relationship Id="rId54" Type="http://schemas.openxmlformats.org/officeDocument/2006/relationships/image" Target="../media/image2.svg"/><Relationship Id="rId1" Type="http://schemas.openxmlformats.org/officeDocument/2006/relationships/slideLayout" Target="../slideLayouts/slideLayout103.xml"/><Relationship Id="rId6" Type="http://schemas.openxmlformats.org/officeDocument/2006/relationships/slideLayout" Target="../slideLayouts/slideLayout108.xml"/><Relationship Id="rId11" Type="http://schemas.openxmlformats.org/officeDocument/2006/relationships/slideLayout" Target="../slideLayouts/slideLayout113.xml"/><Relationship Id="rId24" Type="http://schemas.openxmlformats.org/officeDocument/2006/relationships/slideLayout" Target="../slideLayouts/slideLayout126.xml"/><Relationship Id="rId32" Type="http://schemas.openxmlformats.org/officeDocument/2006/relationships/slideLayout" Target="../slideLayouts/slideLayout134.xml"/><Relationship Id="rId37" Type="http://schemas.openxmlformats.org/officeDocument/2006/relationships/slideLayout" Target="../slideLayouts/slideLayout139.xml"/><Relationship Id="rId40" Type="http://schemas.openxmlformats.org/officeDocument/2006/relationships/slideLayout" Target="../slideLayouts/slideLayout142.xml"/><Relationship Id="rId45" Type="http://schemas.openxmlformats.org/officeDocument/2006/relationships/slideLayout" Target="../slideLayouts/slideLayout147.xml"/><Relationship Id="rId53" Type="http://schemas.openxmlformats.org/officeDocument/2006/relationships/image" Target="../media/image1.png"/><Relationship Id="rId5" Type="http://schemas.openxmlformats.org/officeDocument/2006/relationships/slideLayout" Target="../slideLayouts/slideLayout107.xml"/><Relationship Id="rId15" Type="http://schemas.openxmlformats.org/officeDocument/2006/relationships/slideLayout" Target="../slideLayouts/slideLayout117.xml"/><Relationship Id="rId23" Type="http://schemas.openxmlformats.org/officeDocument/2006/relationships/slideLayout" Target="../slideLayouts/slideLayout125.xml"/><Relationship Id="rId28" Type="http://schemas.openxmlformats.org/officeDocument/2006/relationships/slideLayout" Target="../slideLayouts/slideLayout130.xml"/><Relationship Id="rId36" Type="http://schemas.openxmlformats.org/officeDocument/2006/relationships/slideLayout" Target="../slideLayouts/slideLayout138.xml"/><Relationship Id="rId49" Type="http://schemas.openxmlformats.org/officeDocument/2006/relationships/slideLayout" Target="../slideLayouts/slideLayout151.xml"/><Relationship Id="rId10" Type="http://schemas.openxmlformats.org/officeDocument/2006/relationships/slideLayout" Target="../slideLayouts/slideLayout112.xml"/><Relationship Id="rId19" Type="http://schemas.openxmlformats.org/officeDocument/2006/relationships/slideLayout" Target="../slideLayouts/slideLayout121.xml"/><Relationship Id="rId31" Type="http://schemas.openxmlformats.org/officeDocument/2006/relationships/slideLayout" Target="../slideLayouts/slideLayout133.xml"/><Relationship Id="rId44" Type="http://schemas.openxmlformats.org/officeDocument/2006/relationships/slideLayout" Target="../slideLayouts/slideLayout146.xml"/><Relationship Id="rId52" Type="http://schemas.openxmlformats.org/officeDocument/2006/relationships/theme" Target="../theme/theme3.xml"/><Relationship Id="rId4" Type="http://schemas.openxmlformats.org/officeDocument/2006/relationships/slideLayout" Target="../slideLayouts/slideLayout106.xml"/><Relationship Id="rId9" Type="http://schemas.openxmlformats.org/officeDocument/2006/relationships/slideLayout" Target="../slideLayouts/slideLayout111.xml"/><Relationship Id="rId14" Type="http://schemas.openxmlformats.org/officeDocument/2006/relationships/slideLayout" Target="../slideLayouts/slideLayout116.xml"/><Relationship Id="rId22" Type="http://schemas.openxmlformats.org/officeDocument/2006/relationships/slideLayout" Target="../slideLayouts/slideLayout124.xml"/><Relationship Id="rId27" Type="http://schemas.openxmlformats.org/officeDocument/2006/relationships/slideLayout" Target="../slideLayouts/slideLayout129.xml"/><Relationship Id="rId30" Type="http://schemas.openxmlformats.org/officeDocument/2006/relationships/slideLayout" Target="../slideLayouts/slideLayout132.xml"/><Relationship Id="rId35" Type="http://schemas.openxmlformats.org/officeDocument/2006/relationships/slideLayout" Target="../slideLayouts/slideLayout137.xml"/><Relationship Id="rId43" Type="http://schemas.openxmlformats.org/officeDocument/2006/relationships/slideLayout" Target="../slideLayouts/slideLayout145.xml"/><Relationship Id="rId48" Type="http://schemas.openxmlformats.org/officeDocument/2006/relationships/slideLayout" Target="../slideLayouts/slideLayout150.xml"/><Relationship Id="rId8" Type="http://schemas.openxmlformats.org/officeDocument/2006/relationships/slideLayout" Target="../slideLayouts/slideLayout110.xml"/><Relationship Id="rId51" Type="http://schemas.openxmlformats.org/officeDocument/2006/relationships/slideLayout" Target="../slideLayouts/slideLayout15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en-US"/>
              <a:t>Click to edit Master title style</a:t>
            </a:r>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19/12/2024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1123278588"/>
      </p:ext>
    </p:extLst>
  </p:cSld>
  <p:clrMap bg1="lt1" tx1="dk1" bg2="lt2" tx2="dk2" accent1="accent1" accent2="accent2" accent3="accent3" accent4="accent4" accent5="accent5" accent6="accent6" hlink="hlink" folHlink="folHlink"/>
  <p:sldLayoutIdLst>
    <p:sldLayoutId id="2147483649" r:id="rId1"/>
    <p:sldLayoutId id="2147483658" r:id="rId2"/>
    <p:sldLayoutId id="2147483659" r:id="rId3"/>
    <p:sldLayoutId id="2147483684" r:id="rId4"/>
    <p:sldLayoutId id="2147483685" r:id="rId5"/>
    <p:sldLayoutId id="2147483651" r:id="rId6"/>
    <p:sldLayoutId id="2147483660" r:id="rId7"/>
    <p:sldLayoutId id="2147483661" r:id="rId8"/>
    <p:sldLayoutId id="2147483717" r:id="rId9"/>
    <p:sldLayoutId id="2147483718" r:id="rId10"/>
    <p:sldLayoutId id="2147483662" r:id="rId11"/>
    <p:sldLayoutId id="2147483663" r:id="rId12"/>
    <p:sldLayoutId id="2147483731" r:id="rId13"/>
    <p:sldLayoutId id="2147483733" r:id="rId14"/>
    <p:sldLayoutId id="2147483734" r:id="rId15"/>
    <p:sldLayoutId id="2147483735" r:id="rId16"/>
    <p:sldLayoutId id="2147483719" r:id="rId17"/>
    <p:sldLayoutId id="2147483673" r:id="rId18"/>
    <p:sldLayoutId id="2147483676" r:id="rId19"/>
    <p:sldLayoutId id="2147483674" r:id="rId20"/>
    <p:sldLayoutId id="2147483677" r:id="rId21"/>
    <p:sldLayoutId id="2147483741" r:id="rId22"/>
    <p:sldLayoutId id="2147483742" r:id="rId23"/>
    <p:sldLayoutId id="2147483666" r:id="rId24"/>
    <p:sldLayoutId id="2147483667" r:id="rId25"/>
    <p:sldLayoutId id="2147483668" r:id="rId26"/>
    <p:sldLayoutId id="2147483680" r:id="rId27"/>
    <p:sldLayoutId id="2147483675" r:id="rId28"/>
    <p:sldLayoutId id="2147483723" r:id="rId29"/>
    <p:sldLayoutId id="2147483722" r:id="rId30"/>
    <p:sldLayoutId id="2147483732" r:id="rId31"/>
    <p:sldLayoutId id="2147483737" r:id="rId32"/>
    <p:sldLayoutId id="2147483738" r:id="rId33"/>
    <p:sldLayoutId id="2147483739" r:id="rId34"/>
    <p:sldLayoutId id="2147483740" r:id="rId35"/>
    <p:sldLayoutId id="2147483682" r:id="rId36"/>
    <p:sldLayoutId id="2147483683" r:id="rId37"/>
    <p:sldLayoutId id="2147483725" r:id="rId38"/>
    <p:sldLayoutId id="2147483670" r:id="rId39"/>
    <p:sldLayoutId id="2147483671" r:id="rId40"/>
    <p:sldLayoutId id="2147483669" r:id="rId41"/>
    <p:sldLayoutId id="2147483664" r:id="rId42"/>
    <p:sldLayoutId id="2147483665" r:id="rId43"/>
    <p:sldLayoutId id="2147483681" r:id="rId44"/>
    <p:sldLayoutId id="2147483655" r:id="rId45"/>
    <p:sldLayoutId id="2147483672" r:id="rId46"/>
    <p:sldLayoutId id="2147483678" r:id="rId47"/>
    <p:sldLayoutId id="2147483679" r:id="rId48"/>
    <p:sldLayoutId id="2147483743" r:id="rId49"/>
    <p:sldLayoutId id="2147483744" r:id="rId50"/>
    <p:sldLayoutId id="214748374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17" orient="horz" pos="890" userDrawn="1">
          <p15:clr>
            <a:srgbClr val="F26B43"/>
          </p15:clr>
        </p15:guide>
        <p15:guide id="18" orient="horz" pos="3861" userDrawn="1">
          <p15:clr>
            <a:srgbClr val="F26B43"/>
          </p15:clr>
        </p15:guide>
        <p15:guide id="19" pos="438" userDrawn="1">
          <p15:clr>
            <a:srgbClr val="F26B43"/>
          </p15:clr>
        </p15:guide>
        <p15:guide id="20" pos="712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19/12/2024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F363D3F-3D17-0339-89D1-36797D29FC60}"/>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3000198139"/>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7" r:id="rId20"/>
    <p:sldLayoutId id="2147483768" r:id="rId21"/>
    <p:sldLayoutId id="2147483769" r:id="rId22"/>
    <p:sldLayoutId id="2147483770" r:id="rId23"/>
    <p:sldLayoutId id="2147483771" r:id="rId24"/>
    <p:sldLayoutId id="2147483772" r:id="rId25"/>
    <p:sldLayoutId id="2147483773" r:id="rId26"/>
    <p:sldLayoutId id="2147483774" r:id="rId27"/>
    <p:sldLayoutId id="2147483775" r:id="rId28"/>
    <p:sldLayoutId id="2147483776" r:id="rId29"/>
    <p:sldLayoutId id="2147483777" r:id="rId30"/>
    <p:sldLayoutId id="2147483778" r:id="rId31"/>
    <p:sldLayoutId id="2147483779" r:id="rId32"/>
    <p:sldLayoutId id="2147483780" r:id="rId33"/>
    <p:sldLayoutId id="2147483781" r:id="rId34"/>
    <p:sldLayoutId id="2147483782" r:id="rId35"/>
    <p:sldLayoutId id="2147483783" r:id="rId36"/>
    <p:sldLayoutId id="2147483784" r:id="rId37"/>
    <p:sldLayoutId id="2147483785" r:id="rId38"/>
    <p:sldLayoutId id="2147483786" r:id="rId39"/>
    <p:sldLayoutId id="2147483787" r:id="rId40"/>
    <p:sldLayoutId id="2147483788" r:id="rId41"/>
    <p:sldLayoutId id="2147483789" r:id="rId42"/>
    <p:sldLayoutId id="2147483790" r:id="rId43"/>
    <p:sldLayoutId id="2147483791" r:id="rId44"/>
    <p:sldLayoutId id="2147483792" r:id="rId45"/>
    <p:sldLayoutId id="2147483793" r:id="rId46"/>
    <p:sldLayoutId id="2147483794" r:id="rId47"/>
    <p:sldLayoutId id="2147483795" r:id="rId48"/>
    <p:sldLayoutId id="2147483796" r:id="rId49"/>
    <p:sldLayoutId id="2147483797" r:id="rId50"/>
    <p:sldLayoutId id="2147483798"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92FA676-B67E-AC67-7DDA-00665EF3C306}"/>
              </a:ext>
            </a:extLst>
          </p:cNvPr>
          <p:cNvSpPr>
            <a:spLocks noGrp="1"/>
          </p:cNvSpPr>
          <p:nvPr>
            <p:ph type="title"/>
          </p:nvPr>
        </p:nvSpPr>
        <p:spPr>
          <a:xfrm>
            <a:off x="695324" y="429193"/>
            <a:ext cx="10801349" cy="687600"/>
          </a:xfrm>
          <a:prstGeom prst="rect">
            <a:avLst/>
          </a:prstGeom>
        </p:spPr>
        <p:txBody>
          <a:bodyPr vert="horz" lIns="0" tIns="0" rIns="0" bIns="0" rtlCol="0" anchor="t" anchorCtr="0">
            <a:noAutofit/>
          </a:bodyPr>
          <a:lstStyle/>
          <a:p>
            <a:r>
              <a:rPr lang="tr-TR"/>
              <a:t>Asıl başlık stilini düzenlemek için tıklayın</a:t>
            </a:r>
            <a:endParaRPr lang="en-US"/>
          </a:p>
        </p:txBody>
      </p:sp>
      <p:sp>
        <p:nvSpPr>
          <p:cNvPr id="3" name="Text Placeholder 2">
            <a:extLst>
              <a:ext uri="{FF2B5EF4-FFF2-40B4-BE49-F238E27FC236}">
                <a16:creationId xmlns:a16="http://schemas.microsoft.com/office/drawing/2014/main" id="{06A9D472-BF61-3B8E-D859-41FCAE3559A2}"/>
              </a:ext>
            </a:extLst>
          </p:cNvPr>
          <p:cNvSpPr>
            <a:spLocks noGrp="1"/>
          </p:cNvSpPr>
          <p:nvPr>
            <p:ph type="body" idx="1"/>
          </p:nvPr>
        </p:nvSpPr>
        <p:spPr>
          <a:xfrm>
            <a:off x="695325" y="1424138"/>
            <a:ext cx="10801350" cy="4705200"/>
          </a:xfrm>
          <a:prstGeom prst="rect">
            <a:avLst/>
          </a:prstGeom>
        </p:spPr>
        <p:txBody>
          <a:bodyPr vert="horz" lIns="0" tIns="0" rIns="0" bIns="0" rtlCol="0">
            <a:no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endParaRPr lang="en-GB"/>
          </a:p>
        </p:txBody>
      </p:sp>
      <p:sp>
        <p:nvSpPr>
          <p:cNvPr id="4" name="Date Placeholder 3">
            <a:extLst>
              <a:ext uri="{FF2B5EF4-FFF2-40B4-BE49-F238E27FC236}">
                <a16:creationId xmlns:a16="http://schemas.microsoft.com/office/drawing/2014/main" id="{E6787B15-1A7C-CA75-4000-6B4E7DCC0650}"/>
              </a:ext>
            </a:extLst>
          </p:cNvPr>
          <p:cNvSpPr>
            <a:spLocks noGrp="1"/>
          </p:cNvSpPr>
          <p:nvPr>
            <p:ph type="dt" sz="half" idx="2"/>
          </p:nvPr>
        </p:nvSpPr>
        <p:spPr>
          <a:xfrm>
            <a:off x="704377" y="6356350"/>
            <a:ext cx="1189737" cy="365125"/>
          </a:xfrm>
          <a:prstGeom prst="rect">
            <a:avLst/>
          </a:prstGeom>
        </p:spPr>
        <p:txBody>
          <a:bodyPr vert="horz" lIns="91440" tIns="45720" rIns="91440" bIns="45720" rtlCol="0" anchor="ctr"/>
          <a:lstStyle>
            <a:lvl1pPr algn="l">
              <a:defRPr lang="en-GB" sz="1000" b="1" i="0" kern="1200" smtClean="0">
                <a:solidFill>
                  <a:schemeClr val="tx1">
                    <a:lumMod val="25000"/>
                    <a:lumOff val="75000"/>
                  </a:schemeClr>
                </a:solidFill>
                <a:latin typeface="Montserrat SemiBold" pitchFamily="2" charset="77"/>
                <a:ea typeface="+mn-ea"/>
                <a:cs typeface="+mn-cs"/>
              </a:defRPr>
            </a:lvl1pPr>
          </a:lstStyle>
          <a:p>
            <a:fld id="{D63005AE-A14B-7B48-9AF5-01E333747121}" type="datetime1">
              <a:rPr lang="en-GB" smtClean="0"/>
              <a:t>19/12/2024</a:t>
            </a:fld>
            <a:endParaRPr lang="en-GB"/>
          </a:p>
        </p:txBody>
      </p:sp>
      <p:sp>
        <p:nvSpPr>
          <p:cNvPr id="5" name="Footer Placeholder 4">
            <a:extLst>
              <a:ext uri="{FF2B5EF4-FFF2-40B4-BE49-F238E27FC236}">
                <a16:creationId xmlns:a16="http://schemas.microsoft.com/office/drawing/2014/main" id="{65A5CDDB-CC03-EB15-3D1D-E9C5DF5AC358}"/>
              </a:ext>
            </a:extLst>
          </p:cNvPr>
          <p:cNvSpPr>
            <a:spLocks noGrp="1"/>
          </p:cNvSpPr>
          <p:nvPr>
            <p:ph type="ftr" sz="quarter" idx="3"/>
          </p:nvPr>
        </p:nvSpPr>
        <p:spPr>
          <a:xfrm>
            <a:off x="2067426" y="6356350"/>
            <a:ext cx="4114800" cy="365125"/>
          </a:xfrm>
          <a:prstGeom prst="rect">
            <a:avLst/>
          </a:prstGeom>
        </p:spPr>
        <p:txBody>
          <a:bodyPr vert="horz" lIns="91440" tIns="45720" rIns="91440" bIns="45720" rtlCol="0" anchor="ctr"/>
          <a:lstStyle>
            <a:lvl1pPr algn="l">
              <a:defRPr lang="en-US" sz="1000" b="1" i="0" kern="1200" dirty="0">
                <a:solidFill>
                  <a:schemeClr val="tx1">
                    <a:lumMod val="25000"/>
                    <a:lumOff val="75000"/>
                  </a:schemeClr>
                </a:solidFill>
                <a:latin typeface="Montserrat SemiBold" pitchFamily="2" charset="77"/>
                <a:ea typeface="+mn-ea"/>
                <a:cs typeface="+mn-cs"/>
              </a:defRPr>
            </a:lvl1pPr>
          </a:lstStyle>
          <a:p>
            <a:r>
              <a:rPr lang="en-GB"/>
              <a:t>Powering the world of work</a:t>
            </a:r>
          </a:p>
        </p:txBody>
      </p:sp>
      <p:sp>
        <p:nvSpPr>
          <p:cNvPr id="6" name="Slide Number Placeholder 5">
            <a:extLst>
              <a:ext uri="{FF2B5EF4-FFF2-40B4-BE49-F238E27FC236}">
                <a16:creationId xmlns:a16="http://schemas.microsoft.com/office/drawing/2014/main" id="{0A4D9A69-816B-342C-83AD-D5776DA9D22D}"/>
              </a:ext>
            </a:extLst>
          </p:cNvPr>
          <p:cNvSpPr>
            <a:spLocks noGrp="1"/>
          </p:cNvSpPr>
          <p:nvPr>
            <p:ph type="sldNum" sz="quarter" idx="4"/>
          </p:nvPr>
        </p:nvSpPr>
        <p:spPr>
          <a:xfrm>
            <a:off x="11301647" y="6356350"/>
            <a:ext cx="390053" cy="365125"/>
          </a:xfrm>
          <a:prstGeom prst="rect">
            <a:avLst/>
          </a:prstGeom>
        </p:spPr>
        <p:txBody>
          <a:bodyPr vert="horz" lIns="91440" tIns="45720" rIns="91440" bIns="45720" rtlCol="0" anchor="ctr"/>
          <a:lstStyle>
            <a:lvl1pPr algn="ctr">
              <a:defRPr lang="en-US" sz="1200" b="1" i="0" kern="1200" smtClean="0">
                <a:solidFill>
                  <a:schemeClr val="tx1">
                    <a:lumMod val="25000"/>
                    <a:lumOff val="75000"/>
                  </a:schemeClr>
                </a:solidFill>
                <a:latin typeface="Montserrat SemiBold" pitchFamily="2" charset="77"/>
                <a:ea typeface="+mn-ea"/>
                <a:cs typeface="+mn-cs"/>
              </a:defRPr>
            </a:lvl1pPr>
          </a:lstStyle>
          <a:p>
            <a:fld id="{3531A8E9-B4CF-5643-AF96-CB4C768DAD63}" type="slidenum">
              <a:rPr lang="en-GB" smtClean="0"/>
              <a:pPr/>
              <a:t>‹#›</a:t>
            </a:fld>
            <a:endParaRPr lang="en-GB"/>
          </a:p>
        </p:txBody>
      </p:sp>
      <p:pic>
        <p:nvPicPr>
          <p:cNvPr id="9" name="Graphic 8">
            <a:extLst>
              <a:ext uri="{FF2B5EF4-FFF2-40B4-BE49-F238E27FC236}">
                <a16:creationId xmlns:a16="http://schemas.microsoft.com/office/drawing/2014/main" id="{5658AAB2-EDCD-A900-5FDD-1A1336EBF022}"/>
              </a:ext>
            </a:extLst>
          </p:cNvPr>
          <p:cNvPicPr>
            <a:picLocks noChangeAspect="1"/>
          </p:cNvPicPr>
          <p:nvPr/>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pic>
        <p:nvPicPr>
          <p:cNvPr id="7" name="Graphic 8">
            <a:extLst>
              <a:ext uri="{FF2B5EF4-FFF2-40B4-BE49-F238E27FC236}">
                <a16:creationId xmlns:a16="http://schemas.microsoft.com/office/drawing/2014/main" id="{500A8D40-61E4-18E9-FC2C-6BC5C1CD242D}"/>
              </a:ext>
            </a:extLst>
          </p:cNvPr>
          <p:cNvPicPr>
            <a:picLocks noChangeAspect="1"/>
          </p:cNvPicPr>
          <p:nvPr userDrawn="1"/>
        </p:nvPicPr>
        <p:blipFill>
          <a:blip r:embed="rId53" cstate="screen">
            <a:extLst>
              <a:ext uri="{28A0092B-C50C-407E-A947-70E740481C1C}">
                <a14:useLocalDpi xmlns:a14="http://schemas.microsoft.com/office/drawing/2010/main" val="0"/>
              </a:ext>
              <a:ext uri="{96DAC541-7B7A-43D3-8B79-37D633B846F1}">
                <asvg:svgBlip xmlns:asvg="http://schemas.microsoft.com/office/drawing/2016/SVG/main" r:embed="rId54"/>
              </a:ext>
            </a:extLst>
          </a:blip>
          <a:stretch>
            <a:fillRect/>
          </a:stretch>
        </p:blipFill>
        <p:spPr>
          <a:xfrm>
            <a:off x="11360321" y="240054"/>
            <a:ext cx="276225" cy="252549"/>
          </a:xfrm>
          <a:prstGeom prst="rect">
            <a:avLst/>
          </a:prstGeom>
        </p:spPr>
      </p:pic>
    </p:spTree>
    <p:extLst>
      <p:ext uri="{BB962C8B-B14F-4D97-AF65-F5344CB8AC3E}">
        <p14:creationId xmlns:p14="http://schemas.microsoft.com/office/powerpoint/2010/main" val="2665491415"/>
      </p:ext>
    </p:extLst>
  </p:cSld>
  <p:clrMap bg1="lt1" tx1="dk1" bg2="lt2" tx2="dk2" accent1="accent1" accent2="accent2" accent3="accent3" accent4="accent4" accent5="accent5" accent6="accent6" hlink="hlink" folHlink="folHlink"/>
  <p:sldLayoutIdLst>
    <p:sldLayoutId id="2147483816" r:id="rId1"/>
    <p:sldLayoutId id="2147483817" r:id="rId2"/>
    <p:sldLayoutId id="2147483818" r:id="rId3"/>
    <p:sldLayoutId id="2147483819" r:id="rId4"/>
    <p:sldLayoutId id="2147483820" r:id="rId5"/>
    <p:sldLayoutId id="2147483821" r:id="rId6"/>
    <p:sldLayoutId id="2147483822" r:id="rId7"/>
    <p:sldLayoutId id="2147483823" r:id="rId8"/>
    <p:sldLayoutId id="2147483824" r:id="rId9"/>
    <p:sldLayoutId id="2147483825" r:id="rId10"/>
    <p:sldLayoutId id="2147483826" r:id="rId11"/>
    <p:sldLayoutId id="2147483827" r:id="rId12"/>
    <p:sldLayoutId id="2147483828" r:id="rId13"/>
    <p:sldLayoutId id="2147483829" r:id="rId14"/>
    <p:sldLayoutId id="2147483830" r:id="rId15"/>
    <p:sldLayoutId id="2147483831" r:id="rId16"/>
    <p:sldLayoutId id="2147483832" r:id="rId17"/>
    <p:sldLayoutId id="2147483833" r:id="rId18"/>
    <p:sldLayoutId id="2147483834" r:id="rId19"/>
    <p:sldLayoutId id="2147483835" r:id="rId20"/>
    <p:sldLayoutId id="2147483836" r:id="rId21"/>
    <p:sldLayoutId id="2147483837" r:id="rId22"/>
    <p:sldLayoutId id="2147483838" r:id="rId23"/>
    <p:sldLayoutId id="2147483839" r:id="rId24"/>
    <p:sldLayoutId id="2147483840" r:id="rId25"/>
    <p:sldLayoutId id="2147483841" r:id="rId26"/>
    <p:sldLayoutId id="2147483842" r:id="rId27"/>
    <p:sldLayoutId id="2147483843" r:id="rId28"/>
    <p:sldLayoutId id="2147483844" r:id="rId29"/>
    <p:sldLayoutId id="2147483845" r:id="rId30"/>
    <p:sldLayoutId id="2147483846" r:id="rId31"/>
    <p:sldLayoutId id="2147483847" r:id="rId32"/>
    <p:sldLayoutId id="2147483848" r:id="rId33"/>
    <p:sldLayoutId id="2147483849" r:id="rId34"/>
    <p:sldLayoutId id="2147483850" r:id="rId35"/>
    <p:sldLayoutId id="2147483851" r:id="rId36"/>
    <p:sldLayoutId id="2147483852" r:id="rId37"/>
    <p:sldLayoutId id="2147483853" r:id="rId38"/>
    <p:sldLayoutId id="2147483854" r:id="rId39"/>
    <p:sldLayoutId id="2147483855" r:id="rId40"/>
    <p:sldLayoutId id="2147483856" r:id="rId41"/>
    <p:sldLayoutId id="2147483857" r:id="rId42"/>
    <p:sldLayoutId id="2147483858" r:id="rId43"/>
    <p:sldLayoutId id="2147483859" r:id="rId44"/>
    <p:sldLayoutId id="2147483860" r:id="rId45"/>
    <p:sldLayoutId id="2147483861" r:id="rId46"/>
    <p:sldLayoutId id="2147483862" r:id="rId47"/>
    <p:sldLayoutId id="2147483863" r:id="rId48"/>
    <p:sldLayoutId id="2147483864" r:id="rId49"/>
    <p:sldLayoutId id="2147483865" r:id="rId50"/>
    <p:sldLayoutId id="2147483866" r:id="rId51"/>
  </p:sldLayoutIdLst>
  <p:hf hdr="0" ftr="0" dt="0"/>
  <p:txStyles>
    <p:title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p:titleStyle>
    <p:body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59">
          <p15:clr>
            <a:srgbClr val="547EBF"/>
          </p15:clr>
        </p15:guide>
        <p15:guide id="3" orient="horz" pos="2228">
          <p15:clr>
            <a:srgbClr val="547EBF"/>
          </p15:clr>
        </p15:guide>
        <p15:guide id="4" orient="horz" pos="2115">
          <p15:clr>
            <a:srgbClr val="547EBF"/>
          </p15:clr>
        </p15:guide>
        <p15:guide id="7" pos="1481">
          <p15:clr>
            <a:srgbClr val="547EBF"/>
          </p15:clr>
        </p15:guide>
        <p15:guide id="8" pos="1595">
          <p15:clr>
            <a:srgbClr val="547EBF"/>
          </p15:clr>
        </p15:guide>
        <p15:guide id="9" pos="2638">
          <p15:clr>
            <a:srgbClr val="547EBF"/>
          </p15:clr>
        </p15:guide>
        <p15:guide id="10" pos="2751">
          <p15:clr>
            <a:srgbClr val="547EBF"/>
          </p15:clr>
        </p15:guide>
        <p15:guide id="11" pos="3772">
          <p15:clr>
            <a:srgbClr val="547EBF"/>
          </p15:clr>
        </p15:guide>
        <p15:guide id="12" pos="3885">
          <p15:clr>
            <a:srgbClr val="547EBF"/>
          </p15:clr>
        </p15:guide>
        <p15:guide id="13" pos="4929">
          <p15:clr>
            <a:srgbClr val="547EBF"/>
          </p15:clr>
        </p15:guide>
        <p15:guide id="14" pos="5029">
          <p15:clr>
            <a:srgbClr val="547EBF"/>
          </p15:clr>
        </p15:guide>
        <p15:guide id="15" pos="6085">
          <p15:clr>
            <a:srgbClr val="547EBF"/>
          </p15:clr>
        </p15:guide>
        <p15:guide id="16" pos="6185">
          <p15:clr>
            <a:srgbClr val="547EBF"/>
          </p15:clr>
        </p15:guide>
        <p15:guide id="21" orient="horz" pos="890" userDrawn="1">
          <p15:clr>
            <a:srgbClr val="F26B43"/>
          </p15:clr>
        </p15:guide>
        <p15:guide id="22" orient="horz" pos="3861" userDrawn="1">
          <p15:clr>
            <a:srgbClr val="F26B43"/>
          </p15:clr>
        </p15:guide>
        <p15:guide id="23" pos="438" userDrawn="1">
          <p15:clr>
            <a:srgbClr val="F26B43"/>
          </p15:clr>
        </p15:guide>
        <p15:guide id="24" pos="7129"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53.xml"/></Relationships>
</file>

<file path=ppt/slides/_rels/slide2.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10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5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5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1.xml"/></Relationships>
</file>

<file path=ppt/slides/_rels/slide6.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xml"/><Relationship Id="rId1" Type="http://schemas.openxmlformats.org/officeDocument/2006/relationships/slideLayout" Target="../slideLayouts/slideLayout15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1.xml"/></Relationships>
</file>

<file path=ppt/slides/_rels/slide9.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svg"/><Relationship Id="rId3" Type="http://schemas.openxmlformats.org/officeDocument/2006/relationships/chart" Target="../charts/chart2.xml"/><Relationship Id="rId7" Type="http://schemas.openxmlformats.org/officeDocument/2006/relationships/image" Target="../media/image20.svg"/><Relationship Id="rId12" Type="http://schemas.openxmlformats.org/officeDocument/2006/relationships/image" Target="../media/image25.png"/><Relationship Id="rId17" Type="http://schemas.openxmlformats.org/officeDocument/2006/relationships/image" Target="../media/image30.svg"/><Relationship Id="rId2" Type="http://schemas.openxmlformats.org/officeDocument/2006/relationships/notesSlide" Target="../notesSlides/notesSlide5.xml"/><Relationship Id="rId16" Type="http://schemas.openxmlformats.org/officeDocument/2006/relationships/image" Target="../media/image29.png"/><Relationship Id="rId1" Type="http://schemas.openxmlformats.org/officeDocument/2006/relationships/slideLayout" Target="../slideLayouts/slideLayout152.xml"/><Relationship Id="rId6" Type="http://schemas.openxmlformats.org/officeDocument/2006/relationships/image" Target="../media/image19.png"/><Relationship Id="rId11" Type="http://schemas.openxmlformats.org/officeDocument/2006/relationships/image" Target="../media/image24.svg"/><Relationship Id="rId5" Type="http://schemas.openxmlformats.org/officeDocument/2006/relationships/image" Target="../media/image18.svg"/><Relationship Id="rId15" Type="http://schemas.openxmlformats.org/officeDocument/2006/relationships/image" Target="../media/image28.svg"/><Relationship Id="rId10" Type="http://schemas.openxmlformats.org/officeDocument/2006/relationships/image" Target="../media/image23.png"/><Relationship Id="rId4" Type="http://schemas.openxmlformats.org/officeDocument/2006/relationships/image" Target="../media/image17.png"/><Relationship Id="rId9" Type="http://schemas.openxmlformats.org/officeDocument/2006/relationships/image" Target="../media/image22.svg"/><Relationship Id="rId14" Type="http://schemas.openxmlformats.org/officeDocument/2006/relationships/image" Target="../media/image2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1375DA-085B-38A5-014C-91B40A8B1CFD}"/>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962DDA1-7BE5-FD20-C91D-0C1E59DA0C8A}"/>
              </a:ext>
            </a:extLst>
          </p:cNvPr>
          <p:cNvSpPr/>
          <p:nvPr/>
        </p:nvSpPr>
        <p:spPr>
          <a:xfrm>
            <a:off x="598531" y="1323975"/>
            <a:ext cx="10603641" cy="4808580"/>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9240DE4B-B884-A3D8-4AC7-47337E90C90E}"/>
              </a:ext>
            </a:extLst>
          </p:cNvPr>
          <p:cNvSpPr txBox="1"/>
          <p:nvPr/>
        </p:nvSpPr>
        <p:spPr>
          <a:xfrm>
            <a:off x="6009979" y="1594163"/>
            <a:ext cx="4767792" cy="4259051"/>
          </a:xfrm>
          <a:prstGeom prst="rect">
            <a:avLst/>
          </a:prstGeom>
          <a:noFill/>
        </p:spPr>
        <p:txBody>
          <a:bodyPr wrap="square" lIns="91440" tIns="45720" rIns="91440" bIns="45720" anchor="t">
            <a:spAutoFit/>
          </a:bodyPr>
          <a:lstStyle/>
          <a:p>
            <a:pPr>
              <a:lnSpc>
                <a:spcPct val="150000"/>
              </a:lnSpc>
            </a:pPr>
            <a:r>
              <a:rPr lang="en-GB" sz="1400" dirty="0">
                <a:solidFill>
                  <a:schemeClr val="tx1">
                    <a:lumMod val="50000"/>
                    <a:lumOff val="50000"/>
                  </a:schemeClr>
                </a:solidFill>
                <a:ea typeface="Open Sans"/>
                <a:cs typeface="Open Sans"/>
              </a:rPr>
              <a:t>How to use this template:</a:t>
            </a:r>
          </a:p>
          <a:p>
            <a:pPr>
              <a:lnSpc>
                <a:spcPct val="150000"/>
              </a:lnSpc>
            </a:pPr>
            <a:r>
              <a:rPr lang="en-GB" sz="1400" dirty="0">
                <a:solidFill>
                  <a:schemeClr val="tx1">
                    <a:lumMod val="50000"/>
                    <a:lumOff val="50000"/>
                  </a:schemeClr>
                </a:solidFill>
                <a:ea typeface="Open Sans"/>
                <a:cs typeface="Open Sans"/>
              </a:rPr>
              <a:t>Zero values appear when you have not selected the pain point, although it remains part of the original template, so we will need to delete these manually along with the respective text it refers to. </a:t>
            </a:r>
          </a:p>
          <a:p>
            <a:pPr>
              <a:lnSpc>
                <a:spcPct val="150000"/>
              </a:lnSpc>
            </a:pPr>
            <a:endParaRPr lang="en-GB" sz="1400" dirty="0">
              <a:solidFill>
                <a:schemeClr val="tx1">
                  <a:lumMod val="50000"/>
                  <a:lumOff val="50000"/>
                </a:schemeClr>
              </a:solidFill>
              <a:ea typeface="Open Sans"/>
              <a:cs typeface="Open Sans"/>
            </a:endParaRPr>
          </a:p>
          <a:p>
            <a:pPr>
              <a:lnSpc>
                <a:spcPct val="150000"/>
              </a:lnSpc>
            </a:pPr>
            <a:r>
              <a:rPr lang="en-GB" sz="1400" dirty="0">
                <a:solidFill>
                  <a:schemeClr val="tx1">
                    <a:lumMod val="50000"/>
                    <a:lumOff val="50000"/>
                  </a:schemeClr>
                </a:solidFill>
                <a:ea typeface="Open Sans"/>
                <a:cs typeface="Open Sans"/>
              </a:rPr>
              <a:t>Following this please review the standard copy in the presentation and modify as you see fit.</a:t>
            </a:r>
          </a:p>
          <a:p>
            <a:pPr>
              <a:lnSpc>
                <a:spcPct val="150000"/>
              </a:lnSpc>
            </a:pPr>
            <a:endParaRPr lang="en-GB" sz="1400" dirty="0">
              <a:solidFill>
                <a:schemeClr val="tx1">
                  <a:lumMod val="50000"/>
                  <a:lumOff val="50000"/>
                </a:schemeClr>
              </a:solidFill>
              <a:ea typeface="Open Sans"/>
              <a:cs typeface="Open Sans"/>
            </a:endParaRP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GB" sz="1400" b="0" i="0" u="none" strike="noStrike" kern="1200" cap="none" spc="0" normalizeH="0" baseline="0" noProof="0" dirty="0">
                <a:ln>
                  <a:noFill/>
                </a:ln>
                <a:solidFill>
                  <a:srgbClr val="25252C">
                    <a:lumMod val="50000"/>
                    <a:lumOff val="50000"/>
                  </a:srgbClr>
                </a:solidFill>
                <a:effectLst/>
                <a:uLnTx/>
                <a:uFillTx/>
                <a:latin typeface="Open Sans"/>
                <a:ea typeface="Open Sans"/>
                <a:cs typeface="Open Sans"/>
              </a:rPr>
              <a:t>Our value business case templates are prepopulating against our value calculator themes. They are designed to quickly provide sales and marketing with copy to manipulate but they are not a final output </a:t>
            </a:r>
            <a:endParaRPr lang="en-GB" dirty="0">
              <a:solidFill>
                <a:schemeClr val="tx1">
                  <a:lumMod val="50000"/>
                  <a:lumOff val="50000"/>
                </a:schemeClr>
              </a:solidFill>
            </a:endParaRPr>
          </a:p>
        </p:txBody>
      </p:sp>
      <p:sp>
        <p:nvSpPr>
          <p:cNvPr id="2" name="Slide Number Placeholder 1">
            <a:extLst>
              <a:ext uri="{FF2B5EF4-FFF2-40B4-BE49-F238E27FC236}">
                <a16:creationId xmlns:a16="http://schemas.microsoft.com/office/drawing/2014/main" id="{D7B08E42-962C-F692-B6D6-9031E8050882}"/>
              </a:ext>
            </a:extLst>
          </p:cNvPr>
          <p:cNvSpPr>
            <a:spLocks noGrp="1"/>
          </p:cNvSpPr>
          <p:nvPr>
            <p:ph type="sldNum" sz="quarter" idx="12"/>
          </p:nvPr>
        </p:nvSpPr>
        <p:spPr/>
        <p:txBody>
          <a:bodyPr/>
          <a:lstStyle/>
          <a:p>
            <a:fld id="{3531A8E9-B4CF-5643-AF96-CB4C768DAD63}" type="slidenum">
              <a:rPr lang="en-US" smtClean="0"/>
              <a:t>1</a:t>
            </a:fld>
            <a:endParaRPr lang="en-US"/>
          </a:p>
        </p:txBody>
      </p:sp>
      <p:sp>
        <p:nvSpPr>
          <p:cNvPr id="3" name="Title 2">
            <a:extLst>
              <a:ext uri="{FF2B5EF4-FFF2-40B4-BE49-F238E27FC236}">
                <a16:creationId xmlns:a16="http://schemas.microsoft.com/office/drawing/2014/main" id="{6C9D7C92-8822-D0B9-6B83-A4D229DB74DA}"/>
              </a:ext>
            </a:extLst>
          </p:cNvPr>
          <p:cNvSpPr>
            <a:spLocks noGrp="1"/>
          </p:cNvSpPr>
          <p:nvPr>
            <p:ph type="title"/>
          </p:nvPr>
        </p:nvSpPr>
        <p:spPr>
          <a:xfrm>
            <a:off x="695326" y="428401"/>
            <a:ext cx="10084042" cy="401594"/>
          </a:xfrm>
        </p:spPr>
        <p:txBody>
          <a:bodyPr>
            <a:normAutofit fontScale="90000"/>
          </a:bodyPr>
          <a:lstStyle/>
          <a:p>
            <a:r>
              <a:rPr lang="en-GB" dirty="0">
                <a:latin typeface="Montserrat SemiBold"/>
              </a:rPr>
              <a:t>User guide &amp; note to sales: Please delete this slide after use</a:t>
            </a:r>
            <a:endParaRPr lang="en-US" dirty="0"/>
          </a:p>
        </p:txBody>
      </p:sp>
      <p:sp>
        <p:nvSpPr>
          <p:cNvPr id="6" name="Text Placeholder 3">
            <a:extLst>
              <a:ext uri="{FF2B5EF4-FFF2-40B4-BE49-F238E27FC236}">
                <a16:creationId xmlns:a16="http://schemas.microsoft.com/office/drawing/2014/main" id="{8438AF77-F57E-AE9C-5EC1-62EE885163D2}"/>
              </a:ext>
            </a:extLst>
          </p:cNvPr>
          <p:cNvSpPr txBox="1">
            <a:spLocks/>
          </p:cNvSpPr>
          <p:nvPr/>
        </p:nvSpPr>
        <p:spPr>
          <a:xfrm>
            <a:off x="598832" y="1715549"/>
            <a:ext cx="4638088" cy="2371819"/>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endParaRPr lang="en-GB" sz="2800" b="1">
              <a:solidFill>
                <a:srgbClr val="FF6600"/>
              </a:solidFill>
              <a:latin typeface="Open Sans"/>
              <a:ea typeface="Open Sans"/>
              <a:cs typeface="Open Sans"/>
            </a:endParaRPr>
          </a:p>
        </p:txBody>
      </p:sp>
      <p:sp>
        <p:nvSpPr>
          <p:cNvPr id="9" name="Text Placeholder 3">
            <a:extLst>
              <a:ext uri="{FF2B5EF4-FFF2-40B4-BE49-F238E27FC236}">
                <a16:creationId xmlns:a16="http://schemas.microsoft.com/office/drawing/2014/main" id="{BAC0A976-4830-E0CD-DFA5-B1407CF54DFB}"/>
              </a:ext>
            </a:extLst>
          </p:cNvPr>
          <p:cNvSpPr>
            <a:spLocks noGrp="1"/>
          </p:cNvSpPr>
          <p:nvPr>
            <p:ph type="body" sz="quarter" idx="14"/>
          </p:nvPr>
        </p:nvSpPr>
        <p:spPr>
          <a:xfrm>
            <a:off x="677089" y="1594162"/>
            <a:ext cx="4932607" cy="4197037"/>
          </a:xfrm>
        </p:spPr>
        <p:txBody>
          <a:bodyPr vert="horz" lIns="0" tIns="0" rIns="0" bIns="0" rtlCol="0" anchor="t">
            <a:noAutofit/>
          </a:bodyPr>
          <a:lstStyle/>
          <a:p>
            <a:pPr marL="89535" indent="0">
              <a:buNone/>
            </a:pPr>
            <a:r>
              <a:rPr lang="en-GB" sz="2800" b="1" dirty="0">
                <a:solidFill>
                  <a:srgbClr val="FF6600"/>
                </a:solidFill>
                <a:latin typeface="Open Sans"/>
                <a:ea typeface="Open Sans"/>
                <a:cs typeface="Open Sans"/>
              </a:rPr>
              <a:t>This is a standard prepopulated template. Please review the deck and remove zero values and related copy manually. </a:t>
            </a:r>
            <a:endParaRPr lang="en-GB" sz="1600" dirty="0">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29681167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D588DF38-F73F-09E2-6B8C-286C3751DC3F}"/>
              </a:ext>
            </a:extLst>
          </p:cNvPr>
          <p:cNvSpPr>
            <a:spLocks noGrp="1"/>
          </p:cNvSpPr>
          <p:nvPr>
            <p:ph type="sldNum" sz="quarter" idx="12"/>
          </p:nvPr>
        </p:nvSpPr>
        <p:spPr/>
        <p:txBody>
          <a:bodyPr/>
          <a:lstStyle/>
          <a:p>
            <a:fld id="{3531A8E9-B4CF-5643-AF96-CB4C768DAD63}" type="slidenum">
              <a:rPr lang="en-US" smtClean="0"/>
              <a:pPr/>
              <a:t>2</a:t>
            </a:fld>
            <a:endParaRPr lang="en-US"/>
          </a:p>
        </p:txBody>
      </p:sp>
      <p:pic>
        <p:nvPicPr>
          <p:cNvPr id="8" name="Picture Placeholder 7">
            <a:extLst>
              <a:ext uri="{FF2B5EF4-FFF2-40B4-BE49-F238E27FC236}">
                <a16:creationId xmlns:a16="http://schemas.microsoft.com/office/drawing/2014/main" id="{8ABF3CB5-1982-E5EA-D401-E797DAE7CB81}"/>
              </a:ext>
            </a:extLst>
          </p:cNvPr>
          <p:cNvPicPr>
            <a:picLocks noGrp="1" noChangeAspect="1"/>
          </p:cNvPicPr>
          <p:nvPr>
            <p:ph type="pic" sz="quarter" idx="14"/>
          </p:nvPr>
        </p:nvPicPr>
        <p:blipFill>
          <a:blip r:embed="rId2" cstate="screen">
            <a:extLst>
              <a:ext uri="{28A0092B-C50C-407E-A947-70E740481C1C}">
                <a14:useLocalDpi xmlns:a14="http://schemas.microsoft.com/office/drawing/2010/main" val="0"/>
              </a:ext>
            </a:extLst>
          </a:blip>
          <a:srcRect/>
          <a:stretch/>
        </p:blipFill>
        <p:spPr/>
      </p:pic>
      <p:sp>
        <p:nvSpPr>
          <p:cNvPr id="9" name="Title 1">
            <a:extLst>
              <a:ext uri="{FF2B5EF4-FFF2-40B4-BE49-F238E27FC236}">
                <a16:creationId xmlns:a16="http://schemas.microsoft.com/office/drawing/2014/main" id="{40840B04-35F3-C687-C247-43FB863F9ADF}"/>
              </a:ext>
            </a:extLst>
          </p:cNvPr>
          <p:cNvSpPr txBox="1">
            <a:spLocks/>
          </p:cNvSpPr>
          <p:nvPr/>
        </p:nvSpPr>
        <p:spPr>
          <a:xfrm>
            <a:off x="637200" y="1918800"/>
            <a:ext cx="5408109" cy="2694476"/>
          </a:xfrm>
          <a:prstGeom prst="rect">
            <a:avLst/>
          </a:prstGeom>
        </p:spPr>
        <p:txBody>
          <a:bodyPr vert="horz" lIns="0" tIns="0" rIns="0" bIns="0" rtlCol="0" anchor="b" anchorCtr="0">
            <a:noAutofit/>
          </a:bodyPr>
          <a:lstStyle>
            <a:lvl1pPr marL="0" algn="l" defTabSz="914400" rtl="0" eaLnBrk="1" latinLnBrk="0" hangingPunct="1">
              <a:lnSpc>
                <a:spcPct val="100000"/>
              </a:lnSpc>
              <a:spcBef>
                <a:spcPct val="0"/>
              </a:spcBef>
              <a:buNone/>
              <a:defRPr lang="en-US" sz="4800" b="1" i="0" kern="1200" dirty="0">
                <a:solidFill>
                  <a:schemeClr val="tx1"/>
                </a:solidFill>
                <a:latin typeface="Montserrat SemiBold" pitchFamily="2" charset="77"/>
                <a:ea typeface="+mj-ea"/>
                <a:cs typeface="+mj-cs"/>
              </a:defRPr>
            </a:lvl1pPr>
          </a:lstStyle>
          <a:p>
            <a:r>
              <a:rPr lang="en-US" sz="4400" dirty="0"/>
              <a:t>Accelerating your success through cutting-edge software</a:t>
            </a:r>
            <a:endParaRPr lang="en-GB" sz="4400" dirty="0">
              <a:latin typeface="Montserrat SemiBold"/>
            </a:endParaRPr>
          </a:p>
        </p:txBody>
      </p:sp>
      <p:sp>
        <p:nvSpPr>
          <p:cNvPr id="10" name="Subtitle 8">
            <a:extLst>
              <a:ext uri="{FF2B5EF4-FFF2-40B4-BE49-F238E27FC236}">
                <a16:creationId xmlns:a16="http://schemas.microsoft.com/office/drawing/2014/main" id="{38C27D3F-44CF-B094-85B3-93515E5039F3}"/>
              </a:ext>
            </a:extLst>
          </p:cNvPr>
          <p:cNvSpPr txBox="1">
            <a:spLocks/>
          </p:cNvSpPr>
          <p:nvPr/>
        </p:nvSpPr>
        <p:spPr>
          <a:xfrm>
            <a:off x="640800" y="4838400"/>
            <a:ext cx="5292725" cy="623624"/>
          </a:xfrm>
          <a:prstGeom prst="rect">
            <a:avLst/>
          </a:prstGeom>
        </p:spPr>
        <p:txBody>
          <a:bodyPr vert="horz" lIns="0" tIns="0" rIns="0" bIns="0" rtlCol="0" anchor="t">
            <a:noAutofit/>
          </a:bodyPr>
          <a:lstStyle>
            <a:lvl1pPr marL="0" indent="0" algn="l" defTabSz="914400" rtl="0" eaLnBrk="1" latinLnBrk="0" hangingPunct="1">
              <a:lnSpc>
                <a:spcPct val="90000"/>
              </a:lnSpc>
              <a:spcBef>
                <a:spcPts val="1000"/>
              </a:spcBef>
              <a:spcAft>
                <a:spcPts val="500"/>
              </a:spcAft>
              <a:buSzPct val="120000"/>
              <a:buFont typeface="Arial" panose="020B0604020202020204" pitchFamily="34" charset="0"/>
              <a:buNone/>
              <a:defRPr lang="en-US" sz="2000" kern="12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457200" indent="0" algn="ctr" defTabSz="914400" rtl="0" eaLnBrk="1" latinLnBrk="0" hangingPunct="1">
              <a:lnSpc>
                <a:spcPct val="120000"/>
              </a:lnSpc>
              <a:spcBef>
                <a:spcPts val="200"/>
              </a:spcBef>
              <a:spcAft>
                <a:spcPts val="0"/>
              </a:spcAft>
              <a:buClr>
                <a:schemeClr val="tx2"/>
              </a:buClr>
              <a:buSzPct val="110000"/>
              <a:buFont typeface="Arial" panose="020B0604020202020204" pitchFamily="34" charset="0"/>
              <a:buNone/>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914400" indent="0" algn="ctr"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None/>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371600" indent="0" algn="ctr" defTabSz="914400" rtl="0" eaLnBrk="1" latinLnBrk="0" hangingPunct="1">
              <a:lnSpc>
                <a:spcPct val="120000"/>
              </a:lnSpc>
              <a:spcBef>
                <a:spcPts val="100"/>
              </a:spcBef>
              <a:spcAft>
                <a:spcPts val="0"/>
              </a:spcAft>
              <a:buClr>
                <a:schemeClr val="tx2"/>
              </a:buClr>
              <a:buSzPct val="120000"/>
              <a:buFont typeface="Open Sans" panose="020B0606030504020204" pitchFamily="34" charset="0"/>
              <a:buNone/>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28800" indent="0" algn="ctr"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None/>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latin typeface="Open Sans"/>
                <a:ea typeface="Open Sans"/>
                <a:cs typeface="Open Sans"/>
              </a:rPr>
              <a:t>Value </a:t>
            </a:r>
            <a:r>
              <a:rPr lang="en-US" dirty="0">
                <a:solidFill>
                  <a:srgbClr val="565666"/>
                </a:solidFill>
                <a:latin typeface="Open Sans"/>
                <a:ea typeface="Open Sans"/>
                <a:cs typeface="Open Sans"/>
              </a:rPr>
              <a:t>Business Case </a:t>
            </a:r>
            <a:br>
              <a:rPr lang="en-US" dirty="0">
                <a:solidFill>
                  <a:srgbClr val="565666"/>
                </a:solidFill>
                <a:latin typeface="Open Sans"/>
                <a:ea typeface="Open Sans"/>
                <a:cs typeface="Open Sans"/>
              </a:rPr>
            </a:br>
            <a:r>
              <a:rPr lang="en-US" dirty="0"/>
              <a:t>Submission ID: </a:t>
            </a:r>
            <a:r>
              <a:rPr lang="tr-TR" dirty="0" err="1"/>
              <a:t>valsubmissionid</a:t>
            </a:r>
            <a:endParaRPr lang="en-US" dirty="0"/>
          </a:p>
          <a:p>
            <a:endParaRPr lang="en-US" dirty="0">
              <a:latin typeface="Open Sans"/>
              <a:ea typeface="Open Sans"/>
              <a:cs typeface="Open Sans"/>
            </a:endParaRPr>
          </a:p>
        </p:txBody>
      </p:sp>
    </p:spTree>
    <p:extLst>
      <p:ext uri="{BB962C8B-B14F-4D97-AF65-F5344CB8AC3E}">
        <p14:creationId xmlns:p14="http://schemas.microsoft.com/office/powerpoint/2010/main" val="38088755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DD09D-F853-3F2A-D875-7E49493B866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D1C9D4F-EC49-1758-DD74-31CD557B8FE1}"/>
              </a:ext>
            </a:extLst>
          </p:cNvPr>
          <p:cNvSpPr>
            <a:spLocks noGrp="1"/>
          </p:cNvSpPr>
          <p:nvPr>
            <p:ph type="sldNum" sz="quarter" idx="12"/>
          </p:nvPr>
        </p:nvSpPr>
        <p:spPr>
          <a:xfrm>
            <a:off x="11301647" y="6242050"/>
            <a:ext cx="390053" cy="365125"/>
          </a:xfrm>
        </p:spPr>
        <p:txBody>
          <a:bodyPr/>
          <a:lstStyle/>
          <a:p>
            <a:fld id="{3531A8E9-B4CF-5643-AF96-CB4C768DAD63}" type="slidenum">
              <a:rPr lang="en-US" smtClean="0"/>
              <a:t>3</a:t>
            </a:fld>
            <a:endParaRPr lang="en-US"/>
          </a:p>
        </p:txBody>
      </p:sp>
      <p:sp>
        <p:nvSpPr>
          <p:cNvPr id="3" name="Title 2">
            <a:extLst>
              <a:ext uri="{FF2B5EF4-FFF2-40B4-BE49-F238E27FC236}">
                <a16:creationId xmlns:a16="http://schemas.microsoft.com/office/drawing/2014/main" id="{44F97937-A739-9491-BEF1-2E7AEA1CE7FA}"/>
              </a:ext>
            </a:extLst>
          </p:cNvPr>
          <p:cNvSpPr>
            <a:spLocks noGrp="1"/>
          </p:cNvSpPr>
          <p:nvPr>
            <p:ph type="title"/>
          </p:nvPr>
        </p:nvSpPr>
        <p:spPr>
          <a:xfrm>
            <a:off x="695326" y="428401"/>
            <a:ext cx="9292735" cy="401594"/>
          </a:xfrm>
        </p:spPr>
        <p:txBody>
          <a:bodyPr>
            <a:normAutofit/>
          </a:bodyPr>
          <a:lstStyle/>
          <a:p>
            <a:r>
              <a:rPr lang="en-US" dirty="0"/>
              <a:t>Understanding our estimated savings</a:t>
            </a:r>
          </a:p>
        </p:txBody>
      </p:sp>
      <p:sp>
        <p:nvSpPr>
          <p:cNvPr id="6" name="Text Placeholder 3">
            <a:extLst>
              <a:ext uri="{FF2B5EF4-FFF2-40B4-BE49-F238E27FC236}">
                <a16:creationId xmlns:a16="http://schemas.microsoft.com/office/drawing/2014/main" id="{821D78B2-6198-0CDA-5459-8B070E1E9A21}"/>
              </a:ext>
            </a:extLst>
          </p:cNvPr>
          <p:cNvSpPr txBox="1">
            <a:spLocks/>
          </p:cNvSpPr>
          <p:nvPr/>
        </p:nvSpPr>
        <p:spPr>
          <a:xfrm>
            <a:off x="598832" y="1495751"/>
            <a:ext cx="4638088" cy="2371819"/>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endParaRPr lang="en-GB" sz="2800" b="1">
              <a:solidFill>
                <a:srgbClr val="FF6600"/>
              </a:solidFill>
              <a:latin typeface="Open Sans"/>
              <a:ea typeface="Open Sans"/>
              <a:cs typeface="Open Sans"/>
            </a:endParaRPr>
          </a:p>
        </p:txBody>
      </p:sp>
      <p:sp>
        <p:nvSpPr>
          <p:cNvPr id="9" name="Text Placeholder 3">
            <a:extLst>
              <a:ext uri="{FF2B5EF4-FFF2-40B4-BE49-F238E27FC236}">
                <a16:creationId xmlns:a16="http://schemas.microsoft.com/office/drawing/2014/main" id="{949A1AD1-AFF3-C642-26B3-A68C5076E748}"/>
              </a:ext>
            </a:extLst>
          </p:cNvPr>
          <p:cNvSpPr>
            <a:spLocks noGrp="1"/>
          </p:cNvSpPr>
          <p:nvPr>
            <p:ph type="body" sz="quarter" idx="14"/>
          </p:nvPr>
        </p:nvSpPr>
        <p:spPr>
          <a:xfrm>
            <a:off x="606312" y="1234520"/>
            <a:ext cx="4760569" cy="5052508"/>
          </a:xfrm>
        </p:spPr>
        <p:txBody>
          <a:bodyPr vert="horz" lIns="0" tIns="0" rIns="0" bIns="0" rtlCol="0" anchor="t">
            <a:noAutofit/>
          </a:bodyPr>
          <a:lstStyle/>
          <a:p>
            <a:pPr marL="89535" indent="0">
              <a:buNone/>
            </a:pPr>
            <a:r>
              <a:rPr lang="en-GB" sz="1400" dirty="0">
                <a:solidFill>
                  <a:schemeClr val="tx2"/>
                </a:solidFill>
              </a:rPr>
              <a:t>By reviewing your pain points, and your current solutions and processes, we’ve created a tailored value proposal based on your business’s circumstances. </a:t>
            </a:r>
            <a:endParaRPr lang="en-US" dirty="0"/>
          </a:p>
          <a:p>
            <a:pPr marL="89535" indent="0">
              <a:buNone/>
            </a:pPr>
            <a:r>
              <a:rPr lang="en-US" sz="1400" dirty="0">
                <a:solidFill>
                  <a:schemeClr val="tx2"/>
                </a:solidFill>
                <a:ea typeface="Open Sans" panose="020B0606030504020204" pitchFamily="34" charset="0"/>
                <a:cs typeface="Open Sans" panose="020B0606030504020204" pitchFamily="34" charset="0"/>
              </a:rPr>
              <a:t>The efficiency projections presented in this report are based on a combination of industry benchmarks and data from similar customers who have experienced improvements using our solution. </a:t>
            </a:r>
            <a:endParaRPr lang="en-US" sz="1400" dirty="0">
              <a:solidFill>
                <a:schemeClr val="tx2"/>
              </a:solidFill>
            </a:endParaRPr>
          </a:p>
          <a:p>
            <a:pPr marL="89535" indent="0">
              <a:buNone/>
            </a:pPr>
            <a:r>
              <a:rPr lang="en-US" sz="1400" dirty="0">
                <a:solidFill>
                  <a:schemeClr val="tx2"/>
                </a:solidFill>
                <a:ea typeface="Open Sans" panose="020B0606030504020204" pitchFamily="34" charset="0"/>
                <a:cs typeface="Open Sans" panose="020B0606030504020204" pitchFamily="34" charset="0"/>
              </a:rPr>
              <a:t>This assessment </a:t>
            </a:r>
            <a:r>
              <a:rPr lang="en-US" sz="1400" dirty="0">
                <a:solidFill>
                  <a:schemeClr val="tx2"/>
                </a:solidFill>
              </a:rPr>
              <a:t>i</a:t>
            </a:r>
            <a:r>
              <a:rPr lang="en-US" sz="1400" dirty="0">
                <a:solidFill>
                  <a:schemeClr val="tx2"/>
                </a:solidFill>
                <a:ea typeface="Open Sans" panose="020B0606030504020204" pitchFamily="34" charset="0"/>
                <a:cs typeface="Open Sans" panose="020B0606030504020204" pitchFamily="34" charset="0"/>
              </a:rPr>
              <a:t>s a starting point for further discussions, highlighting </a:t>
            </a:r>
            <a:r>
              <a:rPr lang="en-US" sz="1400">
                <a:solidFill>
                  <a:schemeClr val="tx2"/>
                </a:solidFill>
                <a:ea typeface="Open Sans" panose="020B0606030504020204" pitchFamily="34" charset="0"/>
                <a:cs typeface="Open Sans" panose="020B0606030504020204" pitchFamily="34" charset="0"/>
              </a:rPr>
              <a:t>potential value. </a:t>
            </a:r>
            <a:r>
              <a:rPr lang="en-GB" sz="1400">
                <a:solidFill>
                  <a:schemeClr val="tx2"/>
                </a:solidFill>
                <a:ea typeface="Open Sans" panose="020B0606030504020204" pitchFamily="34" charset="0"/>
                <a:cs typeface="Open Sans" panose="020B0606030504020204" pitchFamily="34" charset="0"/>
              </a:rPr>
              <a:t>We </a:t>
            </a:r>
            <a:r>
              <a:rPr lang="en-GB" sz="1400" dirty="0">
                <a:solidFill>
                  <a:schemeClr val="tx2"/>
                </a:solidFill>
                <a:ea typeface="Open Sans" panose="020B0606030504020204" pitchFamily="34" charset="0"/>
                <a:cs typeface="Open Sans" panose="020B0606030504020204" pitchFamily="34" charset="0"/>
              </a:rPr>
              <a:t>also hope these discussions help set the foundation for tracking real value delivered.</a:t>
            </a:r>
            <a:endParaRPr lang="en-GB" sz="1400" dirty="0">
              <a:solidFill>
                <a:schemeClr val="tx2"/>
              </a:solidFill>
            </a:endParaRPr>
          </a:p>
          <a:p>
            <a:pPr marL="89535" indent="0" rtl="0">
              <a:lnSpc>
                <a:spcPct val="110000"/>
              </a:lnSpc>
              <a:buNone/>
            </a:pPr>
            <a:endParaRPr lang="en-GB" sz="1000" dirty="0">
              <a:solidFill>
                <a:schemeClr val="tx1">
                  <a:lumMod val="50000"/>
                  <a:lumOff val="50000"/>
                </a:schemeClr>
              </a:solidFill>
              <a:latin typeface="Open Sans"/>
              <a:ea typeface="Open Sans"/>
              <a:cs typeface="Open Sans"/>
            </a:endParaRPr>
          </a:p>
          <a:p>
            <a:pPr marL="89535" indent="0" rtl="0">
              <a:lnSpc>
                <a:spcPct val="110000"/>
              </a:lnSpc>
              <a:buNone/>
            </a:pPr>
            <a:r>
              <a:rPr lang="en-GB" sz="1200" dirty="0">
                <a:solidFill>
                  <a:schemeClr val="tx1">
                    <a:lumMod val="50000"/>
                    <a:lumOff val="50000"/>
                  </a:schemeClr>
                </a:solidFill>
                <a:latin typeface="Open Sans"/>
                <a:ea typeface="Open Sans"/>
                <a:cs typeface="Open Sans"/>
              </a:rPr>
              <a:t>About OneAdvanced</a:t>
            </a:r>
          </a:p>
          <a:p>
            <a:pPr marL="89535" indent="0">
              <a:lnSpc>
                <a:spcPct val="110000"/>
              </a:lnSpc>
              <a:buNone/>
            </a:pPr>
            <a:r>
              <a:rPr lang="en-GB" sz="1200" dirty="0">
                <a:solidFill>
                  <a:srgbClr val="8A8A9D"/>
                </a:solidFill>
                <a:latin typeface="Open Sans"/>
                <a:ea typeface="Open Sans"/>
                <a:cs typeface="Open Sans"/>
              </a:rPr>
              <a:t>OneAdvanced is a leading provider of sector-focussed SaaS software</a:t>
            </a:r>
            <a:r>
              <a:rPr lang="en-GB" sz="1200" dirty="0">
                <a:solidFill>
                  <a:schemeClr val="tx1">
                    <a:lumMod val="50000"/>
                    <a:lumOff val="50000"/>
                  </a:schemeClr>
                </a:solidFill>
                <a:latin typeface="Open Sans"/>
                <a:ea typeface="Open Sans"/>
                <a:cs typeface="Open Sans"/>
              </a:rPr>
              <a:t>. We are focused on helping your key people deliver better and faster outcomes. Growing your revenue, managing cost and reducing risk. All delivered on a seamless platform built for scalability, security and connectedness.</a:t>
            </a:r>
            <a:endParaRPr lang="en-GB" sz="1200" b="1" dirty="0">
              <a:solidFill>
                <a:schemeClr val="tx1">
                  <a:lumMod val="50000"/>
                  <a:lumOff val="50000"/>
                </a:schemeClr>
              </a:solidFill>
              <a:latin typeface="Open Sans"/>
              <a:ea typeface="Open Sans"/>
              <a:cs typeface="Open Sans"/>
            </a:endParaRPr>
          </a:p>
          <a:p>
            <a:pPr marL="89535" indent="0">
              <a:buNone/>
            </a:pPr>
            <a:endParaRPr lang="en-GB" sz="1400" dirty="0">
              <a:effectLst/>
              <a:latin typeface="Aptos" panose="020B0004020202020204" pitchFamily="34" charset="0"/>
              <a:ea typeface="Aptos" panose="020B0004020202020204" pitchFamily="34" charset="0"/>
              <a:cs typeface="Aptos" panose="020B0004020202020204" pitchFamily="34" charset="0"/>
            </a:endParaRPr>
          </a:p>
        </p:txBody>
      </p:sp>
      <p:sp>
        <p:nvSpPr>
          <p:cNvPr id="7" name="TextBox 6">
            <a:extLst>
              <a:ext uri="{FF2B5EF4-FFF2-40B4-BE49-F238E27FC236}">
                <a16:creationId xmlns:a16="http://schemas.microsoft.com/office/drawing/2014/main" id="{A0A15F0F-594D-F73B-1029-83203EB6646B}"/>
              </a:ext>
            </a:extLst>
          </p:cNvPr>
          <p:cNvSpPr txBox="1"/>
          <p:nvPr/>
        </p:nvSpPr>
        <p:spPr>
          <a:xfrm>
            <a:off x="5674260" y="1148459"/>
            <a:ext cx="5627387" cy="954107"/>
          </a:xfrm>
          <a:prstGeom prst="rect">
            <a:avLst/>
          </a:prstGeom>
          <a:noFill/>
        </p:spPr>
        <p:txBody>
          <a:bodyPr wrap="square" lIns="91440" tIns="45720" rIns="91440" bIns="45720" anchor="t">
            <a:spAutoFit/>
          </a:bodyPr>
          <a:lstStyle/>
          <a:p>
            <a:r>
              <a:rPr lang="en-GB" sz="2800" dirty="0">
                <a:solidFill>
                  <a:srgbClr val="FF6600"/>
                </a:solidFill>
                <a:latin typeface="Montserrat SemiBold"/>
                <a:ea typeface="Open Sans"/>
                <a:cs typeface="Open Sans"/>
              </a:rPr>
              <a:t>Uncover the long-term value our products can offer</a:t>
            </a:r>
          </a:p>
        </p:txBody>
      </p:sp>
      <p:sp>
        <p:nvSpPr>
          <p:cNvPr id="14" name="Rectangle: Rounded Corners 13">
            <a:extLst>
              <a:ext uri="{FF2B5EF4-FFF2-40B4-BE49-F238E27FC236}">
                <a16:creationId xmlns:a16="http://schemas.microsoft.com/office/drawing/2014/main" id="{89803B08-808B-C76B-AEAB-37E8DEB8D1E1}"/>
              </a:ext>
            </a:extLst>
          </p:cNvPr>
          <p:cNvSpPr/>
          <p:nvPr/>
        </p:nvSpPr>
        <p:spPr>
          <a:xfrm>
            <a:off x="5730016" y="2633474"/>
            <a:ext cx="5539899" cy="84570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B59C7A17-045E-0221-7A7E-D7FF4643F7F0}"/>
              </a:ext>
            </a:extLst>
          </p:cNvPr>
          <p:cNvSpPr/>
          <p:nvPr/>
        </p:nvSpPr>
        <p:spPr>
          <a:xfrm>
            <a:off x="5758031" y="3817210"/>
            <a:ext cx="5539899" cy="82139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DD8BE040-ABCE-CBF1-8E6D-9AD889503327}"/>
              </a:ext>
            </a:extLst>
          </p:cNvPr>
          <p:cNvSpPr txBox="1"/>
          <p:nvPr/>
        </p:nvSpPr>
        <p:spPr>
          <a:xfrm>
            <a:off x="6141824" y="3040335"/>
            <a:ext cx="89768" cy="276999"/>
          </a:xfrm>
          <a:prstGeom prst="rect">
            <a:avLst/>
          </a:prstGeom>
        </p:spPr>
        <p:txBody>
          <a:bodyPr wrap="none" lIns="0" tIns="0" rIns="0" bIns="0" rtlCol="0">
            <a:spAutoFit/>
          </a:bodyPr>
          <a:lstStyle/>
          <a:p>
            <a:pPr algn="l"/>
            <a:r>
              <a:rPr lang="en-US" b="1" dirty="0">
                <a:latin typeface="Montserrat" pitchFamily="2" charset="77"/>
              </a:rPr>
              <a:t>1</a:t>
            </a:r>
          </a:p>
        </p:txBody>
      </p:sp>
      <p:sp>
        <p:nvSpPr>
          <p:cNvPr id="18" name="TextBox 17">
            <a:extLst>
              <a:ext uri="{FF2B5EF4-FFF2-40B4-BE49-F238E27FC236}">
                <a16:creationId xmlns:a16="http://schemas.microsoft.com/office/drawing/2014/main" id="{FDFC61C0-DF28-3146-D7F7-7F480F82070A}"/>
              </a:ext>
            </a:extLst>
          </p:cNvPr>
          <p:cNvSpPr txBox="1"/>
          <p:nvPr/>
        </p:nvSpPr>
        <p:spPr>
          <a:xfrm>
            <a:off x="6106848" y="4251292"/>
            <a:ext cx="136256" cy="276999"/>
          </a:xfrm>
          <a:prstGeom prst="rect">
            <a:avLst/>
          </a:prstGeom>
        </p:spPr>
        <p:txBody>
          <a:bodyPr wrap="none" lIns="0" tIns="0" rIns="0" bIns="0" rtlCol="0">
            <a:spAutoFit/>
          </a:bodyPr>
          <a:lstStyle/>
          <a:p>
            <a:pPr algn="l"/>
            <a:r>
              <a:rPr lang="en-US" b="1" dirty="0">
                <a:latin typeface="Montserrat" pitchFamily="2" charset="77"/>
              </a:rPr>
              <a:t>2</a:t>
            </a:r>
          </a:p>
        </p:txBody>
      </p:sp>
      <p:sp>
        <p:nvSpPr>
          <p:cNvPr id="21" name="Title 3">
            <a:extLst>
              <a:ext uri="{FF2B5EF4-FFF2-40B4-BE49-F238E27FC236}">
                <a16:creationId xmlns:a16="http://schemas.microsoft.com/office/drawing/2014/main" id="{0767210A-7AB6-7464-9DB9-0EFA134ABE4A}"/>
              </a:ext>
            </a:extLst>
          </p:cNvPr>
          <p:cNvSpPr txBox="1">
            <a:spLocks/>
          </p:cNvSpPr>
          <p:nvPr/>
        </p:nvSpPr>
        <p:spPr>
          <a:xfrm>
            <a:off x="6553894" y="3941278"/>
            <a:ext cx="4680836" cy="528077"/>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1400" dirty="0"/>
              <a:t>Get a tailored value business case </a:t>
            </a:r>
          </a:p>
          <a:p>
            <a:r>
              <a:rPr lang="en-GB" sz="1200" b="0" dirty="0">
                <a:solidFill>
                  <a:srgbClr val="25252C"/>
                </a:solidFill>
                <a:latin typeface="+mn-lt"/>
                <a:ea typeface="+mn-ea"/>
                <a:cs typeface="+mn-cs"/>
              </a:rPr>
              <a:t>Your value report will give you full details on potential value returns</a:t>
            </a:r>
            <a:endParaRPr lang="en-US" sz="1200" b="0" dirty="0">
              <a:solidFill>
                <a:srgbClr val="25252C"/>
              </a:solidFill>
              <a:latin typeface="+mn-lt"/>
              <a:ea typeface="+mn-ea"/>
              <a:cs typeface="+mn-cs"/>
            </a:endParaRPr>
          </a:p>
        </p:txBody>
      </p:sp>
      <p:sp>
        <p:nvSpPr>
          <p:cNvPr id="23" name="Diagonal Stripe 22">
            <a:extLst>
              <a:ext uri="{FF2B5EF4-FFF2-40B4-BE49-F238E27FC236}">
                <a16:creationId xmlns:a16="http://schemas.microsoft.com/office/drawing/2014/main" id="{758AD2FE-2939-661E-5B76-C81581F0038A}"/>
              </a:ext>
            </a:extLst>
          </p:cNvPr>
          <p:cNvSpPr/>
          <p:nvPr/>
        </p:nvSpPr>
        <p:spPr>
          <a:xfrm>
            <a:off x="5705992" y="2587754"/>
            <a:ext cx="880947" cy="825190"/>
          </a:xfrm>
          <a:prstGeom prst="diagStripe">
            <a:avLst/>
          </a:prstGeom>
          <a:solidFill>
            <a:schemeClr val="tx1">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tlCol="0" anchor="ctr"/>
          <a:lstStyle/>
          <a:p>
            <a:pPr algn="ctr"/>
            <a:endParaRPr lang="en-US" sz="700" dirty="0">
              <a:solidFill>
                <a:schemeClr val="tx1"/>
              </a:solidFill>
              <a:latin typeface="Montserrat" pitchFamily="2" charset="77"/>
            </a:endParaRPr>
          </a:p>
        </p:txBody>
      </p:sp>
      <p:sp>
        <p:nvSpPr>
          <p:cNvPr id="24" name="TextBox 23">
            <a:extLst>
              <a:ext uri="{FF2B5EF4-FFF2-40B4-BE49-F238E27FC236}">
                <a16:creationId xmlns:a16="http://schemas.microsoft.com/office/drawing/2014/main" id="{6E366C48-39B0-057C-3595-F2335F964A85}"/>
              </a:ext>
            </a:extLst>
          </p:cNvPr>
          <p:cNvSpPr txBox="1"/>
          <p:nvPr/>
        </p:nvSpPr>
        <p:spPr>
          <a:xfrm rot="18994118">
            <a:off x="5790080" y="2843117"/>
            <a:ext cx="524182" cy="123111"/>
          </a:xfrm>
          <a:prstGeom prst="rect">
            <a:avLst/>
          </a:prstGeom>
        </p:spPr>
        <p:txBody>
          <a:bodyPr wrap="none" lIns="0" tIns="0" rIns="0" bIns="0" rtlCol="0">
            <a:spAutoFit/>
          </a:bodyPr>
          <a:lstStyle/>
          <a:p>
            <a:pPr algn="l"/>
            <a:r>
              <a:rPr lang="en-US" sz="800" b="1" dirty="0">
                <a:solidFill>
                  <a:schemeClr val="bg1"/>
                </a:solidFill>
                <a:latin typeface="Montserrat" pitchFamily="2" charset="77"/>
              </a:rPr>
              <a:t>Complete</a:t>
            </a:r>
          </a:p>
        </p:txBody>
      </p:sp>
      <p:sp>
        <p:nvSpPr>
          <p:cNvPr id="25" name="Diagonal Stripe 24">
            <a:extLst>
              <a:ext uri="{FF2B5EF4-FFF2-40B4-BE49-F238E27FC236}">
                <a16:creationId xmlns:a16="http://schemas.microsoft.com/office/drawing/2014/main" id="{4BD6EA59-CCBE-DD2D-7F60-A8B89D34EA32}"/>
              </a:ext>
            </a:extLst>
          </p:cNvPr>
          <p:cNvSpPr/>
          <p:nvPr/>
        </p:nvSpPr>
        <p:spPr>
          <a:xfrm>
            <a:off x="5702275" y="3772602"/>
            <a:ext cx="880947" cy="825190"/>
          </a:xfrm>
          <a:prstGeom prst="diagStripe">
            <a:avLst/>
          </a:prstGeom>
          <a:solidFill>
            <a:schemeClr val="tx1">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tlCol="0" anchor="ctr"/>
          <a:lstStyle/>
          <a:p>
            <a:pPr algn="ctr"/>
            <a:endParaRPr lang="en-US" sz="700" dirty="0">
              <a:solidFill>
                <a:schemeClr val="tx1"/>
              </a:solidFill>
              <a:latin typeface="Montserrat" pitchFamily="2" charset="77"/>
            </a:endParaRPr>
          </a:p>
        </p:txBody>
      </p:sp>
      <p:sp>
        <p:nvSpPr>
          <p:cNvPr id="26" name="TextBox 25">
            <a:extLst>
              <a:ext uri="{FF2B5EF4-FFF2-40B4-BE49-F238E27FC236}">
                <a16:creationId xmlns:a16="http://schemas.microsoft.com/office/drawing/2014/main" id="{4EDB1257-5D19-3EE6-AD04-791E5AC72BF8}"/>
              </a:ext>
            </a:extLst>
          </p:cNvPr>
          <p:cNvSpPr txBox="1"/>
          <p:nvPr/>
        </p:nvSpPr>
        <p:spPr>
          <a:xfrm rot="18994118">
            <a:off x="5786363" y="4027965"/>
            <a:ext cx="524182" cy="123111"/>
          </a:xfrm>
          <a:prstGeom prst="rect">
            <a:avLst/>
          </a:prstGeom>
        </p:spPr>
        <p:txBody>
          <a:bodyPr wrap="none" lIns="0" tIns="0" rIns="0" bIns="0" rtlCol="0">
            <a:spAutoFit/>
          </a:bodyPr>
          <a:lstStyle/>
          <a:p>
            <a:pPr algn="l"/>
            <a:r>
              <a:rPr lang="en-US" sz="800" b="1" dirty="0">
                <a:solidFill>
                  <a:schemeClr val="bg1"/>
                </a:solidFill>
                <a:latin typeface="Montserrat" pitchFamily="2" charset="77"/>
              </a:rPr>
              <a:t>Complete</a:t>
            </a:r>
          </a:p>
        </p:txBody>
      </p:sp>
      <p:sp>
        <p:nvSpPr>
          <p:cNvPr id="8" name="Rectangle: Rounded Corners 7">
            <a:extLst>
              <a:ext uri="{FF2B5EF4-FFF2-40B4-BE49-F238E27FC236}">
                <a16:creationId xmlns:a16="http://schemas.microsoft.com/office/drawing/2014/main" id="{96E09C2B-6903-74A1-A2A9-3996929C4C73}"/>
              </a:ext>
            </a:extLst>
          </p:cNvPr>
          <p:cNvSpPr/>
          <p:nvPr/>
        </p:nvSpPr>
        <p:spPr>
          <a:xfrm>
            <a:off x="5730016" y="4971424"/>
            <a:ext cx="5539899" cy="926220"/>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83E1012-7804-321B-AA22-5C51B3FE361C}"/>
              </a:ext>
            </a:extLst>
          </p:cNvPr>
          <p:cNvSpPr txBox="1"/>
          <p:nvPr/>
        </p:nvSpPr>
        <p:spPr>
          <a:xfrm>
            <a:off x="6096000" y="5430786"/>
            <a:ext cx="136256" cy="276999"/>
          </a:xfrm>
          <a:prstGeom prst="rect">
            <a:avLst/>
          </a:prstGeom>
        </p:spPr>
        <p:txBody>
          <a:bodyPr wrap="none" lIns="0" tIns="0" rIns="0" bIns="0" rtlCol="0">
            <a:spAutoFit/>
          </a:bodyPr>
          <a:lstStyle/>
          <a:p>
            <a:pPr algn="l"/>
            <a:r>
              <a:rPr lang="en-US" b="1" dirty="0">
                <a:latin typeface="Montserrat" pitchFamily="2" charset="77"/>
              </a:rPr>
              <a:t>3</a:t>
            </a:r>
          </a:p>
        </p:txBody>
      </p:sp>
      <p:sp>
        <p:nvSpPr>
          <p:cNvPr id="11" name="Title 3">
            <a:extLst>
              <a:ext uri="{FF2B5EF4-FFF2-40B4-BE49-F238E27FC236}">
                <a16:creationId xmlns:a16="http://schemas.microsoft.com/office/drawing/2014/main" id="{54C09452-5741-F680-3967-D9DC5AFB3E04}"/>
              </a:ext>
            </a:extLst>
          </p:cNvPr>
          <p:cNvSpPr txBox="1">
            <a:spLocks/>
          </p:cNvSpPr>
          <p:nvPr/>
        </p:nvSpPr>
        <p:spPr>
          <a:xfrm>
            <a:off x="6553894" y="2725292"/>
            <a:ext cx="4680836" cy="737967"/>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US" sz="1400" dirty="0"/>
              <a:t>Book a full value assessment with a dedicated Sales or Account Manager</a:t>
            </a:r>
          </a:p>
          <a:p>
            <a:r>
              <a:rPr lang="en-GB" sz="1200" b="0" dirty="0">
                <a:solidFill>
                  <a:srgbClr val="25252C"/>
                </a:solidFill>
                <a:latin typeface="+mn-lt"/>
                <a:ea typeface="+mn-ea"/>
                <a:cs typeface="+mn-cs"/>
              </a:rPr>
              <a:t>Together we can review your business requirements, and look at the full range of support our products can offer </a:t>
            </a:r>
            <a:endParaRPr lang="en-US" sz="1200" b="0" dirty="0">
              <a:solidFill>
                <a:srgbClr val="25252C"/>
              </a:solidFill>
              <a:latin typeface="+mn-lt"/>
              <a:ea typeface="+mn-ea"/>
              <a:cs typeface="+mn-cs"/>
            </a:endParaRPr>
          </a:p>
        </p:txBody>
      </p:sp>
      <p:sp>
        <p:nvSpPr>
          <p:cNvPr id="12" name="Diagonal Stripe 11">
            <a:extLst>
              <a:ext uri="{FF2B5EF4-FFF2-40B4-BE49-F238E27FC236}">
                <a16:creationId xmlns:a16="http://schemas.microsoft.com/office/drawing/2014/main" id="{D898935D-D781-FB74-4512-3ABED433959D}"/>
              </a:ext>
            </a:extLst>
          </p:cNvPr>
          <p:cNvSpPr/>
          <p:nvPr/>
        </p:nvSpPr>
        <p:spPr>
          <a:xfrm>
            <a:off x="5674260" y="4926816"/>
            <a:ext cx="880947" cy="825190"/>
          </a:xfrm>
          <a:prstGeom prst="diagStrip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rtlCol="0" anchor="ctr"/>
          <a:lstStyle/>
          <a:p>
            <a:pPr algn="ctr"/>
            <a:endParaRPr lang="en-US" sz="700" dirty="0">
              <a:solidFill>
                <a:schemeClr val="tx1"/>
              </a:solidFill>
              <a:latin typeface="Montserrat" pitchFamily="2" charset="77"/>
            </a:endParaRPr>
          </a:p>
        </p:txBody>
      </p:sp>
      <p:sp>
        <p:nvSpPr>
          <p:cNvPr id="13" name="TextBox 12">
            <a:extLst>
              <a:ext uri="{FF2B5EF4-FFF2-40B4-BE49-F238E27FC236}">
                <a16:creationId xmlns:a16="http://schemas.microsoft.com/office/drawing/2014/main" id="{D25FD13C-0FBC-BE9D-3EBF-0A0F6B535DFA}"/>
              </a:ext>
            </a:extLst>
          </p:cNvPr>
          <p:cNvSpPr txBox="1"/>
          <p:nvPr/>
        </p:nvSpPr>
        <p:spPr>
          <a:xfrm rot="18994118">
            <a:off x="5630910" y="5182179"/>
            <a:ext cx="779059" cy="123111"/>
          </a:xfrm>
          <a:prstGeom prst="rect">
            <a:avLst/>
          </a:prstGeom>
        </p:spPr>
        <p:txBody>
          <a:bodyPr wrap="none" lIns="0" tIns="0" rIns="0" bIns="0" rtlCol="0">
            <a:spAutoFit/>
          </a:bodyPr>
          <a:lstStyle/>
          <a:p>
            <a:pPr algn="l"/>
            <a:r>
              <a:rPr lang="en-US" sz="800" b="1" dirty="0">
                <a:solidFill>
                  <a:schemeClr val="bg1"/>
                </a:solidFill>
                <a:latin typeface="Montserrat" pitchFamily="2" charset="77"/>
              </a:rPr>
              <a:t>Request today</a:t>
            </a:r>
          </a:p>
        </p:txBody>
      </p:sp>
      <p:sp>
        <p:nvSpPr>
          <p:cNvPr id="4" name="Title 3">
            <a:extLst>
              <a:ext uri="{FF2B5EF4-FFF2-40B4-BE49-F238E27FC236}">
                <a16:creationId xmlns:a16="http://schemas.microsoft.com/office/drawing/2014/main" id="{D5328EFC-F456-DA72-6191-F01A308D6F2B}"/>
              </a:ext>
            </a:extLst>
          </p:cNvPr>
          <p:cNvSpPr txBox="1">
            <a:spLocks/>
          </p:cNvSpPr>
          <p:nvPr/>
        </p:nvSpPr>
        <p:spPr>
          <a:xfrm>
            <a:off x="6553894" y="5098365"/>
            <a:ext cx="4680836" cy="693828"/>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r>
              <a:rPr lang="en-GB" sz="1400" dirty="0"/>
              <a:t>Book a proposal review to ensure we have the right figures, and get company wide buy in</a:t>
            </a:r>
          </a:p>
          <a:p>
            <a:r>
              <a:rPr lang="en-GB" sz="1200" b="0" dirty="0">
                <a:solidFill>
                  <a:srgbClr val="25252C"/>
                </a:solidFill>
                <a:latin typeface="+mn-lt"/>
                <a:ea typeface="+mn-ea"/>
                <a:cs typeface="+mn-cs"/>
              </a:rPr>
              <a:t>Armed with feedback from your internal stakeholder team, we can adjust our calculations to mirror feedback from your business </a:t>
            </a:r>
            <a:endParaRPr lang="en-US" sz="1200" b="0" dirty="0">
              <a:solidFill>
                <a:srgbClr val="25252C"/>
              </a:solidFill>
              <a:latin typeface="+mn-lt"/>
              <a:ea typeface="+mn-ea"/>
              <a:cs typeface="+mn-cs"/>
            </a:endParaRPr>
          </a:p>
        </p:txBody>
      </p:sp>
    </p:spTree>
    <p:extLst>
      <p:ext uri="{BB962C8B-B14F-4D97-AF65-F5344CB8AC3E}">
        <p14:creationId xmlns:p14="http://schemas.microsoft.com/office/powerpoint/2010/main" val="2417574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4</a:t>
            </a:fld>
            <a:endParaRPr lang="en-US"/>
          </a:p>
        </p:txBody>
      </p:sp>
      <p:grpSp>
        <p:nvGrpSpPr>
          <p:cNvPr id="24" name="Group 23">
            <a:extLst>
              <a:ext uri="{FF2B5EF4-FFF2-40B4-BE49-F238E27FC236}">
                <a16:creationId xmlns:a16="http://schemas.microsoft.com/office/drawing/2014/main" id="{F2F03CFE-B2DF-8A34-6FA4-EDA86F820F40}"/>
              </a:ext>
            </a:extLst>
          </p:cNvPr>
          <p:cNvGrpSpPr/>
          <p:nvPr/>
        </p:nvGrpSpPr>
        <p:grpSpPr>
          <a:xfrm>
            <a:off x="2773872" y="1903894"/>
            <a:ext cx="1918801" cy="3641251"/>
            <a:chOff x="2757246" y="1903894"/>
            <a:chExt cx="1918801" cy="3641251"/>
          </a:xfrm>
        </p:grpSpPr>
        <p:sp>
          <p:nvSpPr>
            <p:cNvPr id="45" name="Off-page Connector 9">
              <a:extLst>
                <a:ext uri="{FF2B5EF4-FFF2-40B4-BE49-F238E27FC236}">
                  <a16:creationId xmlns:a16="http://schemas.microsoft.com/office/drawing/2014/main" id="{14F02441-381E-E675-0973-5995D3C09337}"/>
                </a:ext>
              </a:extLst>
            </p:cNvPr>
            <p:cNvSpPr/>
            <p:nvPr/>
          </p:nvSpPr>
          <p:spPr>
            <a:xfrm>
              <a:off x="2757246"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structured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manual entry</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7247" y="2096918"/>
              <a:ext cx="1918800" cy="3017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925" y="2094631"/>
              <a:ext cx="1869443" cy="584775"/>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Raising </a:t>
              </a:r>
              <a:r>
                <a:rPr lang="tr-TR" sz="1600" b="1" dirty="0">
                  <a:latin typeface="Montserrat SemiBold" panose="00000700000000000000" pitchFamily="2" charset="0"/>
                  <a:ea typeface="League Spartan" charset="0"/>
                  <a:cs typeface="Poppins" pitchFamily="2" charset="77"/>
                </a:rPr>
                <a:t>p</a:t>
              </a:r>
              <a:r>
                <a:rPr lang="en-GB" sz="1600" b="1" dirty="0" err="1">
                  <a:latin typeface="Montserrat SemiBold" panose="00000700000000000000" pitchFamily="2" charset="0"/>
                  <a:ea typeface="League Spartan" charset="0"/>
                  <a:cs typeface="Poppins" pitchFamily="2" charset="77"/>
                </a:rPr>
                <a:t>urchase</a:t>
              </a:r>
              <a:r>
                <a:rPr lang="en-GB" sz="1600" b="1" dirty="0">
                  <a:latin typeface="Montserrat SemiBold" panose="00000700000000000000" pitchFamily="2" charset="0"/>
                  <a:ea typeface="League Spartan" charset="0"/>
                  <a:cs typeface="Poppins" pitchFamily="2" charset="77"/>
                </a:rPr>
                <a:t> </a:t>
              </a:r>
              <a:r>
                <a:rPr lang="tr-TR" sz="1600" b="1" dirty="0">
                  <a:latin typeface="Montserrat SemiBold" panose="00000700000000000000" pitchFamily="2" charset="0"/>
                  <a:ea typeface="League Spartan" charset="0"/>
                  <a:cs typeface="Poppins" pitchFamily="2" charset="77"/>
                </a:rPr>
                <a:t>o</a:t>
              </a:r>
              <a:r>
                <a:rPr lang="en-GB" sz="1600" b="1" dirty="0" err="1">
                  <a:latin typeface="Montserrat SemiBold" panose="00000700000000000000" pitchFamily="2" charset="0"/>
                  <a:ea typeface="League Spartan" charset="0"/>
                  <a:cs typeface="Poppins" pitchFamily="2" charset="77"/>
                </a:rPr>
                <a:t>rder</a:t>
              </a:r>
              <a:r>
                <a:rPr lang="en-GB" sz="1600" b="1" dirty="0">
                  <a:latin typeface="Montserrat SemiBold" panose="00000700000000000000" pitchFamily="2" charset="0"/>
                  <a:ea typeface="League Spartan" charset="0"/>
                  <a:cs typeface="Poppins" pitchFamily="2" charset="77"/>
                </a:rPr>
                <a:t> </a:t>
              </a:r>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2646"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a:extLst>
                <a:ext uri="{FF2B5EF4-FFF2-40B4-BE49-F238E27FC236}">
                  <a16:creationId xmlns:a16="http://schemas.microsoft.com/office/drawing/2014/main" id="{C0EA8CB8-D6F8-2002-811C-82D845F0C462}"/>
                </a:ext>
              </a:extLst>
            </p:cNvPr>
            <p:cNvSpPr txBox="1"/>
            <p:nvPr/>
          </p:nvSpPr>
          <p:spPr>
            <a:xfrm>
              <a:off x="2762646" y="5118504"/>
              <a:ext cx="1908000"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valrpo</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3" name="Group 22">
            <a:extLst>
              <a:ext uri="{FF2B5EF4-FFF2-40B4-BE49-F238E27FC236}">
                <a16:creationId xmlns:a16="http://schemas.microsoft.com/office/drawing/2014/main" id="{54C48C09-9A97-7C0C-2506-51E356526F18}"/>
              </a:ext>
            </a:extLst>
          </p:cNvPr>
          <p:cNvGrpSpPr/>
          <p:nvPr/>
        </p:nvGrpSpPr>
        <p:grpSpPr>
          <a:xfrm>
            <a:off x="4912803" y="1629340"/>
            <a:ext cx="1918801" cy="3918826"/>
            <a:chOff x="4871238" y="1629340"/>
            <a:chExt cx="1918801" cy="3918826"/>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638"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1238"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accounts  payable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workflow customisation</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1239" y="2139161"/>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479" y="1629340"/>
              <a:ext cx="1914319" cy="1077218"/>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Purchase </a:t>
              </a:r>
              <a:r>
                <a:rPr lang="tr-TR" sz="1600" b="1" dirty="0">
                  <a:latin typeface="Montserrat SemiBold" panose="00000700000000000000" pitchFamily="2" charset="0"/>
                  <a:ea typeface="League Spartan" charset="0"/>
                  <a:cs typeface="Poppins" pitchFamily="2" charset="77"/>
                </a:rPr>
                <a:t>o</a:t>
              </a:r>
              <a:r>
                <a:rPr lang="en-US" sz="1600" b="1" dirty="0" err="1">
                  <a:latin typeface="Montserrat SemiBold" panose="00000700000000000000" pitchFamily="2" charset="0"/>
                  <a:ea typeface="League Spartan" charset="0"/>
                  <a:cs typeface="Poppins" pitchFamily="2" charset="77"/>
                </a:rPr>
                <a:t>rder</a:t>
              </a:r>
              <a:r>
                <a:rPr lang="en-US" sz="1600" b="1" dirty="0">
                  <a:latin typeface="Montserrat SemiBold" panose="00000700000000000000" pitchFamily="2" charset="0"/>
                  <a:ea typeface="League Spartan" charset="0"/>
                  <a:cs typeface="Poppins" pitchFamily="2" charset="77"/>
                </a:rPr>
                <a:t> </a:t>
              </a:r>
              <a:r>
                <a:rPr lang="tr-TR" sz="1600" b="1" dirty="0">
                  <a:latin typeface="Montserrat SemiBold" panose="00000700000000000000" pitchFamily="2" charset="0"/>
                  <a:ea typeface="League Spartan" charset="0"/>
                  <a:cs typeface="Poppins" pitchFamily="2" charset="77"/>
                </a:rPr>
                <a:t>a</a:t>
              </a:r>
              <a:r>
                <a:rPr lang="en-US" sz="1600" b="1" dirty="0" err="1">
                  <a:latin typeface="Montserrat SemiBold" panose="00000700000000000000" pitchFamily="2" charset="0"/>
                  <a:ea typeface="League Spartan" charset="0"/>
                  <a:cs typeface="Poppins" pitchFamily="2" charset="77"/>
                </a:rPr>
                <a:t>pprovals</a:t>
              </a:r>
              <a:endParaRPr lang="en-US" sz="1600" b="1" dirty="0">
                <a:latin typeface="Montserrat SemiBold" panose="00000700000000000000" pitchFamily="2" charset="0"/>
                <a:ea typeface="League Spartan" charset="0"/>
                <a:cs typeface="Poppins" pitchFamily="2" charset="77"/>
              </a:endParaRPr>
            </a:p>
          </p:txBody>
        </p:sp>
        <p:sp>
          <p:nvSpPr>
            <p:cNvPr id="69" name="TextBox 68">
              <a:extLst>
                <a:ext uri="{FF2B5EF4-FFF2-40B4-BE49-F238E27FC236}">
                  <a16:creationId xmlns:a16="http://schemas.microsoft.com/office/drawing/2014/main" id="{3C634A47-D927-FE8D-6324-130A75E52781}"/>
                </a:ext>
              </a:extLst>
            </p:cNvPr>
            <p:cNvSpPr txBox="1"/>
            <p:nvPr/>
          </p:nvSpPr>
          <p:spPr>
            <a:xfrm>
              <a:off x="4885002"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valpoa</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373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95326" y="5905124"/>
            <a:ext cx="10372705" cy="461665"/>
          </a:xfrm>
          <a:prstGeom prst="rect">
            <a:avLst/>
          </a:prstGeom>
          <a:noFill/>
        </p:spPr>
        <p:txBody>
          <a:bodyPr wrap="square" rtlCol="0">
            <a:spAutoFit/>
          </a:bodyPr>
          <a:lstStyle/>
          <a:p>
            <a:pPr algn="ct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Your</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current</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estimated</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process</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costs</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2400" b="1"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2400"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20" name="Group 19">
            <a:extLst>
              <a:ext uri="{FF2B5EF4-FFF2-40B4-BE49-F238E27FC236}">
                <a16:creationId xmlns:a16="http://schemas.microsoft.com/office/drawing/2014/main" id="{8813920C-430B-3234-4CBE-A3267939523E}"/>
              </a:ext>
            </a:extLst>
          </p:cNvPr>
          <p:cNvGrpSpPr/>
          <p:nvPr/>
        </p:nvGrpSpPr>
        <p:grpSpPr>
          <a:xfrm>
            <a:off x="640932" y="1903895"/>
            <a:ext cx="1921713" cy="3742978"/>
            <a:chOff x="640932" y="1903895"/>
            <a:chExt cx="1921713" cy="3742978"/>
          </a:xfrm>
        </p:grpSpPr>
        <p:sp>
          <p:nvSpPr>
            <p:cNvPr id="41" name="Off-page Connector 9">
              <a:extLst>
                <a:ext uri="{FF2B5EF4-FFF2-40B4-BE49-F238E27FC236}">
                  <a16:creationId xmlns:a16="http://schemas.microsoft.com/office/drawing/2014/main" id="{579E8B31-C28B-B9F8-070D-943247388A6B}"/>
                </a:ext>
              </a:extLst>
            </p:cNvPr>
            <p:cNvSpPr/>
            <p:nvPr/>
          </p:nvSpPr>
          <p:spPr>
            <a:xfrm>
              <a:off x="640932"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systems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data management</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3845" y="2130268"/>
              <a:ext cx="1918800" cy="298367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2" name="TextBox 41">
              <a:extLst>
                <a:ext uri="{FF2B5EF4-FFF2-40B4-BE49-F238E27FC236}">
                  <a16:creationId xmlns:a16="http://schemas.microsoft.com/office/drawing/2014/main" id="{A01E455A-2DE5-AA6B-952A-5F99CA73916D}"/>
                </a:ext>
              </a:extLst>
            </p:cNvPr>
            <p:cNvSpPr txBox="1"/>
            <p:nvPr/>
          </p:nvSpPr>
          <p:spPr>
            <a:xfrm>
              <a:off x="666366"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IT finance systems </a:t>
              </a:r>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4952"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TextBox 72">
              <a:extLst>
                <a:ext uri="{FF2B5EF4-FFF2-40B4-BE49-F238E27FC236}">
                  <a16:creationId xmlns:a16="http://schemas.microsoft.com/office/drawing/2014/main" id="{78369866-8BC6-33CD-42B1-8C4AEA93FDD2}"/>
                </a:ext>
              </a:extLst>
            </p:cNvPr>
            <p:cNvSpPr txBox="1"/>
            <p:nvPr/>
          </p:nvSpPr>
          <p:spPr>
            <a:xfrm>
              <a:off x="649245" y="5123653"/>
              <a:ext cx="1908000" cy="52322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itfinance</a:t>
              </a:r>
              <a:r>
                <a:rPr lang="tr-TR" sz="2000" b="1" dirty="0">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6" name="Group 25">
            <a:extLst>
              <a:ext uri="{FF2B5EF4-FFF2-40B4-BE49-F238E27FC236}">
                <a16:creationId xmlns:a16="http://schemas.microsoft.com/office/drawing/2014/main" id="{2F0A8551-1260-BA00-CEB9-2F1DFA3AC89D}"/>
              </a:ext>
            </a:extLst>
          </p:cNvPr>
          <p:cNvGrpSpPr/>
          <p:nvPr/>
        </p:nvGrpSpPr>
        <p:grpSpPr>
          <a:xfrm>
            <a:off x="7031443" y="1903894"/>
            <a:ext cx="1921948" cy="3647400"/>
            <a:chOff x="6973253" y="1903894"/>
            <a:chExt cx="1921948" cy="3647400"/>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227" y="5002301"/>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827" y="1903894"/>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Time consuming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p>
          </p:txBody>
        </p:sp>
        <p:sp>
          <p:nvSpPr>
            <p:cNvPr id="54" name="TextBox 53">
              <a:extLst>
                <a:ext uri="{FF2B5EF4-FFF2-40B4-BE49-F238E27FC236}">
                  <a16:creationId xmlns:a16="http://schemas.microsoft.com/office/drawing/2014/main" id="{69CD4A24-0FC5-F6C8-0A71-820A70E43CB1}"/>
                </a:ext>
              </a:extLst>
            </p:cNvPr>
            <p:cNvSpPr txBox="1"/>
            <p:nvPr/>
          </p:nvSpPr>
          <p:spPr>
            <a:xfrm>
              <a:off x="6974314" y="2130171"/>
              <a:ext cx="1919827"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Coding invoice processes</a:t>
              </a:r>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827" y="2135924"/>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6" name="TextBox 5">
              <a:extLst>
                <a:ext uri="{FF2B5EF4-FFF2-40B4-BE49-F238E27FC236}">
                  <a16:creationId xmlns:a16="http://schemas.microsoft.com/office/drawing/2014/main" id="{17F0DF48-C88F-66C2-241D-A456E4C5498F}"/>
                </a:ext>
              </a:extLst>
            </p:cNvPr>
            <p:cNvSpPr txBox="1"/>
            <p:nvPr/>
          </p:nvSpPr>
          <p:spPr>
            <a:xfrm>
              <a:off x="6973253" y="5113482"/>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27" name="Group 26">
            <a:extLst>
              <a:ext uri="{FF2B5EF4-FFF2-40B4-BE49-F238E27FC236}">
                <a16:creationId xmlns:a16="http://schemas.microsoft.com/office/drawing/2014/main" id="{9DEFFE14-7335-325C-3227-F53DD0F4C1A8}"/>
              </a:ext>
            </a:extLst>
          </p:cNvPr>
          <p:cNvGrpSpPr/>
          <p:nvPr/>
        </p:nvGrpSpPr>
        <p:grpSpPr>
          <a:xfrm>
            <a:off x="9080384" y="1886908"/>
            <a:ext cx="2094684" cy="3666283"/>
            <a:chOff x="9097010" y="1886908"/>
            <a:chExt cx="2094684" cy="3666283"/>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89787" y="5004198"/>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184952" y="1886908"/>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Limited self-service capabilities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automation</a:t>
              </a:r>
            </a:p>
          </p:txBody>
        </p:sp>
        <p:sp>
          <p:nvSpPr>
            <p:cNvPr id="12" name="TextBox 11">
              <a:extLst>
                <a:ext uri="{FF2B5EF4-FFF2-40B4-BE49-F238E27FC236}">
                  <a16:creationId xmlns:a16="http://schemas.microsoft.com/office/drawing/2014/main" id="{7A466DEC-9423-B95B-0DAB-B91A852EC795}"/>
                </a:ext>
              </a:extLst>
            </p:cNvPr>
            <p:cNvSpPr txBox="1"/>
            <p:nvPr/>
          </p:nvSpPr>
          <p:spPr>
            <a:xfrm>
              <a:off x="9097010" y="2089349"/>
              <a:ext cx="209468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Management of supplier and purchase invoices</a:t>
              </a:r>
              <a:endParaRPr lang="en-US" sz="1600" b="1" dirty="0">
                <a:latin typeface="Montserrat SemiBold" panose="00000700000000000000" pitchFamily="2" charset="0"/>
                <a:ea typeface="League Spartan" charset="0"/>
                <a:cs typeface="Poppins" pitchFamily="2" charset="77"/>
              </a:endParaRPr>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184952" y="2134927"/>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16" name="TextBox 15">
              <a:extLst>
                <a:ext uri="{FF2B5EF4-FFF2-40B4-BE49-F238E27FC236}">
                  <a16:creationId xmlns:a16="http://schemas.microsoft.com/office/drawing/2014/main" id="{758C2988-077F-715B-4765-2E7B0D4C1F34}"/>
                </a:ext>
              </a:extLst>
            </p:cNvPr>
            <p:cNvSpPr txBox="1"/>
            <p:nvPr/>
          </p:nvSpPr>
          <p:spPr>
            <a:xfrm>
              <a:off x="9197865" y="5114320"/>
              <a:ext cx="1892974"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mspi</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8" name="TextBox 19">
            <a:extLst>
              <a:ext uri="{FF2B5EF4-FFF2-40B4-BE49-F238E27FC236}">
                <a16:creationId xmlns:a16="http://schemas.microsoft.com/office/drawing/2014/main" id="{81A8D7B0-D94B-EF3E-9105-A22FB7B2395B}"/>
              </a:ext>
            </a:extLst>
          </p:cNvPr>
          <p:cNvSpPr txBox="1"/>
          <p:nvPr/>
        </p:nvSpPr>
        <p:spPr>
          <a:xfrm>
            <a:off x="664160" y="1091354"/>
            <a:ext cx="10364338" cy="461665"/>
          </a:xfrm>
          <a:prstGeom prst="rect">
            <a:avLst/>
          </a:prstGeom>
          <a:noFill/>
        </p:spPr>
        <p:txBody>
          <a:bodyPr wrap="square" rtlCol="0">
            <a:spAutoFit/>
          </a:bodyPr>
          <a:lstStyle>
            <a:defPPr>
              <a:defRPr lang="en-US"/>
            </a:defPPr>
            <a:lvl1pPr>
              <a:defRPr sz="1200">
                <a:solidFill>
                  <a:srgbClr val="25252C"/>
                </a:solidFill>
                <a:highlight>
                  <a:srgbClr val="FFFFFF"/>
                </a:highlight>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Detailed below are the potential total estimated costs of your processes, for example, if it is taking your team five hours a week to produce business reports or manage queries, the below figures highlight the total current process cost to your business</a:t>
            </a:r>
          </a:p>
        </p:txBody>
      </p:sp>
      <p:sp>
        <p:nvSpPr>
          <p:cNvPr id="18" name="Title 2">
            <a:extLst>
              <a:ext uri="{FF2B5EF4-FFF2-40B4-BE49-F238E27FC236}">
                <a16:creationId xmlns:a16="http://schemas.microsoft.com/office/drawing/2014/main" id="{FBCE3BA3-008D-2E32-F249-6FBC3346143D}"/>
              </a:ext>
            </a:extLst>
          </p:cNvPr>
          <p:cNvSpPr>
            <a:spLocks noGrp="1"/>
          </p:cNvSpPr>
          <p:nvPr>
            <p:ph type="title"/>
          </p:nvPr>
        </p:nvSpPr>
        <p:spPr>
          <a:xfrm>
            <a:off x="706477" y="361493"/>
            <a:ext cx="10801349" cy="388773"/>
          </a:xfrm>
        </p:spPr>
        <p:txBody>
          <a:bodyPr>
            <a:normAutofit/>
          </a:bodyPr>
          <a:lstStyle/>
          <a:p>
            <a:r>
              <a:rPr lang="en-GB" sz="2800" dirty="0">
                <a:ea typeface="Open Sans" panose="020B0606030504020204" pitchFamily="34" charset="0"/>
                <a:cs typeface="Open Sans" panose="020B0606030504020204" pitchFamily="34" charset="0"/>
              </a:rPr>
              <a:t>The estimated cost of your current processes</a:t>
            </a:r>
            <a:endParaRPr lang="en-GB" dirty="0"/>
          </a:p>
        </p:txBody>
      </p:sp>
      <p:sp>
        <p:nvSpPr>
          <p:cNvPr id="19" name="TextBox 73">
            <a:extLst>
              <a:ext uri="{FF2B5EF4-FFF2-40B4-BE49-F238E27FC236}">
                <a16:creationId xmlns:a16="http://schemas.microsoft.com/office/drawing/2014/main" id="{4EAABF42-6115-5986-7567-6F3DA2C04F78}"/>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1" name="TextBox 60">
            <a:extLst>
              <a:ext uri="{FF2B5EF4-FFF2-40B4-BE49-F238E27FC236}">
                <a16:creationId xmlns:a16="http://schemas.microsoft.com/office/drawing/2014/main" id="{07750DA0-0DCB-A34B-F6FA-8DC6DA2B6C17}"/>
              </a:ext>
            </a:extLst>
          </p:cNvPr>
          <p:cNvSpPr txBox="1"/>
          <p:nvPr/>
        </p:nvSpPr>
        <p:spPr>
          <a:xfrm>
            <a:off x="666366" y="4383297"/>
            <a:ext cx="1873758"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processes could be costing you</a:t>
            </a:r>
          </a:p>
        </p:txBody>
      </p:sp>
      <p:sp>
        <p:nvSpPr>
          <p:cNvPr id="22" name="TextBox 62">
            <a:extLst>
              <a:ext uri="{FF2B5EF4-FFF2-40B4-BE49-F238E27FC236}">
                <a16:creationId xmlns:a16="http://schemas.microsoft.com/office/drawing/2014/main" id="{AE37B763-409E-3E16-8673-3A8F6FBEAEED}"/>
              </a:ext>
            </a:extLst>
          </p:cNvPr>
          <p:cNvSpPr txBox="1"/>
          <p:nvPr/>
        </p:nvSpPr>
        <p:spPr>
          <a:xfrm>
            <a:off x="2798427" y="4372605"/>
            <a:ext cx="1869690"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processes could be costing you</a:t>
            </a:r>
          </a:p>
        </p:txBody>
      </p:sp>
      <p:sp>
        <p:nvSpPr>
          <p:cNvPr id="25" name="TextBox 64">
            <a:extLst>
              <a:ext uri="{FF2B5EF4-FFF2-40B4-BE49-F238E27FC236}">
                <a16:creationId xmlns:a16="http://schemas.microsoft.com/office/drawing/2014/main" id="{3CBA6392-2E9A-AB1E-344B-49EB9FD7E42F}"/>
              </a:ext>
            </a:extLst>
          </p:cNvPr>
          <p:cNvSpPr txBox="1"/>
          <p:nvPr/>
        </p:nvSpPr>
        <p:spPr>
          <a:xfrm>
            <a:off x="4915044" y="436518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processes could be costing you</a:t>
            </a:r>
          </a:p>
        </p:txBody>
      </p:sp>
      <p:sp>
        <p:nvSpPr>
          <p:cNvPr id="28" name="TextBox 7">
            <a:extLst>
              <a:ext uri="{FF2B5EF4-FFF2-40B4-BE49-F238E27FC236}">
                <a16:creationId xmlns:a16="http://schemas.microsoft.com/office/drawing/2014/main" id="{05D784F1-0755-A1B8-39B6-7CBAD8C9C50A}"/>
              </a:ext>
            </a:extLst>
          </p:cNvPr>
          <p:cNvSpPr txBox="1"/>
          <p:nvPr/>
        </p:nvSpPr>
        <p:spPr>
          <a:xfrm>
            <a:off x="7029395" y="436518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processes could be costing you</a:t>
            </a:r>
          </a:p>
        </p:txBody>
      </p:sp>
      <p:sp>
        <p:nvSpPr>
          <p:cNvPr id="29" name="TextBox 14">
            <a:extLst>
              <a:ext uri="{FF2B5EF4-FFF2-40B4-BE49-F238E27FC236}">
                <a16:creationId xmlns:a16="http://schemas.microsoft.com/office/drawing/2014/main" id="{3F93FD11-F4A2-91DF-2E41-5211B6AB87D2}"/>
              </a:ext>
            </a:extLst>
          </p:cNvPr>
          <p:cNvSpPr txBox="1"/>
          <p:nvPr/>
        </p:nvSpPr>
        <p:spPr>
          <a:xfrm>
            <a:off x="9170567"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processes could be costing you</a:t>
            </a:r>
          </a:p>
        </p:txBody>
      </p:sp>
    </p:spTree>
    <p:extLst>
      <p:ext uri="{BB962C8B-B14F-4D97-AF65-F5344CB8AC3E}">
        <p14:creationId xmlns:p14="http://schemas.microsoft.com/office/powerpoint/2010/main" val="15036697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5</a:t>
            </a:fld>
            <a:endParaRPr lang="en-US"/>
          </a:p>
        </p:txBody>
      </p:sp>
      <p:sp>
        <p:nvSpPr>
          <p:cNvPr id="54" name="TextBox 53">
            <a:extLst>
              <a:ext uri="{FF2B5EF4-FFF2-40B4-BE49-F238E27FC236}">
                <a16:creationId xmlns:a16="http://schemas.microsoft.com/office/drawing/2014/main" id="{69CD4A24-0FC5-F6C8-0A71-820A70E43CB1}"/>
              </a:ext>
            </a:extLst>
          </p:cNvPr>
          <p:cNvSpPr txBox="1"/>
          <p:nvPr/>
        </p:nvSpPr>
        <p:spPr>
          <a:xfrm>
            <a:off x="6855314" y="2075256"/>
            <a:ext cx="2231324"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Customer </a:t>
            </a:r>
            <a:r>
              <a:rPr lang="tr-TR" sz="1600" b="1" dirty="0">
                <a:latin typeface="Montserrat SemiBold" panose="00000700000000000000" pitchFamily="2" charset="0"/>
                <a:ea typeface="League Spartan" charset="0"/>
                <a:cs typeface="Poppins" pitchFamily="2" charset="77"/>
              </a:rPr>
              <a:t>i</a:t>
            </a:r>
            <a:r>
              <a:rPr lang="en-GB" sz="1600" b="1" dirty="0" err="1">
                <a:latin typeface="Montserrat SemiBold" panose="00000700000000000000" pitchFamily="2" charset="0"/>
                <a:ea typeface="League Spartan" charset="0"/>
                <a:cs typeface="Poppins" pitchFamily="2" charset="77"/>
              </a:rPr>
              <a:t>nvoicing</a:t>
            </a:r>
            <a:r>
              <a:rPr lang="en-GB" sz="1600" b="1" dirty="0">
                <a:latin typeface="Montserrat SemiBold" panose="00000700000000000000" pitchFamily="2" charset="0"/>
                <a:ea typeface="League Spartan" charset="0"/>
                <a:cs typeface="Poppins" pitchFamily="2" charset="77"/>
              </a:rPr>
              <a:t> &amp; </a:t>
            </a:r>
            <a:endParaRPr lang="tr-TR" sz="1600" b="1" dirty="0">
              <a:latin typeface="Montserrat SemiBold" panose="00000700000000000000" pitchFamily="2" charset="0"/>
              <a:ea typeface="League Spartan" charset="0"/>
              <a:cs typeface="Poppins" pitchFamily="2" charset="77"/>
            </a:endParaRPr>
          </a:p>
          <a:p>
            <a:pPr algn="ctr"/>
            <a:r>
              <a:rPr lang="tr-TR" sz="1600" b="1" dirty="0">
                <a:latin typeface="Montserrat SemiBold" panose="00000700000000000000" pitchFamily="2" charset="0"/>
                <a:ea typeface="League Spartan" charset="0"/>
                <a:cs typeface="Poppins" pitchFamily="2" charset="77"/>
              </a:rPr>
              <a:t>f</a:t>
            </a:r>
            <a:r>
              <a:rPr lang="en-GB" sz="1600" b="1" dirty="0" err="1">
                <a:latin typeface="Montserrat SemiBold" panose="00000700000000000000" pitchFamily="2" charset="0"/>
                <a:ea typeface="League Spartan" charset="0"/>
                <a:cs typeface="Poppins" pitchFamily="2" charset="77"/>
              </a:rPr>
              <a:t>inance</a:t>
            </a:r>
            <a:r>
              <a:rPr lang="en-GB" sz="1600" b="1" dirty="0">
                <a:latin typeface="Montserrat SemiBold" panose="00000700000000000000" pitchFamily="2" charset="0"/>
                <a:ea typeface="League Spartan" charset="0"/>
                <a:cs typeface="Poppins" pitchFamily="2" charset="77"/>
              </a:rPr>
              <a:t> </a:t>
            </a:r>
            <a:r>
              <a:rPr lang="tr-TR" sz="1600" b="1" dirty="0">
                <a:latin typeface="Montserrat SemiBold" panose="00000700000000000000" pitchFamily="2" charset="0"/>
                <a:ea typeface="League Spartan" charset="0"/>
                <a:cs typeface="Poppins" pitchFamily="2" charset="77"/>
              </a:rPr>
              <a:t>w</a:t>
            </a:r>
            <a:r>
              <a:rPr lang="en-GB" sz="1600" b="1" dirty="0" err="1">
                <a:latin typeface="Montserrat SemiBold" panose="00000700000000000000" pitchFamily="2" charset="0"/>
                <a:ea typeface="League Spartan" charset="0"/>
                <a:cs typeface="Poppins" pitchFamily="2" charset="77"/>
              </a:rPr>
              <a:t>orkflow</a:t>
            </a:r>
            <a:endParaRPr lang="en-US" sz="1600" b="1" dirty="0">
              <a:latin typeface="Montserrat SemiBold" panose="00000700000000000000" pitchFamily="2" charset="0"/>
              <a:ea typeface="League Spartan" charset="0"/>
              <a:cs typeface="Poppins" pitchFamily="2" charset="77"/>
            </a:endParaRPr>
          </a:p>
        </p:txBody>
      </p:sp>
      <p:sp>
        <p:nvSpPr>
          <p:cNvPr id="67" name="TextBox 66">
            <a:extLst>
              <a:ext uri="{FF2B5EF4-FFF2-40B4-BE49-F238E27FC236}">
                <a16:creationId xmlns:a16="http://schemas.microsoft.com/office/drawing/2014/main" id="{66DB37B9-37E7-B851-DABF-B428C6026ADB}"/>
              </a:ext>
            </a:extLst>
          </p:cNvPr>
          <p:cNvSpPr txBox="1"/>
          <p:nvPr/>
        </p:nvSpPr>
        <p:spPr>
          <a:xfrm>
            <a:off x="6952097" y="4521222"/>
            <a:ext cx="2424554"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Lack of self-service and poor reporting could be costing you</a:t>
            </a:r>
          </a:p>
        </p:txBody>
      </p:sp>
      <p:grpSp>
        <p:nvGrpSpPr>
          <p:cNvPr id="7" name="Group 6">
            <a:extLst>
              <a:ext uri="{FF2B5EF4-FFF2-40B4-BE49-F238E27FC236}">
                <a16:creationId xmlns:a16="http://schemas.microsoft.com/office/drawing/2014/main" id="{79F0A832-F1F3-1479-819D-E11524CF6375}"/>
              </a:ext>
            </a:extLst>
          </p:cNvPr>
          <p:cNvGrpSpPr/>
          <p:nvPr/>
        </p:nvGrpSpPr>
        <p:grpSpPr>
          <a:xfrm>
            <a:off x="2773130" y="1903894"/>
            <a:ext cx="1918801" cy="3641251"/>
            <a:chOff x="2756504" y="1903894"/>
            <a:chExt cx="1918801" cy="3641251"/>
          </a:xfrm>
        </p:grpSpPr>
        <p:sp>
          <p:nvSpPr>
            <p:cNvPr id="45" name="Off-page Connector 9">
              <a:extLst>
                <a:ext uri="{FF2B5EF4-FFF2-40B4-BE49-F238E27FC236}">
                  <a16:creationId xmlns:a16="http://schemas.microsoft.com/office/drawing/2014/main" id="{14F02441-381E-E675-0973-5995D3C09337}"/>
                </a:ext>
              </a:extLst>
            </p:cNvPr>
            <p:cNvSpPr/>
            <p:nvPr/>
          </p:nvSpPr>
          <p:spPr>
            <a:xfrm>
              <a:off x="2756504" y="1903894"/>
              <a:ext cx="1918800" cy="2544655"/>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Standardised dashboard and reporting functionality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Poor formatting and drill down ability </a:t>
              </a:r>
            </a:p>
          </p:txBody>
        </p:sp>
        <p:sp>
          <p:nvSpPr>
            <p:cNvPr id="44" name="Freeform 44">
              <a:extLst>
                <a:ext uri="{FF2B5EF4-FFF2-40B4-BE49-F238E27FC236}">
                  <a16:creationId xmlns:a16="http://schemas.microsoft.com/office/drawing/2014/main" id="{9D6AF1DB-D2A2-3A99-8911-3637D8BF1298}"/>
                </a:ext>
              </a:extLst>
            </p:cNvPr>
            <p:cNvSpPr/>
            <p:nvPr/>
          </p:nvSpPr>
          <p:spPr>
            <a:xfrm rot="10800000">
              <a:off x="2756505" y="2025496"/>
              <a:ext cx="1918800" cy="3096761"/>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43364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43364 h 9144000"/>
                <a:gd name="connsiteX0" fmla="*/ 16778 w 4872690"/>
                <a:gd name="connsiteY0" fmla="*/ 8400634 h 8400636"/>
                <a:gd name="connsiteX1" fmla="*/ 4872690 w 4872690"/>
                <a:gd name="connsiteY1" fmla="*/ 8400634 h 8400636"/>
                <a:gd name="connsiteX2" fmla="*/ 4872690 w 4872690"/>
                <a:gd name="connsiteY2" fmla="*/ 8400636 h 8400636"/>
                <a:gd name="connsiteX3" fmla="*/ 16778 w 4872690"/>
                <a:gd name="connsiteY3" fmla="*/ 8400636 h 8400636"/>
                <a:gd name="connsiteX4" fmla="*/ 16778 w 4872690"/>
                <a:gd name="connsiteY4" fmla="*/ 8400634 h 8400636"/>
                <a:gd name="connsiteX5" fmla="*/ 0 w 4872690"/>
                <a:gd name="connsiteY5" fmla="*/ 0 h 8400636"/>
                <a:gd name="connsiteX6" fmla="*/ 4872690 w 4872690"/>
                <a:gd name="connsiteY6" fmla="*/ 33789 h 8400636"/>
                <a:gd name="connsiteX7" fmla="*/ 4872690 w 4872690"/>
                <a:gd name="connsiteY7" fmla="*/ 3472502 h 8400636"/>
                <a:gd name="connsiteX8" fmla="*/ 2444734 w 4872690"/>
                <a:gd name="connsiteY8" fmla="*/ 2240469 h 8400636"/>
                <a:gd name="connsiteX9" fmla="*/ 16778 w 4872690"/>
                <a:gd name="connsiteY9" fmla="*/ 3472502 h 8400636"/>
                <a:gd name="connsiteX10" fmla="*/ 0 w 4872690"/>
                <a:gd name="connsiteY10" fmla="*/ 0 h 8400636"/>
                <a:gd name="connsiteX0" fmla="*/ 16778 w 4906246"/>
                <a:gd name="connsiteY0" fmla="*/ 8400634 h 8400636"/>
                <a:gd name="connsiteX1" fmla="*/ 4872690 w 4906246"/>
                <a:gd name="connsiteY1" fmla="*/ 8400634 h 8400636"/>
                <a:gd name="connsiteX2" fmla="*/ 4872690 w 4906246"/>
                <a:gd name="connsiteY2" fmla="*/ 8400636 h 8400636"/>
                <a:gd name="connsiteX3" fmla="*/ 16778 w 4906246"/>
                <a:gd name="connsiteY3" fmla="*/ 8400636 h 8400636"/>
                <a:gd name="connsiteX4" fmla="*/ 16778 w 4906246"/>
                <a:gd name="connsiteY4" fmla="*/ 8400634 h 8400636"/>
                <a:gd name="connsiteX5" fmla="*/ 0 w 4906246"/>
                <a:gd name="connsiteY5" fmla="*/ 0 h 8400636"/>
                <a:gd name="connsiteX6" fmla="*/ 4906246 w 4906246"/>
                <a:gd name="connsiteY6" fmla="*/ 16895 h 8400636"/>
                <a:gd name="connsiteX7" fmla="*/ 4872690 w 4906246"/>
                <a:gd name="connsiteY7" fmla="*/ 3472502 h 8400636"/>
                <a:gd name="connsiteX8" fmla="*/ 2444734 w 4906246"/>
                <a:gd name="connsiteY8" fmla="*/ 2240469 h 8400636"/>
                <a:gd name="connsiteX9" fmla="*/ 16778 w 4906246"/>
                <a:gd name="connsiteY9" fmla="*/ 3472502 h 8400636"/>
                <a:gd name="connsiteX10" fmla="*/ 0 w 4906246"/>
                <a:gd name="connsiteY10" fmla="*/ 0 h 8400636"/>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23024"/>
                <a:gd name="connsiteY0" fmla="*/ 8434423 h 8434425"/>
                <a:gd name="connsiteX1" fmla="*/ 4872690 w 4923024"/>
                <a:gd name="connsiteY1" fmla="*/ 8434423 h 8434425"/>
                <a:gd name="connsiteX2" fmla="*/ 4872690 w 4923024"/>
                <a:gd name="connsiteY2" fmla="*/ 8434425 h 8434425"/>
                <a:gd name="connsiteX3" fmla="*/ 16778 w 4923024"/>
                <a:gd name="connsiteY3" fmla="*/ 8434425 h 8434425"/>
                <a:gd name="connsiteX4" fmla="*/ 16778 w 4923024"/>
                <a:gd name="connsiteY4" fmla="*/ 8434423 h 8434425"/>
                <a:gd name="connsiteX5" fmla="*/ 0 w 4923024"/>
                <a:gd name="connsiteY5" fmla="*/ 33789 h 8434425"/>
                <a:gd name="connsiteX6" fmla="*/ 4923024 w 4923024"/>
                <a:gd name="connsiteY6" fmla="*/ 0 h 8434425"/>
                <a:gd name="connsiteX7" fmla="*/ 4872690 w 4923024"/>
                <a:gd name="connsiteY7" fmla="*/ 3506291 h 8434425"/>
                <a:gd name="connsiteX8" fmla="*/ 2444734 w 4923024"/>
                <a:gd name="connsiteY8" fmla="*/ 2274258 h 8434425"/>
                <a:gd name="connsiteX9" fmla="*/ 16778 w 4923024"/>
                <a:gd name="connsiteY9" fmla="*/ 3506291 h 8434425"/>
                <a:gd name="connsiteX10" fmla="*/ 0 w 4923024"/>
                <a:gd name="connsiteY10" fmla="*/ 33789 h 8434425"/>
                <a:gd name="connsiteX0" fmla="*/ 16778 w 4906246"/>
                <a:gd name="connsiteY0" fmla="*/ 8451318 h 8451320"/>
                <a:gd name="connsiteX1" fmla="*/ 4872690 w 4906246"/>
                <a:gd name="connsiteY1" fmla="*/ 8451318 h 8451320"/>
                <a:gd name="connsiteX2" fmla="*/ 4872690 w 4906246"/>
                <a:gd name="connsiteY2" fmla="*/ 8451320 h 8451320"/>
                <a:gd name="connsiteX3" fmla="*/ 16778 w 4906246"/>
                <a:gd name="connsiteY3" fmla="*/ 8451320 h 8451320"/>
                <a:gd name="connsiteX4" fmla="*/ 16778 w 4906246"/>
                <a:gd name="connsiteY4" fmla="*/ 8451318 h 8451320"/>
                <a:gd name="connsiteX5" fmla="*/ 0 w 4906246"/>
                <a:gd name="connsiteY5" fmla="*/ 50684 h 8451320"/>
                <a:gd name="connsiteX6" fmla="*/ 4906246 w 4906246"/>
                <a:gd name="connsiteY6" fmla="*/ 0 h 8451320"/>
                <a:gd name="connsiteX7" fmla="*/ 4872690 w 4906246"/>
                <a:gd name="connsiteY7" fmla="*/ 3523186 h 8451320"/>
                <a:gd name="connsiteX8" fmla="*/ 2444734 w 4906246"/>
                <a:gd name="connsiteY8" fmla="*/ 2291153 h 8451320"/>
                <a:gd name="connsiteX9" fmla="*/ 16778 w 4906246"/>
                <a:gd name="connsiteY9" fmla="*/ 3523186 h 8451320"/>
                <a:gd name="connsiteX10" fmla="*/ 0 w 4906246"/>
                <a:gd name="connsiteY10" fmla="*/ 50684 h 8451320"/>
                <a:gd name="connsiteX0" fmla="*/ 16778 w 4923024"/>
                <a:gd name="connsiteY0" fmla="*/ 8400634 h 8400636"/>
                <a:gd name="connsiteX1" fmla="*/ 4872690 w 4923024"/>
                <a:gd name="connsiteY1" fmla="*/ 8400634 h 8400636"/>
                <a:gd name="connsiteX2" fmla="*/ 4872690 w 4923024"/>
                <a:gd name="connsiteY2" fmla="*/ 8400636 h 8400636"/>
                <a:gd name="connsiteX3" fmla="*/ 16778 w 4923024"/>
                <a:gd name="connsiteY3" fmla="*/ 8400636 h 8400636"/>
                <a:gd name="connsiteX4" fmla="*/ 16778 w 4923024"/>
                <a:gd name="connsiteY4" fmla="*/ 8400634 h 8400636"/>
                <a:gd name="connsiteX5" fmla="*/ 0 w 4923024"/>
                <a:gd name="connsiteY5" fmla="*/ 0 h 8400636"/>
                <a:gd name="connsiteX6" fmla="*/ 4923024 w 4923024"/>
                <a:gd name="connsiteY6" fmla="*/ 0 h 8400636"/>
                <a:gd name="connsiteX7" fmla="*/ 4872690 w 4923024"/>
                <a:gd name="connsiteY7" fmla="*/ 3472502 h 8400636"/>
                <a:gd name="connsiteX8" fmla="*/ 2444734 w 4923024"/>
                <a:gd name="connsiteY8" fmla="*/ 2240469 h 8400636"/>
                <a:gd name="connsiteX9" fmla="*/ 16778 w 4923024"/>
                <a:gd name="connsiteY9" fmla="*/ 3472502 h 8400636"/>
                <a:gd name="connsiteX10" fmla="*/ 0 w 4923024"/>
                <a:gd name="connsiteY10" fmla="*/ 0 h 84006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923024" h="8400636">
                  <a:moveTo>
                    <a:pt x="16778" y="8400634"/>
                  </a:moveTo>
                  <a:lnTo>
                    <a:pt x="4872690" y="8400634"/>
                  </a:lnTo>
                  <a:lnTo>
                    <a:pt x="4872690" y="8400636"/>
                  </a:lnTo>
                  <a:lnTo>
                    <a:pt x="16778" y="8400636"/>
                  </a:lnTo>
                  <a:lnTo>
                    <a:pt x="16778" y="8400634"/>
                  </a:lnTo>
                  <a:close/>
                  <a:moveTo>
                    <a:pt x="0" y="0"/>
                  </a:moveTo>
                  <a:lnTo>
                    <a:pt x="4923024" y="0"/>
                  </a:lnTo>
                  <a:lnTo>
                    <a:pt x="4872690" y="3472502"/>
                  </a:lnTo>
                  <a:lnTo>
                    <a:pt x="2444734" y="2240469"/>
                  </a:lnTo>
                  <a:lnTo>
                    <a:pt x="16778" y="3472502"/>
                  </a:lnTo>
                  <a:cubicBezTo>
                    <a:pt x="16778" y="2067213"/>
                    <a:pt x="0" y="1405289"/>
                    <a:pt x="0"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46" name="TextBox 45">
              <a:extLst>
                <a:ext uri="{FF2B5EF4-FFF2-40B4-BE49-F238E27FC236}">
                  <a16:creationId xmlns:a16="http://schemas.microsoft.com/office/drawing/2014/main" id="{C093E2E9-4057-3AFE-50E4-C89A59C82461}"/>
                </a:ext>
              </a:extLst>
            </p:cNvPr>
            <p:cNvSpPr txBox="1"/>
            <p:nvPr/>
          </p:nvSpPr>
          <p:spPr>
            <a:xfrm>
              <a:off x="2781183" y="2082013"/>
              <a:ext cx="1869443" cy="830997"/>
            </a:xfrm>
            <a:prstGeom prst="rect">
              <a:avLst/>
            </a:prstGeom>
            <a:noFill/>
          </p:spPr>
          <p:txBody>
            <a:bodyPr wrap="square" rtlCol="0" anchor="b" anchorCtr="0">
              <a:spAutoFit/>
            </a:bodyPr>
            <a:lstStyle/>
            <a:p>
              <a:pPr algn="ctr"/>
              <a:r>
                <a:rPr lang="en-GB" sz="1600" b="1" dirty="0">
                  <a:latin typeface="Montserrat SemiBold" panose="00000700000000000000" pitchFamily="2" charset="0"/>
                  <a:ea typeface="League Spartan" charset="0"/>
                  <a:cs typeface="Poppins" pitchFamily="2" charset="77"/>
                </a:rPr>
                <a:t>Finance query management &amp; reporting</a:t>
              </a:r>
            </a:p>
          </p:txBody>
        </p:sp>
        <p:sp>
          <p:nvSpPr>
            <p:cNvPr id="57" name="Rectangle: Rounded Corners 56">
              <a:extLst>
                <a:ext uri="{FF2B5EF4-FFF2-40B4-BE49-F238E27FC236}">
                  <a16:creationId xmlns:a16="http://schemas.microsoft.com/office/drawing/2014/main" id="{374261D7-47BE-80C9-627F-3124A46B03B6}"/>
                </a:ext>
              </a:extLst>
            </p:cNvPr>
            <p:cNvSpPr/>
            <p:nvPr/>
          </p:nvSpPr>
          <p:spPr>
            <a:xfrm>
              <a:off x="2761904" y="4999173"/>
              <a:ext cx="1908000" cy="545972"/>
            </a:xfrm>
            <a:prstGeom prst="roundRect">
              <a:avLst/>
            </a:prstGeom>
            <a:solidFill>
              <a:schemeClr val="accent1">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8" name="TextBox 67">
              <a:extLst>
                <a:ext uri="{FF2B5EF4-FFF2-40B4-BE49-F238E27FC236}">
                  <a16:creationId xmlns:a16="http://schemas.microsoft.com/office/drawing/2014/main" id="{C0EA8CB8-D6F8-2002-811C-82D845F0C462}"/>
                </a:ext>
              </a:extLst>
            </p:cNvPr>
            <p:cNvSpPr txBox="1"/>
            <p:nvPr/>
          </p:nvSpPr>
          <p:spPr>
            <a:xfrm>
              <a:off x="2763363" y="5143443"/>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valfqmr</a:t>
              </a:r>
              <a:r>
                <a:rPr lang="en-GB" sz="2000" dirty="0">
                  <a:solidFill>
                    <a:schemeClr val="accent1"/>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7" name="Group 16">
            <a:extLst>
              <a:ext uri="{FF2B5EF4-FFF2-40B4-BE49-F238E27FC236}">
                <a16:creationId xmlns:a16="http://schemas.microsoft.com/office/drawing/2014/main" id="{9C36B47D-43D9-185A-98CD-D65837B25AAE}"/>
              </a:ext>
            </a:extLst>
          </p:cNvPr>
          <p:cNvGrpSpPr/>
          <p:nvPr/>
        </p:nvGrpSpPr>
        <p:grpSpPr>
          <a:xfrm>
            <a:off x="4912447" y="1590252"/>
            <a:ext cx="1918801" cy="3957914"/>
            <a:chOff x="4870882" y="1590252"/>
            <a:chExt cx="1918801" cy="3957914"/>
          </a:xfrm>
        </p:grpSpPr>
        <p:sp>
          <p:nvSpPr>
            <p:cNvPr id="59" name="Rectangle: Rounded Corners 58">
              <a:extLst>
                <a:ext uri="{FF2B5EF4-FFF2-40B4-BE49-F238E27FC236}">
                  <a16:creationId xmlns:a16="http://schemas.microsoft.com/office/drawing/2014/main" id="{483145D9-A5D5-4A29-9000-3FD97569E5F5}"/>
                </a:ext>
              </a:extLst>
            </p:cNvPr>
            <p:cNvSpPr/>
            <p:nvPr/>
          </p:nvSpPr>
          <p:spPr>
            <a:xfrm>
              <a:off x="4876282" y="4999173"/>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9" name="Off-page Connector 9">
              <a:extLst>
                <a:ext uri="{FF2B5EF4-FFF2-40B4-BE49-F238E27FC236}">
                  <a16:creationId xmlns:a16="http://schemas.microsoft.com/office/drawing/2014/main" id="{A97AE63F-0C53-AB7A-E6A8-5650E994B32B}"/>
                </a:ext>
              </a:extLst>
            </p:cNvPr>
            <p:cNvSpPr/>
            <p:nvPr/>
          </p:nvSpPr>
          <p:spPr>
            <a:xfrm>
              <a:off x="4870882" y="1903894"/>
              <a:ext cx="1918800" cy="2548563"/>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p:txBody>
        </p:sp>
        <p:sp>
          <p:nvSpPr>
            <p:cNvPr id="48" name="Freeform 50">
              <a:extLst>
                <a:ext uri="{FF2B5EF4-FFF2-40B4-BE49-F238E27FC236}">
                  <a16:creationId xmlns:a16="http://schemas.microsoft.com/office/drawing/2014/main" id="{13C7AA69-72E1-AD20-DD7E-436E6E31F470}"/>
                </a:ext>
              </a:extLst>
            </p:cNvPr>
            <p:cNvSpPr/>
            <p:nvPr/>
          </p:nvSpPr>
          <p:spPr>
            <a:xfrm rot="10800000">
              <a:off x="4870883" y="2122536"/>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0" name="TextBox 49">
              <a:extLst>
                <a:ext uri="{FF2B5EF4-FFF2-40B4-BE49-F238E27FC236}">
                  <a16:creationId xmlns:a16="http://schemas.microsoft.com/office/drawing/2014/main" id="{7B34D05C-D2DC-8FEC-1A30-2541B1BBDE4B}"/>
                </a:ext>
              </a:extLst>
            </p:cNvPr>
            <p:cNvSpPr txBox="1"/>
            <p:nvPr/>
          </p:nvSpPr>
          <p:spPr>
            <a:xfrm>
              <a:off x="4873123" y="1590252"/>
              <a:ext cx="1914319" cy="1323439"/>
            </a:xfrm>
            <a:prstGeom prst="rect">
              <a:avLst/>
            </a:prstGeom>
            <a:noFill/>
          </p:spPr>
          <p:txBody>
            <a:bodyPr wrap="square" rtlCol="0" anchor="b" anchorCtr="0">
              <a:spAutoFit/>
            </a:bodyPr>
            <a:lstStyle/>
            <a:p>
              <a:pPr algn="ctr"/>
              <a:endParaRPr lang="en-US" sz="1600" b="1" dirty="0">
                <a:latin typeface="Montserrat SemiBold" panose="00000700000000000000" pitchFamily="2" charset="0"/>
                <a:ea typeface="League Spartan" charset="0"/>
                <a:cs typeface="Poppins" pitchFamily="2" charset="77"/>
              </a:endParaRPr>
            </a:p>
            <a:p>
              <a:pPr algn="ctr"/>
              <a:endParaRPr lang="en-US" sz="1600" b="1" dirty="0">
                <a:latin typeface="Montserrat SemiBold" panose="00000700000000000000" pitchFamily="2" charset="0"/>
                <a:ea typeface="League Spartan" charset="0"/>
                <a:cs typeface="Poppins" pitchFamily="2" charset="77"/>
              </a:endParaRPr>
            </a:p>
            <a:p>
              <a:pPr algn="ctr"/>
              <a:r>
                <a:rPr lang="en-US" sz="1600" b="1" dirty="0">
                  <a:latin typeface="Montserrat SemiBold" panose="00000700000000000000" pitchFamily="2" charset="0"/>
                  <a:ea typeface="League Spartan" charset="0"/>
                  <a:cs typeface="Poppins" pitchFamily="2" charset="77"/>
                </a:rPr>
                <a:t>Debt collection administration processes</a:t>
              </a:r>
            </a:p>
          </p:txBody>
        </p:sp>
        <p:sp>
          <p:nvSpPr>
            <p:cNvPr id="69" name="TextBox 68">
              <a:extLst>
                <a:ext uri="{FF2B5EF4-FFF2-40B4-BE49-F238E27FC236}">
                  <a16:creationId xmlns:a16="http://schemas.microsoft.com/office/drawing/2014/main" id="{3C634A47-D927-FE8D-6324-130A75E52781}"/>
                </a:ext>
              </a:extLst>
            </p:cNvPr>
            <p:cNvSpPr txBox="1"/>
            <p:nvPr/>
          </p:nvSpPr>
          <p:spPr>
            <a:xfrm>
              <a:off x="4884646" y="5118034"/>
              <a:ext cx="1891272"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valdcap</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sp>
        <p:nvSpPr>
          <p:cNvPr id="71" name="Rectangle 70">
            <a:extLst>
              <a:ext uri="{FF2B5EF4-FFF2-40B4-BE49-F238E27FC236}">
                <a16:creationId xmlns:a16="http://schemas.microsoft.com/office/drawing/2014/main" id="{64A6E194-9E68-2DD5-DD40-F6B630830462}"/>
              </a:ext>
            </a:extLst>
          </p:cNvPr>
          <p:cNvSpPr/>
          <p:nvPr/>
        </p:nvSpPr>
        <p:spPr>
          <a:xfrm>
            <a:off x="664160" y="5880683"/>
            <a:ext cx="10442652" cy="518938"/>
          </a:xfrm>
          <a:prstGeom prst="rect">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2" name="TextBox 71">
            <a:extLst>
              <a:ext uri="{FF2B5EF4-FFF2-40B4-BE49-F238E27FC236}">
                <a16:creationId xmlns:a16="http://schemas.microsoft.com/office/drawing/2014/main" id="{0BFC616B-B131-2AE7-F109-2FC9C9900A7B}"/>
              </a:ext>
            </a:extLst>
          </p:cNvPr>
          <p:cNvSpPr txBox="1"/>
          <p:nvPr/>
        </p:nvSpPr>
        <p:spPr>
          <a:xfrm>
            <a:off x="678699" y="5904972"/>
            <a:ext cx="10411181" cy="461665"/>
          </a:xfrm>
          <a:prstGeom prst="rect">
            <a:avLst/>
          </a:prstGeom>
          <a:noFill/>
        </p:spPr>
        <p:txBody>
          <a:bodyPr wrap="square" rtlCol="0">
            <a:spAutoFit/>
          </a:bodyPr>
          <a:lstStyle/>
          <a:p>
            <a:pPr algn="ct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Your</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current</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estimated</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process</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costs</a:t>
            </a:r>
            <a:r>
              <a:rPr lang="tr-TR"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are</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2400" b="1"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2400" b="1"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valcostof</a:t>
            </a:r>
            <a:r>
              <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rPr>
              <a:t> annual</a:t>
            </a:r>
            <a:r>
              <a:rPr lang="tr-TR" sz="24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ly</a:t>
            </a:r>
            <a:endParaRPr lang="en-GB" sz="24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grpSp>
        <p:nvGrpSpPr>
          <p:cNvPr id="8" name="Group 7">
            <a:extLst>
              <a:ext uri="{FF2B5EF4-FFF2-40B4-BE49-F238E27FC236}">
                <a16:creationId xmlns:a16="http://schemas.microsoft.com/office/drawing/2014/main" id="{FF786152-FEAF-A170-B663-448B52CE968F}"/>
              </a:ext>
            </a:extLst>
          </p:cNvPr>
          <p:cNvGrpSpPr/>
          <p:nvPr/>
        </p:nvGrpSpPr>
        <p:grpSpPr>
          <a:xfrm>
            <a:off x="644200" y="1903895"/>
            <a:ext cx="1918800" cy="3641250"/>
            <a:chOff x="644200" y="1903895"/>
            <a:chExt cx="1918800" cy="3641250"/>
          </a:xfrm>
        </p:grpSpPr>
        <p:sp>
          <p:nvSpPr>
            <p:cNvPr id="41" name="Off-page Connector 9">
              <a:extLst>
                <a:ext uri="{FF2B5EF4-FFF2-40B4-BE49-F238E27FC236}">
                  <a16:creationId xmlns:a16="http://schemas.microsoft.com/office/drawing/2014/main" id="{579E8B31-C28B-B9F8-070D-943247388A6B}"/>
                </a:ext>
              </a:extLst>
            </p:cNvPr>
            <p:cNvSpPr/>
            <p:nvPr/>
          </p:nvSpPr>
          <p:spPr>
            <a:xfrm>
              <a:off x="644200" y="1903895"/>
              <a:ext cx="1918800" cy="2544656"/>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Ineffective authorisation processes </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Uncontrolled spend</a:t>
              </a: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0" name="Freeform 4">
              <a:extLst>
                <a:ext uri="{FF2B5EF4-FFF2-40B4-BE49-F238E27FC236}">
                  <a16:creationId xmlns:a16="http://schemas.microsoft.com/office/drawing/2014/main" id="{775A7557-207F-823B-8E7F-4AA7DB2E6D01}"/>
                </a:ext>
              </a:extLst>
            </p:cNvPr>
            <p:cNvSpPr/>
            <p:nvPr/>
          </p:nvSpPr>
          <p:spPr>
            <a:xfrm rot="10800000">
              <a:off x="644200" y="2072848"/>
              <a:ext cx="1918800" cy="3041098"/>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16778 w 4872690"/>
                <a:gd name="connsiteY0" fmla="*/ 9143998 h 9144000"/>
                <a:gd name="connsiteX1" fmla="*/ 4872690 w 4872690"/>
                <a:gd name="connsiteY1" fmla="*/ 9143998 h 9144000"/>
                <a:gd name="connsiteX2" fmla="*/ 4872690 w 4872690"/>
                <a:gd name="connsiteY2" fmla="*/ 9144000 h 9144000"/>
                <a:gd name="connsiteX3" fmla="*/ 16778 w 4872690"/>
                <a:gd name="connsiteY3" fmla="*/ 9144000 h 9144000"/>
                <a:gd name="connsiteX4" fmla="*/ 16778 w 4872690"/>
                <a:gd name="connsiteY4" fmla="*/ 9143998 h 9144000"/>
                <a:gd name="connsiteX5" fmla="*/ 0 w 4872690"/>
                <a:gd name="connsiteY5" fmla="*/ 726469 h 9144000"/>
                <a:gd name="connsiteX6" fmla="*/ 4872690 w 4872690"/>
                <a:gd name="connsiteY6" fmla="*/ 0 h 9144000"/>
                <a:gd name="connsiteX7" fmla="*/ 4872690 w 4872690"/>
                <a:gd name="connsiteY7" fmla="*/ 4215866 h 9144000"/>
                <a:gd name="connsiteX8" fmla="*/ 2444734 w 4872690"/>
                <a:gd name="connsiteY8" fmla="*/ 2983833 h 9144000"/>
                <a:gd name="connsiteX9" fmla="*/ 16778 w 4872690"/>
                <a:gd name="connsiteY9" fmla="*/ 4215866 h 9144000"/>
                <a:gd name="connsiteX10" fmla="*/ 0 w 4872690"/>
                <a:gd name="connsiteY10" fmla="*/ 726469 h 9144000"/>
                <a:gd name="connsiteX0" fmla="*/ 16778 w 4889468"/>
                <a:gd name="connsiteY0" fmla="*/ 8468213 h 8468215"/>
                <a:gd name="connsiteX1" fmla="*/ 4872690 w 4889468"/>
                <a:gd name="connsiteY1" fmla="*/ 8468213 h 8468215"/>
                <a:gd name="connsiteX2" fmla="*/ 4872690 w 4889468"/>
                <a:gd name="connsiteY2" fmla="*/ 8468215 h 8468215"/>
                <a:gd name="connsiteX3" fmla="*/ 16778 w 4889468"/>
                <a:gd name="connsiteY3" fmla="*/ 8468215 h 8468215"/>
                <a:gd name="connsiteX4" fmla="*/ 16778 w 4889468"/>
                <a:gd name="connsiteY4" fmla="*/ 8468213 h 8468215"/>
                <a:gd name="connsiteX5" fmla="*/ 0 w 4889468"/>
                <a:gd name="connsiteY5" fmla="*/ 50684 h 8468215"/>
                <a:gd name="connsiteX6" fmla="*/ 4889468 w 4889468"/>
                <a:gd name="connsiteY6" fmla="*/ 0 h 8468215"/>
                <a:gd name="connsiteX7" fmla="*/ 4872690 w 4889468"/>
                <a:gd name="connsiteY7" fmla="*/ 3540081 h 8468215"/>
                <a:gd name="connsiteX8" fmla="*/ 2444734 w 4889468"/>
                <a:gd name="connsiteY8" fmla="*/ 2308048 h 8468215"/>
                <a:gd name="connsiteX9" fmla="*/ 16778 w 4889468"/>
                <a:gd name="connsiteY9" fmla="*/ 3540081 h 8468215"/>
                <a:gd name="connsiteX10" fmla="*/ 0 w 4889468"/>
                <a:gd name="connsiteY10" fmla="*/ 50684 h 8468215"/>
                <a:gd name="connsiteX0" fmla="*/ 16778 w 4889468"/>
                <a:gd name="connsiteY0" fmla="*/ 8417529 h 8417531"/>
                <a:gd name="connsiteX1" fmla="*/ 4872690 w 4889468"/>
                <a:gd name="connsiteY1" fmla="*/ 8417529 h 8417531"/>
                <a:gd name="connsiteX2" fmla="*/ 4872690 w 4889468"/>
                <a:gd name="connsiteY2" fmla="*/ 8417531 h 8417531"/>
                <a:gd name="connsiteX3" fmla="*/ 16778 w 4889468"/>
                <a:gd name="connsiteY3" fmla="*/ 8417531 h 8417531"/>
                <a:gd name="connsiteX4" fmla="*/ 16778 w 4889468"/>
                <a:gd name="connsiteY4" fmla="*/ 8417529 h 8417531"/>
                <a:gd name="connsiteX5" fmla="*/ 0 w 4889468"/>
                <a:gd name="connsiteY5" fmla="*/ 0 h 8417531"/>
                <a:gd name="connsiteX6" fmla="*/ 4889468 w 4889468"/>
                <a:gd name="connsiteY6" fmla="*/ 0 h 8417531"/>
                <a:gd name="connsiteX7" fmla="*/ 4872690 w 4889468"/>
                <a:gd name="connsiteY7" fmla="*/ 3489397 h 8417531"/>
                <a:gd name="connsiteX8" fmla="*/ 2444734 w 4889468"/>
                <a:gd name="connsiteY8" fmla="*/ 2257364 h 8417531"/>
                <a:gd name="connsiteX9" fmla="*/ 16778 w 4889468"/>
                <a:gd name="connsiteY9" fmla="*/ 3489397 h 8417531"/>
                <a:gd name="connsiteX10" fmla="*/ 0 w 4889468"/>
                <a:gd name="connsiteY10" fmla="*/ 0 h 8417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89468" h="8417531">
                  <a:moveTo>
                    <a:pt x="16778" y="8417529"/>
                  </a:moveTo>
                  <a:lnTo>
                    <a:pt x="4872690" y="8417529"/>
                  </a:lnTo>
                  <a:lnTo>
                    <a:pt x="4872690" y="8417531"/>
                  </a:lnTo>
                  <a:lnTo>
                    <a:pt x="16778" y="8417531"/>
                  </a:lnTo>
                  <a:lnTo>
                    <a:pt x="16778" y="8417529"/>
                  </a:lnTo>
                  <a:close/>
                  <a:moveTo>
                    <a:pt x="0" y="0"/>
                  </a:moveTo>
                  <a:lnTo>
                    <a:pt x="4889468" y="0"/>
                  </a:lnTo>
                  <a:cubicBezTo>
                    <a:pt x="4883875" y="1180027"/>
                    <a:pt x="4878283" y="2309370"/>
                    <a:pt x="4872690" y="3489397"/>
                  </a:cubicBezTo>
                  <a:lnTo>
                    <a:pt x="2444734" y="2257364"/>
                  </a:lnTo>
                  <a:lnTo>
                    <a:pt x="16778" y="3489397"/>
                  </a:lnTo>
                  <a:cubicBezTo>
                    <a:pt x="16778" y="2084108"/>
                    <a:pt x="0" y="1405289"/>
                    <a:pt x="0" y="0"/>
                  </a:cubicBez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p>
          </p:txBody>
        </p:sp>
        <p:sp>
          <p:nvSpPr>
            <p:cNvPr id="42" name="TextBox 41">
              <a:extLst>
                <a:ext uri="{FF2B5EF4-FFF2-40B4-BE49-F238E27FC236}">
                  <a16:creationId xmlns:a16="http://schemas.microsoft.com/office/drawing/2014/main" id="{A01E455A-2DE5-AA6B-952A-5F99CA73916D}"/>
                </a:ext>
              </a:extLst>
            </p:cNvPr>
            <p:cNvSpPr txBox="1"/>
            <p:nvPr/>
          </p:nvSpPr>
          <p:spPr>
            <a:xfrm>
              <a:off x="666721" y="2082991"/>
              <a:ext cx="1873758" cy="584775"/>
            </a:xfrm>
            <a:prstGeom prst="rect">
              <a:avLst/>
            </a:prstGeom>
            <a:noFill/>
          </p:spPr>
          <p:txBody>
            <a:bodyPr wrap="square" rtlCol="0" anchor="b" anchorCtr="0">
              <a:spAutoFit/>
            </a:bodyPr>
            <a:lstStyle/>
            <a:p>
              <a:pPr algn="ctr"/>
              <a:r>
                <a:rPr lang="en-US" sz="1600" b="1" dirty="0">
                  <a:latin typeface="Montserrat SemiBold" panose="00000700000000000000" pitchFamily="2" charset="0"/>
                  <a:ea typeface="League Spartan" charset="0"/>
                  <a:cs typeface="Poppins" pitchFamily="2" charset="77"/>
                </a:rPr>
                <a:t>Managing spend leakage </a:t>
              </a:r>
            </a:p>
          </p:txBody>
        </p:sp>
        <p:sp>
          <p:nvSpPr>
            <p:cNvPr id="56" name="Rectangle: Rounded Corners 55">
              <a:extLst>
                <a:ext uri="{FF2B5EF4-FFF2-40B4-BE49-F238E27FC236}">
                  <a16:creationId xmlns:a16="http://schemas.microsoft.com/office/drawing/2014/main" id="{D39ED94A-B4FD-84A0-6CF0-1C23682FB399}"/>
                </a:ext>
              </a:extLst>
            </p:cNvPr>
            <p:cNvSpPr/>
            <p:nvPr/>
          </p:nvSpPr>
          <p:spPr>
            <a:xfrm>
              <a:off x="649600" y="4986527"/>
              <a:ext cx="1908000" cy="558618"/>
            </a:xfrm>
            <a:prstGeom prst="roundRect">
              <a:avLst/>
            </a:prstGeom>
            <a:solidFill>
              <a:schemeClr val="tx2">
                <a:alpha val="26000"/>
              </a:schemeClr>
            </a:solidFill>
            <a:ln>
              <a:solidFill>
                <a:srgbClr val="F15D2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3" name="TextBox 72">
              <a:extLst>
                <a:ext uri="{FF2B5EF4-FFF2-40B4-BE49-F238E27FC236}">
                  <a16:creationId xmlns:a16="http://schemas.microsoft.com/office/drawing/2014/main" id="{78369866-8BC6-33CD-42B1-8C4AEA93FDD2}"/>
                </a:ext>
              </a:extLst>
            </p:cNvPr>
            <p:cNvSpPr txBox="1"/>
            <p:nvPr/>
          </p:nvSpPr>
          <p:spPr>
            <a:xfrm>
              <a:off x="651059" y="5140279"/>
              <a:ext cx="1905083"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valmsl</a:t>
              </a:r>
              <a:r>
                <a:rPr lang="en-GB" sz="2000" dirty="0">
                  <a:solidFill>
                    <a:schemeClr val="tx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8" name="Group 17">
            <a:extLst>
              <a:ext uri="{FF2B5EF4-FFF2-40B4-BE49-F238E27FC236}">
                <a16:creationId xmlns:a16="http://schemas.microsoft.com/office/drawing/2014/main" id="{19ED103D-2B59-253D-574C-3CF94ADF0C56}"/>
              </a:ext>
            </a:extLst>
          </p:cNvPr>
          <p:cNvGrpSpPr/>
          <p:nvPr/>
        </p:nvGrpSpPr>
        <p:grpSpPr>
          <a:xfrm>
            <a:off x="7043253" y="1905846"/>
            <a:ext cx="1921948" cy="3649384"/>
            <a:chOff x="6973186" y="1914159"/>
            <a:chExt cx="1921948" cy="3649384"/>
          </a:xfrm>
        </p:grpSpPr>
        <p:sp>
          <p:nvSpPr>
            <p:cNvPr id="9" name="Rectangle: Rounded Corners 8">
              <a:extLst>
                <a:ext uri="{FF2B5EF4-FFF2-40B4-BE49-F238E27FC236}">
                  <a16:creationId xmlns:a16="http://schemas.microsoft.com/office/drawing/2014/main" id="{643A6339-EE20-5ED6-6696-7763D8C68FB0}"/>
                </a:ext>
              </a:extLst>
            </p:cNvPr>
            <p:cNvSpPr/>
            <p:nvPr/>
          </p:nvSpPr>
          <p:spPr>
            <a:xfrm>
              <a:off x="6980160" y="5014550"/>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3" name="Off-page Connector 9">
              <a:extLst>
                <a:ext uri="{FF2B5EF4-FFF2-40B4-BE49-F238E27FC236}">
                  <a16:creationId xmlns:a16="http://schemas.microsoft.com/office/drawing/2014/main" id="{A01973A7-1FA4-0C98-249C-23CD8984ED1A}"/>
                </a:ext>
              </a:extLst>
            </p:cNvPr>
            <p:cNvSpPr/>
            <p:nvPr/>
          </p:nvSpPr>
          <p:spPr>
            <a:xfrm>
              <a:off x="6974760" y="1914159"/>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dirty="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Slow processes due to poorly configured workflows</a:t>
              </a:r>
            </a:p>
            <a:p>
              <a:pPr marL="171450" indent="-171450" algn="ctr">
                <a:lnSpc>
                  <a:spcPct val="107000"/>
                </a:lnSpc>
                <a:spcAft>
                  <a:spcPts val="800"/>
                </a:spcAft>
                <a:buFont typeface="Wingdings" panose="05000000000000000000" pitchFamily="2" charset="2"/>
                <a:buChar char="ü"/>
              </a:pPr>
              <a:r>
                <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Inefficient automation</a:t>
              </a:r>
            </a:p>
          </p:txBody>
        </p:sp>
        <p:sp>
          <p:nvSpPr>
            <p:cNvPr id="4" name="Freeform 50">
              <a:extLst>
                <a:ext uri="{FF2B5EF4-FFF2-40B4-BE49-F238E27FC236}">
                  <a16:creationId xmlns:a16="http://schemas.microsoft.com/office/drawing/2014/main" id="{9F9B2520-FD51-DC24-704C-0BB7BDAC0376}"/>
                </a:ext>
              </a:extLst>
            </p:cNvPr>
            <p:cNvSpPr/>
            <p:nvPr/>
          </p:nvSpPr>
          <p:spPr>
            <a:xfrm rot="10800000">
              <a:off x="6974760" y="2133070"/>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6" name="TextBox 5">
              <a:extLst>
                <a:ext uri="{FF2B5EF4-FFF2-40B4-BE49-F238E27FC236}">
                  <a16:creationId xmlns:a16="http://schemas.microsoft.com/office/drawing/2014/main" id="{17F0DF48-C88F-66C2-241D-A456E4C5498F}"/>
                </a:ext>
              </a:extLst>
            </p:cNvPr>
            <p:cNvSpPr txBox="1"/>
            <p:nvPr/>
          </p:nvSpPr>
          <p:spPr>
            <a:xfrm>
              <a:off x="6973186" y="5136881"/>
              <a:ext cx="1921948" cy="400110"/>
            </a:xfrm>
            <a:prstGeom prst="rect">
              <a:avLst/>
            </a:prstGeom>
            <a:noFill/>
          </p:spPr>
          <p:txBody>
            <a:bodyPr wrap="square" rtlCol="0">
              <a:spAutoFit/>
            </a:bodyPr>
            <a:lstStyle/>
            <a:p>
              <a:pPr algn="ctr"/>
              <a:r>
                <a:rPr lang="en-GB" sz="2000" b="1" dirty="0">
                  <a:latin typeface="Open Sans" panose="020B0606030504020204" pitchFamily="34" charset="0"/>
                  <a:ea typeface="Open Sans" panose="020B0606030504020204" pitchFamily="34" charset="0"/>
                  <a:cs typeface="Open Sans" panose="020B0606030504020204" pitchFamily="34" charset="0"/>
                </a:rPr>
                <a:t>£</a:t>
              </a:r>
              <a:r>
                <a:rPr lang="tr-TR" sz="2000" b="1" dirty="0" err="1">
                  <a:latin typeface="Open Sans" panose="020B0606030504020204" pitchFamily="34" charset="0"/>
                  <a:ea typeface="Open Sans" panose="020B0606030504020204" pitchFamily="34" charset="0"/>
                  <a:cs typeface="Open Sans" panose="020B0606030504020204" pitchFamily="34" charset="0"/>
                </a:rPr>
                <a:t>valcifw</a:t>
              </a:r>
              <a:r>
                <a:rPr lang="en-GB" sz="2000" dirty="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dirty="0">
                  <a:latin typeface="Open Sans" panose="020B0606030504020204" pitchFamily="34" charset="0"/>
                  <a:ea typeface="Open Sans" panose="020B0606030504020204" pitchFamily="34" charset="0"/>
                  <a:cs typeface="Open Sans" panose="020B0606030504020204" pitchFamily="34" charset="0"/>
                </a:rPr>
                <a:t>annually</a:t>
              </a:r>
            </a:p>
          </p:txBody>
        </p:sp>
      </p:grpSp>
      <p:grpSp>
        <p:nvGrpSpPr>
          <p:cNvPr id="19" name="Group 18">
            <a:extLst>
              <a:ext uri="{FF2B5EF4-FFF2-40B4-BE49-F238E27FC236}">
                <a16:creationId xmlns:a16="http://schemas.microsoft.com/office/drawing/2014/main" id="{70CEE381-477C-8434-1941-80B81EAE7B48}"/>
              </a:ext>
            </a:extLst>
          </p:cNvPr>
          <p:cNvGrpSpPr/>
          <p:nvPr/>
        </p:nvGrpSpPr>
        <p:grpSpPr>
          <a:xfrm>
            <a:off x="9078326" y="1881333"/>
            <a:ext cx="2094684" cy="3659649"/>
            <a:chOff x="9011822" y="1889646"/>
            <a:chExt cx="2094684" cy="3659649"/>
          </a:xfrm>
        </p:grpSpPr>
        <p:sp>
          <p:nvSpPr>
            <p:cNvPr id="10" name="Rectangle: Rounded Corners 9">
              <a:extLst>
                <a:ext uri="{FF2B5EF4-FFF2-40B4-BE49-F238E27FC236}">
                  <a16:creationId xmlns:a16="http://schemas.microsoft.com/office/drawing/2014/main" id="{01805B4A-2C0D-368E-E75D-FC2CDC15A66B}"/>
                </a:ext>
              </a:extLst>
            </p:cNvPr>
            <p:cNvSpPr/>
            <p:nvPr/>
          </p:nvSpPr>
          <p:spPr>
            <a:xfrm>
              <a:off x="9105164" y="5000302"/>
              <a:ext cx="1908000" cy="548993"/>
            </a:xfrm>
            <a:prstGeom prst="roundRect">
              <a:avLst/>
            </a:prstGeom>
            <a:solidFill>
              <a:schemeClr val="accent2">
                <a:alpha val="2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ff-page Connector 9">
              <a:extLst>
                <a:ext uri="{FF2B5EF4-FFF2-40B4-BE49-F238E27FC236}">
                  <a16:creationId xmlns:a16="http://schemas.microsoft.com/office/drawing/2014/main" id="{CF4D6202-C07E-1976-8619-E66844709A39}"/>
                </a:ext>
              </a:extLst>
            </p:cNvPr>
            <p:cNvSpPr/>
            <p:nvPr/>
          </p:nvSpPr>
          <p:spPr>
            <a:xfrm>
              <a:off x="9099764" y="1889646"/>
              <a:ext cx="1918800" cy="2544658"/>
            </a:xfrm>
            <a:prstGeom prst="roundRect">
              <a:avLst/>
            </a:prstGeom>
            <a:solidFill>
              <a:schemeClr val="accent4">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1450" indent="-171450" algn="ctr">
                <a:lnSpc>
                  <a:spcPct val="107000"/>
                </a:lnSpc>
                <a:spcAft>
                  <a:spcPts val="800"/>
                </a:spcAft>
                <a:buFont typeface="Wingdings" panose="05000000000000000000" pitchFamily="2" charset="2"/>
                <a:buChar char="ü"/>
              </a:pPr>
              <a:endParaRPr lang="en-GB" sz="90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endParaRPr lang="en-GB" sz="900">
                <a:solidFill>
                  <a:srgbClr val="FF0000"/>
                </a:solidFill>
                <a:latin typeface="Open Sans" panose="020B0606030504020204" pitchFamily="34" charset="0"/>
                <a:ea typeface="Open Sans" panose="020B0606030504020204" pitchFamily="34" charset="0"/>
                <a:cs typeface="Open Sans" panose="020B0606030504020204" pitchFamily="34" charset="0"/>
              </a:endParaRPr>
            </a:p>
            <a:p>
              <a:pPr marL="171450" indent="-171450" algn="ctr">
                <a:lnSpc>
                  <a:spcPct val="107000"/>
                </a:lnSpc>
                <a:spcAft>
                  <a:spcPts val="800"/>
                </a:spcAft>
                <a:buFont typeface="Wingdings" panose="05000000000000000000" pitchFamily="2" charset="2"/>
                <a:buChar char="ü"/>
              </a:pPr>
              <a:r>
                <a:rPr lang="en-GB" sz="9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Lack of self-serve solutions</a:t>
              </a:r>
            </a:p>
            <a:p>
              <a:pPr marL="171450" indent="-171450" algn="ctr">
                <a:lnSpc>
                  <a:spcPct val="107000"/>
                </a:lnSpc>
                <a:spcAft>
                  <a:spcPts val="800"/>
                </a:spcAft>
                <a:buFont typeface="Wingdings" panose="05000000000000000000" pitchFamily="2" charset="2"/>
                <a:buChar char="ü"/>
              </a:pPr>
              <a:r>
                <a:rPr lang="en-GB" sz="9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rPr>
                <a:t>High risk of errors </a:t>
              </a:r>
              <a:endParaRPr lang="en-GB" sz="900" dirty="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endParaRPr>
            </a:p>
          </p:txBody>
        </p:sp>
        <p:sp>
          <p:nvSpPr>
            <p:cNvPr id="12" name="TextBox 11">
              <a:extLst>
                <a:ext uri="{FF2B5EF4-FFF2-40B4-BE49-F238E27FC236}">
                  <a16:creationId xmlns:a16="http://schemas.microsoft.com/office/drawing/2014/main" id="{7A466DEC-9423-B95B-0DAB-B91A852EC795}"/>
                </a:ext>
              </a:extLst>
            </p:cNvPr>
            <p:cNvSpPr txBox="1"/>
            <p:nvPr/>
          </p:nvSpPr>
          <p:spPr>
            <a:xfrm>
              <a:off x="9011822" y="2082316"/>
              <a:ext cx="2094684" cy="584775"/>
            </a:xfrm>
            <a:prstGeom prst="rect">
              <a:avLst/>
            </a:prstGeom>
            <a:noFill/>
          </p:spPr>
          <p:txBody>
            <a:bodyPr wrap="square" rtlCol="0" anchor="b" anchorCtr="0">
              <a:spAutoFit/>
            </a:bodyPr>
            <a:lstStyle/>
            <a:p>
              <a:pPr algn="ctr"/>
              <a:r>
                <a:rPr lang="en-GB" sz="1600" b="1">
                  <a:latin typeface="Montserrat SemiBold" panose="00000700000000000000" pitchFamily="2" charset="0"/>
                  <a:ea typeface="League Spartan" charset="0"/>
                  <a:cs typeface="Poppins" pitchFamily="2" charset="77"/>
                </a:rPr>
                <a:t>Online expense management</a:t>
              </a:r>
              <a:endParaRPr lang="en-US" sz="1600" b="1" dirty="0">
                <a:latin typeface="Montserrat SemiBold" panose="00000700000000000000" pitchFamily="2" charset="0"/>
                <a:ea typeface="League Spartan" charset="0"/>
                <a:cs typeface="Poppins" pitchFamily="2" charset="77"/>
              </a:endParaRPr>
            </a:p>
          </p:txBody>
        </p:sp>
        <p:sp>
          <p:nvSpPr>
            <p:cNvPr id="14" name="Freeform 50">
              <a:extLst>
                <a:ext uri="{FF2B5EF4-FFF2-40B4-BE49-F238E27FC236}">
                  <a16:creationId xmlns:a16="http://schemas.microsoft.com/office/drawing/2014/main" id="{37A97CCD-C015-E1E9-40B7-A97B59A03B2B}"/>
                </a:ext>
              </a:extLst>
            </p:cNvPr>
            <p:cNvSpPr/>
            <p:nvPr/>
          </p:nvSpPr>
          <p:spPr>
            <a:xfrm rot="10800000">
              <a:off x="9099764" y="2127135"/>
              <a:ext cx="1918800" cy="2971025"/>
            </a:xfrm>
            <a:custGeom>
              <a:avLst/>
              <a:gdLst>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0 h 9144000"/>
                <a:gd name="connsiteX5" fmla="*/ 4855912 w 4855912"/>
                <a:gd name="connsiteY5" fmla="*/ 0 h 9144000"/>
                <a:gd name="connsiteX6" fmla="*/ 4855912 w 4855912"/>
                <a:gd name="connsiteY6" fmla="*/ 4215866 h 9144000"/>
                <a:gd name="connsiteX7" fmla="*/ 2427956 w 4855912"/>
                <a:gd name="connsiteY7" fmla="*/ 2983833 h 9144000"/>
                <a:gd name="connsiteX8" fmla="*/ 0 w 4855912"/>
                <a:gd name="connsiteY8" fmla="*/ 4215866 h 9144000"/>
                <a:gd name="connsiteX0" fmla="*/ 0 w 4855912"/>
                <a:gd name="connsiteY0" fmla="*/ 9143998 h 9144000"/>
                <a:gd name="connsiteX1" fmla="*/ 4855912 w 4855912"/>
                <a:gd name="connsiteY1" fmla="*/ 9143998 h 9144000"/>
                <a:gd name="connsiteX2" fmla="*/ 4855912 w 4855912"/>
                <a:gd name="connsiteY2" fmla="*/ 9144000 h 9144000"/>
                <a:gd name="connsiteX3" fmla="*/ 0 w 4855912"/>
                <a:gd name="connsiteY3" fmla="*/ 9144000 h 9144000"/>
                <a:gd name="connsiteX4" fmla="*/ 0 w 4855912"/>
                <a:gd name="connsiteY4" fmla="*/ 9143998 h 9144000"/>
                <a:gd name="connsiteX5" fmla="*/ 0 w 4855912"/>
                <a:gd name="connsiteY5" fmla="*/ 794048 h 9144000"/>
                <a:gd name="connsiteX6" fmla="*/ 4855912 w 4855912"/>
                <a:gd name="connsiteY6" fmla="*/ 0 h 9144000"/>
                <a:gd name="connsiteX7" fmla="*/ 4855912 w 4855912"/>
                <a:gd name="connsiteY7" fmla="*/ 4215866 h 9144000"/>
                <a:gd name="connsiteX8" fmla="*/ 2427956 w 4855912"/>
                <a:gd name="connsiteY8" fmla="*/ 2983833 h 9144000"/>
                <a:gd name="connsiteX9" fmla="*/ 0 w 4855912"/>
                <a:gd name="connsiteY9" fmla="*/ 4215866 h 9144000"/>
                <a:gd name="connsiteX10" fmla="*/ 0 w 4855912"/>
                <a:gd name="connsiteY10" fmla="*/ 794048 h 9144000"/>
                <a:gd name="connsiteX0" fmla="*/ 0 w 4855912"/>
                <a:gd name="connsiteY0" fmla="*/ 8366845 h 8366847"/>
                <a:gd name="connsiteX1" fmla="*/ 4855912 w 4855912"/>
                <a:gd name="connsiteY1" fmla="*/ 8366845 h 8366847"/>
                <a:gd name="connsiteX2" fmla="*/ 4855912 w 4855912"/>
                <a:gd name="connsiteY2" fmla="*/ 8366847 h 8366847"/>
                <a:gd name="connsiteX3" fmla="*/ 0 w 4855912"/>
                <a:gd name="connsiteY3" fmla="*/ 8366847 h 8366847"/>
                <a:gd name="connsiteX4" fmla="*/ 0 w 4855912"/>
                <a:gd name="connsiteY4" fmla="*/ 8366845 h 8366847"/>
                <a:gd name="connsiteX5" fmla="*/ 0 w 4855912"/>
                <a:gd name="connsiteY5" fmla="*/ 16895 h 8366847"/>
                <a:gd name="connsiteX6" fmla="*/ 4839134 w 4855912"/>
                <a:gd name="connsiteY6" fmla="*/ 0 h 8366847"/>
                <a:gd name="connsiteX7" fmla="*/ 4855912 w 4855912"/>
                <a:gd name="connsiteY7" fmla="*/ 3438713 h 8366847"/>
                <a:gd name="connsiteX8" fmla="*/ 2427956 w 4855912"/>
                <a:gd name="connsiteY8" fmla="*/ 2206680 h 8366847"/>
                <a:gd name="connsiteX9" fmla="*/ 0 w 4855912"/>
                <a:gd name="connsiteY9" fmla="*/ 3438713 h 8366847"/>
                <a:gd name="connsiteX10" fmla="*/ 0 w 4855912"/>
                <a:gd name="connsiteY10" fmla="*/ 16895 h 8366847"/>
                <a:gd name="connsiteX0" fmla="*/ 0 w 4857526"/>
                <a:gd name="connsiteY0" fmla="*/ 8349950 h 8349952"/>
                <a:gd name="connsiteX1" fmla="*/ 4855912 w 4857526"/>
                <a:gd name="connsiteY1" fmla="*/ 8349950 h 8349952"/>
                <a:gd name="connsiteX2" fmla="*/ 4855912 w 4857526"/>
                <a:gd name="connsiteY2" fmla="*/ 8349952 h 8349952"/>
                <a:gd name="connsiteX3" fmla="*/ 0 w 4857526"/>
                <a:gd name="connsiteY3" fmla="*/ 8349952 h 8349952"/>
                <a:gd name="connsiteX4" fmla="*/ 0 w 4857526"/>
                <a:gd name="connsiteY4" fmla="*/ 8349950 h 8349952"/>
                <a:gd name="connsiteX5" fmla="*/ 0 w 4857526"/>
                <a:gd name="connsiteY5" fmla="*/ 0 h 8349952"/>
                <a:gd name="connsiteX6" fmla="*/ 4855912 w 4857526"/>
                <a:gd name="connsiteY6" fmla="*/ 0 h 8349952"/>
                <a:gd name="connsiteX7" fmla="*/ 4855912 w 4857526"/>
                <a:gd name="connsiteY7" fmla="*/ 3421818 h 8349952"/>
                <a:gd name="connsiteX8" fmla="*/ 2427956 w 4857526"/>
                <a:gd name="connsiteY8" fmla="*/ 2189785 h 8349952"/>
                <a:gd name="connsiteX9" fmla="*/ 0 w 4857526"/>
                <a:gd name="connsiteY9" fmla="*/ 3421818 h 8349952"/>
                <a:gd name="connsiteX10" fmla="*/ 0 w 4857526"/>
                <a:gd name="connsiteY10" fmla="*/ 0 h 83499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857526" h="8349952">
                  <a:moveTo>
                    <a:pt x="0" y="8349950"/>
                  </a:moveTo>
                  <a:lnTo>
                    <a:pt x="4855912" y="8349950"/>
                  </a:lnTo>
                  <a:lnTo>
                    <a:pt x="4855912" y="8349952"/>
                  </a:lnTo>
                  <a:lnTo>
                    <a:pt x="0" y="8349952"/>
                  </a:lnTo>
                  <a:lnTo>
                    <a:pt x="0" y="8349950"/>
                  </a:lnTo>
                  <a:close/>
                  <a:moveTo>
                    <a:pt x="0" y="0"/>
                  </a:moveTo>
                  <a:lnTo>
                    <a:pt x="4855912" y="0"/>
                  </a:lnTo>
                  <a:cubicBezTo>
                    <a:pt x="4861505" y="1146238"/>
                    <a:pt x="4850319" y="2275580"/>
                    <a:pt x="4855912" y="3421818"/>
                  </a:cubicBezTo>
                  <a:lnTo>
                    <a:pt x="2427956" y="2189785"/>
                  </a:lnTo>
                  <a:lnTo>
                    <a:pt x="0" y="342181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TextBox 15">
              <a:extLst>
                <a:ext uri="{FF2B5EF4-FFF2-40B4-BE49-F238E27FC236}">
                  <a16:creationId xmlns:a16="http://schemas.microsoft.com/office/drawing/2014/main" id="{758C2988-077F-715B-4765-2E7B0D4C1F34}"/>
                </a:ext>
              </a:extLst>
            </p:cNvPr>
            <p:cNvSpPr txBox="1"/>
            <p:nvPr/>
          </p:nvSpPr>
          <p:spPr>
            <a:xfrm>
              <a:off x="9112677" y="5122633"/>
              <a:ext cx="1892974" cy="400110"/>
            </a:xfrm>
            <a:prstGeom prst="rect">
              <a:avLst/>
            </a:prstGeom>
            <a:noFill/>
          </p:spPr>
          <p:txBody>
            <a:bodyPr wrap="square" rtlCol="0">
              <a:spAutoFit/>
            </a:bodyPr>
            <a:lstStyle/>
            <a:p>
              <a:pPr algn="ctr"/>
              <a:r>
                <a:rPr lang="en-GB" sz="2000" b="1">
                  <a:latin typeface="Open Sans" panose="020B0606030504020204" pitchFamily="34" charset="0"/>
                  <a:ea typeface="Open Sans" panose="020B0606030504020204" pitchFamily="34" charset="0"/>
                  <a:cs typeface="Open Sans" panose="020B0606030504020204" pitchFamily="34" charset="0"/>
                </a:rPr>
                <a:t>£</a:t>
              </a:r>
              <a:r>
                <a:rPr lang="tr-TR" sz="2000" b="1">
                  <a:latin typeface="Open Sans" panose="020B0606030504020204" pitchFamily="34" charset="0"/>
                  <a:ea typeface="Open Sans" panose="020B0606030504020204" pitchFamily="34" charset="0"/>
                  <a:cs typeface="Open Sans" panose="020B0606030504020204" pitchFamily="34" charset="0"/>
                </a:rPr>
                <a:t>valoem</a:t>
              </a:r>
              <a:r>
                <a:rPr lang="en-GB" sz="2000">
                  <a:solidFill>
                    <a:schemeClr val="accent2"/>
                  </a:solidFill>
                  <a:latin typeface="Open Sans" panose="020B0606030504020204" pitchFamily="34" charset="0"/>
                  <a:ea typeface="Open Sans" panose="020B0606030504020204" pitchFamily="34" charset="0"/>
                  <a:cs typeface="Open Sans" panose="020B0606030504020204" pitchFamily="34" charset="0"/>
                </a:rPr>
                <a:t> </a:t>
              </a:r>
              <a:r>
                <a:rPr lang="en-GB" sz="800">
                  <a:latin typeface="Open Sans" panose="020B0606030504020204" pitchFamily="34" charset="0"/>
                  <a:ea typeface="Open Sans" panose="020B0606030504020204" pitchFamily="34" charset="0"/>
                  <a:cs typeface="Open Sans" panose="020B0606030504020204" pitchFamily="34" charset="0"/>
                </a:rPr>
                <a:t>annually</a:t>
              </a:r>
              <a:endParaRPr lang="en-GB" sz="800" dirty="0">
                <a:latin typeface="Open Sans" panose="020B0606030504020204" pitchFamily="34" charset="0"/>
                <a:ea typeface="Open Sans" panose="020B0606030504020204" pitchFamily="34" charset="0"/>
                <a:cs typeface="Open Sans" panose="020B0606030504020204" pitchFamily="34" charset="0"/>
              </a:endParaRPr>
            </a:p>
          </p:txBody>
        </p:sp>
      </p:grpSp>
      <p:sp>
        <p:nvSpPr>
          <p:cNvPr id="22" name="TextBox 19">
            <a:extLst>
              <a:ext uri="{FF2B5EF4-FFF2-40B4-BE49-F238E27FC236}">
                <a16:creationId xmlns:a16="http://schemas.microsoft.com/office/drawing/2014/main" id="{D8F7451D-A751-0E2A-B63C-6261BD87094A}"/>
              </a:ext>
            </a:extLst>
          </p:cNvPr>
          <p:cNvSpPr txBox="1"/>
          <p:nvPr/>
        </p:nvSpPr>
        <p:spPr>
          <a:xfrm>
            <a:off x="664160" y="1082022"/>
            <a:ext cx="10364338" cy="461665"/>
          </a:xfrm>
          <a:prstGeom prst="rect">
            <a:avLst/>
          </a:prstGeom>
          <a:noFill/>
        </p:spPr>
        <p:txBody>
          <a:bodyPr wrap="square" rtlCol="0">
            <a:spAutoFit/>
          </a:bodyPr>
          <a:lstStyle>
            <a:defPPr>
              <a:defRPr lang="en-US"/>
            </a:defPPr>
            <a:lvl1pPr>
              <a:defRPr sz="1200">
                <a:solidFill>
                  <a:srgbClr val="25252C"/>
                </a:solidFill>
                <a:highlight>
                  <a:srgbClr val="FFFFFF"/>
                </a:highlight>
                <a:latin typeface="+mj-lt"/>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dirty="0"/>
              <a:t>Detailed below are the potential total estimated costs of your processes, for example, if it is taking your team five hours a week to produce business reports or manage queries, the below figures highlight the total current process cost to your business</a:t>
            </a:r>
          </a:p>
        </p:txBody>
      </p:sp>
      <p:sp>
        <p:nvSpPr>
          <p:cNvPr id="23" name="Title 2">
            <a:extLst>
              <a:ext uri="{FF2B5EF4-FFF2-40B4-BE49-F238E27FC236}">
                <a16:creationId xmlns:a16="http://schemas.microsoft.com/office/drawing/2014/main" id="{06FB28EA-CF45-D938-2C6C-AB3737DC595B}"/>
              </a:ext>
            </a:extLst>
          </p:cNvPr>
          <p:cNvSpPr>
            <a:spLocks noGrp="1"/>
          </p:cNvSpPr>
          <p:nvPr>
            <p:ph type="title"/>
          </p:nvPr>
        </p:nvSpPr>
        <p:spPr>
          <a:xfrm>
            <a:off x="706477" y="361493"/>
            <a:ext cx="10801349" cy="388773"/>
          </a:xfrm>
        </p:spPr>
        <p:txBody>
          <a:bodyPr>
            <a:normAutofit/>
          </a:bodyPr>
          <a:lstStyle/>
          <a:p>
            <a:r>
              <a:rPr lang="en-GB" sz="2800" dirty="0">
                <a:ea typeface="Open Sans" panose="020B0606030504020204" pitchFamily="34" charset="0"/>
                <a:cs typeface="Open Sans" panose="020B0606030504020204" pitchFamily="34" charset="0"/>
              </a:rPr>
              <a:t>The estimated cost of your current processes</a:t>
            </a:r>
            <a:endParaRPr lang="en-GB" dirty="0"/>
          </a:p>
        </p:txBody>
      </p:sp>
      <p:sp>
        <p:nvSpPr>
          <p:cNvPr id="24" name="TextBox 73">
            <a:extLst>
              <a:ext uri="{FF2B5EF4-FFF2-40B4-BE49-F238E27FC236}">
                <a16:creationId xmlns:a16="http://schemas.microsoft.com/office/drawing/2014/main" id="{023FDFFD-3710-7D11-DACA-ADAF9792D0F1}"/>
              </a:ext>
            </a:extLst>
          </p:cNvPr>
          <p:cNvSpPr txBox="1"/>
          <p:nvPr/>
        </p:nvSpPr>
        <p:spPr>
          <a:xfrm>
            <a:off x="635504" y="823804"/>
            <a:ext cx="2297326" cy="200055"/>
          </a:xfrm>
          <a:prstGeom prst="rect">
            <a:avLst/>
          </a:prstGeom>
          <a:noFill/>
        </p:spPr>
        <p:txBody>
          <a:bodyPr wrap="square" rtlCol="0">
            <a:spAutoFit/>
          </a:bodyPr>
          <a:lstStyle/>
          <a:p>
            <a:r>
              <a:rPr lang="en-GB" sz="70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25" name="TextBox 14">
            <a:extLst>
              <a:ext uri="{FF2B5EF4-FFF2-40B4-BE49-F238E27FC236}">
                <a16:creationId xmlns:a16="http://schemas.microsoft.com/office/drawing/2014/main" id="{776566EC-7FAE-B3B2-F743-27C1415EA5F3}"/>
              </a:ext>
            </a:extLst>
          </p:cNvPr>
          <p:cNvSpPr txBox="1"/>
          <p:nvPr/>
        </p:nvSpPr>
        <p:spPr>
          <a:xfrm>
            <a:off x="9170567" y="435135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processes could be costing you</a:t>
            </a:r>
          </a:p>
        </p:txBody>
      </p:sp>
      <p:sp>
        <p:nvSpPr>
          <p:cNvPr id="26" name="TextBox 60">
            <a:extLst>
              <a:ext uri="{FF2B5EF4-FFF2-40B4-BE49-F238E27FC236}">
                <a16:creationId xmlns:a16="http://schemas.microsoft.com/office/drawing/2014/main" id="{F4BCE3FB-686F-0FD6-E194-F2A1CAE44085}"/>
              </a:ext>
            </a:extLst>
          </p:cNvPr>
          <p:cNvSpPr txBox="1"/>
          <p:nvPr/>
        </p:nvSpPr>
        <p:spPr>
          <a:xfrm>
            <a:off x="666366" y="4383297"/>
            <a:ext cx="1873758"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processes could be costing you</a:t>
            </a:r>
          </a:p>
        </p:txBody>
      </p:sp>
      <p:sp>
        <p:nvSpPr>
          <p:cNvPr id="27" name="TextBox 62">
            <a:extLst>
              <a:ext uri="{FF2B5EF4-FFF2-40B4-BE49-F238E27FC236}">
                <a16:creationId xmlns:a16="http://schemas.microsoft.com/office/drawing/2014/main" id="{7915F732-B2E2-C023-BD1C-AE94F5F5C002}"/>
              </a:ext>
            </a:extLst>
          </p:cNvPr>
          <p:cNvSpPr txBox="1"/>
          <p:nvPr/>
        </p:nvSpPr>
        <p:spPr>
          <a:xfrm>
            <a:off x="2798427" y="4372605"/>
            <a:ext cx="1869690"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processes could be costing you</a:t>
            </a:r>
          </a:p>
        </p:txBody>
      </p:sp>
      <p:sp>
        <p:nvSpPr>
          <p:cNvPr id="28" name="TextBox 64">
            <a:extLst>
              <a:ext uri="{FF2B5EF4-FFF2-40B4-BE49-F238E27FC236}">
                <a16:creationId xmlns:a16="http://schemas.microsoft.com/office/drawing/2014/main" id="{AD7BA928-6A54-180F-86DF-3C69E0DD5A14}"/>
              </a:ext>
            </a:extLst>
          </p:cNvPr>
          <p:cNvSpPr txBox="1"/>
          <p:nvPr/>
        </p:nvSpPr>
        <p:spPr>
          <a:xfrm>
            <a:off x="4915044" y="436518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processes could be costing you</a:t>
            </a:r>
          </a:p>
        </p:txBody>
      </p:sp>
      <p:sp>
        <p:nvSpPr>
          <p:cNvPr id="29" name="TextBox 7">
            <a:extLst>
              <a:ext uri="{FF2B5EF4-FFF2-40B4-BE49-F238E27FC236}">
                <a16:creationId xmlns:a16="http://schemas.microsoft.com/office/drawing/2014/main" id="{115788F9-ECB9-54C0-C5DE-84D60A18127D}"/>
              </a:ext>
            </a:extLst>
          </p:cNvPr>
          <p:cNvSpPr txBox="1"/>
          <p:nvPr/>
        </p:nvSpPr>
        <p:spPr>
          <a:xfrm>
            <a:off x="7029395" y="4365181"/>
            <a:ext cx="1914319" cy="477951"/>
          </a:xfrm>
          <a:prstGeom prst="rect">
            <a:avLst/>
          </a:prstGeom>
          <a:noFill/>
        </p:spPr>
        <p:txBody>
          <a:bodyPr wrap="square" rtlCol="0">
            <a:spAutoFit/>
          </a:bodyPr>
          <a:lstStyle/>
          <a:p>
            <a:pPr algn="ctr">
              <a:lnSpc>
                <a:spcPct val="107000"/>
              </a:lnSpc>
              <a:spcAft>
                <a:spcPts val="800"/>
              </a:spcAft>
            </a:pPr>
            <a:r>
              <a:rPr lang="en-GB" sz="1200" dirty="0">
                <a:solidFill>
                  <a:schemeClr val="bg1"/>
                </a:solidFill>
                <a:latin typeface="Open Sans" panose="020B0606030504020204" pitchFamily="34" charset="0"/>
                <a:ea typeface="Open Sans" panose="020B0606030504020204" pitchFamily="34" charset="0"/>
                <a:cs typeface="Open Sans" panose="020B0606030504020204" pitchFamily="34" charset="0"/>
              </a:rPr>
              <a:t>Inefficient processes could be costing you</a:t>
            </a:r>
          </a:p>
        </p:txBody>
      </p:sp>
    </p:spTree>
    <p:extLst>
      <p:ext uri="{BB962C8B-B14F-4D97-AF65-F5344CB8AC3E}">
        <p14:creationId xmlns:p14="http://schemas.microsoft.com/office/powerpoint/2010/main" val="6539043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6</a:t>
            </a:fld>
            <a:endParaRPr lang="en-US"/>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dirty="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5" name="Text Placeholder 3">
            <a:extLst>
              <a:ext uri="{FF2B5EF4-FFF2-40B4-BE49-F238E27FC236}">
                <a16:creationId xmlns:a16="http://schemas.microsoft.com/office/drawing/2014/main" id="{7F81EBE2-7AFB-D001-79A4-902951872C31}"/>
              </a:ext>
            </a:extLst>
          </p:cNvPr>
          <p:cNvSpPr txBox="1">
            <a:spLocks/>
          </p:cNvSpPr>
          <p:nvPr/>
        </p:nvSpPr>
        <p:spPr>
          <a:xfrm>
            <a:off x="1409838" y="3311277"/>
            <a:ext cx="3544235" cy="647919"/>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lgn="ctr">
              <a:spcAft>
                <a:spcPts val="800"/>
              </a:spcAft>
              <a:buFont typeface="Arial" panose="020B0604020202020204" pitchFamily="34" charset="0"/>
              <a:buNone/>
            </a:pPr>
            <a:r>
              <a:rPr lang="tr-TR" sz="3600" dirty="0">
                <a:solidFill>
                  <a:srgbClr val="FF5A1F"/>
                </a:solidFill>
                <a:latin typeface="+mj-lt"/>
                <a:ea typeface="Open Sans"/>
                <a:cs typeface="Open Sans"/>
              </a:rPr>
              <a:t>£ </a:t>
            </a:r>
            <a:r>
              <a:rPr lang="tr-TR" sz="3600" dirty="0" err="1">
                <a:solidFill>
                  <a:srgbClr val="FF5A1F"/>
                </a:solidFill>
                <a:latin typeface="+mj-lt"/>
                <a:ea typeface="Open Sans"/>
                <a:cs typeface="Open Sans"/>
              </a:rPr>
              <a:t>totalcostval</a:t>
            </a:r>
            <a:r>
              <a:rPr lang="tr-TR" sz="3600" dirty="0">
                <a:solidFill>
                  <a:srgbClr val="FF5A1F"/>
                </a:solidFill>
                <a:latin typeface="+mj-lt"/>
                <a:ea typeface="Open Sans"/>
                <a:cs typeface="Open Sans"/>
              </a:rPr>
              <a:t> </a:t>
            </a:r>
            <a:endParaRPr lang="en-GB" sz="3600" dirty="0">
              <a:solidFill>
                <a:srgbClr val="FF5A1F"/>
              </a:solidFill>
              <a:latin typeface="+mj-lt"/>
              <a:ea typeface="Open Sans"/>
              <a:cs typeface="Open Sans"/>
            </a:endParaRPr>
          </a:p>
        </p:txBody>
      </p:sp>
      <p:graphicFrame>
        <p:nvGraphicFramePr>
          <p:cNvPr id="19" name="Chart 9">
            <a:extLst>
              <a:ext uri="{FF2B5EF4-FFF2-40B4-BE49-F238E27FC236}">
                <a16:creationId xmlns:a16="http://schemas.microsoft.com/office/drawing/2014/main" id="{CB2957A3-C29F-EA0C-D4F9-6E1774FD7D32}"/>
              </a:ext>
            </a:extLst>
          </p:cNvPr>
          <p:cNvGraphicFramePr>
            <a:graphicFrameLocks/>
          </p:cNvGraphicFramePr>
          <p:nvPr>
            <p:extLst>
              <p:ext uri="{D42A27DB-BD31-4B8C-83A1-F6EECF244321}">
                <p14:modId xmlns:p14="http://schemas.microsoft.com/office/powerpoint/2010/main" val="2751407955"/>
              </p:ext>
            </p:extLst>
          </p:nvPr>
        </p:nvGraphicFramePr>
        <p:xfrm>
          <a:off x="695326" y="1392132"/>
          <a:ext cx="4987017" cy="4890682"/>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6">
            <a:extLst>
              <a:ext uri="{FF2B5EF4-FFF2-40B4-BE49-F238E27FC236}">
                <a16:creationId xmlns:a16="http://schemas.microsoft.com/office/drawing/2014/main" id="{2C272AF8-2197-51B5-CD77-5ABC943D88DB}"/>
              </a:ext>
            </a:extLst>
          </p:cNvPr>
          <p:cNvSpPr txBox="1"/>
          <p:nvPr/>
        </p:nvSpPr>
        <p:spPr>
          <a:xfrm>
            <a:off x="2070000" y="2833200"/>
            <a:ext cx="2237726" cy="58477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GB" sz="3200" dirty="0">
                <a:solidFill>
                  <a:schemeClr val="tx1">
                    <a:lumMod val="50000"/>
                    <a:lumOff val="50000"/>
                  </a:schemeClr>
                </a:solidFill>
                <a:ea typeface="Open Sans" panose="020B0606030504020204" pitchFamily="34" charset="0"/>
                <a:cs typeface="Open Sans" panose="020B0606030504020204" pitchFamily="34" charset="0"/>
              </a:rPr>
              <a:t>Save</a:t>
            </a:r>
          </a:p>
        </p:txBody>
      </p:sp>
      <p:sp>
        <p:nvSpPr>
          <p:cNvPr id="20" name="TextBox 5">
            <a:extLst>
              <a:ext uri="{FF2B5EF4-FFF2-40B4-BE49-F238E27FC236}">
                <a16:creationId xmlns:a16="http://schemas.microsoft.com/office/drawing/2014/main" id="{E98D4C97-5354-D2A4-0E9C-B113753AE082}"/>
              </a:ext>
            </a:extLst>
          </p:cNvPr>
          <p:cNvSpPr txBox="1"/>
          <p:nvPr/>
        </p:nvSpPr>
        <p:spPr>
          <a:xfrm>
            <a:off x="2178000" y="3880800"/>
            <a:ext cx="2237726" cy="261610"/>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100" dirty="0">
                <a:solidFill>
                  <a:schemeClr val="tx1">
                    <a:lumMod val="50000"/>
                    <a:lumOff val="50000"/>
                  </a:schemeClr>
                </a:solidFill>
                <a:ea typeface="Open Sans" panose="020B0606030504020204" pitchFamily="34" charset="0"/>
                <a:cs typeface="Open Sans" panose="020B0606030504020204" pitchFamily="34" charset="0"/>
              </a:rPr>
              <a:t>across the term of the contract</a:t>
            </a:r>
          </a:p>
        </p:txBody>
      </p:sp>
      <p:sp>
        <p:nvSpPr>
          <p:cNvPr id="25" name="Title 2">
            <a:extLst>
              <a:ext uri="{FF2B5EF4-FFF2-40B4-BE49-F238E27FC236}">
                <a16:creationId xmlns:a16="http://schemas.microsoft.com/office/drawing/2014/main" id="{DFF31CD9-EFB0-7309-DF66-BAC888141A00}"/>
              </a:ext>
            </a:extLst>
          </p:cNvPr>
          <p:cNvSpPr>
            <a:spLocks noGrp="1"/>
          </p:cNvSpPr>
          <p:nvPr>
            <p:ph type="title"/>
          </p:nvPr>
        </p:nvSpPr>
        <p:spPr>
          <a:xfrm>
            <a:off x="694800" y="428400"/>
            <a:ext cx="10801349" cy="388773"/>
          </a:xfrm>
        </p:spPr>
        <p:txBody>
          <a:bodyPr>
            <a:normAutofit/>
          </a:bodyPr>
          <a:lstStyle/>
          <a:p>
            <a:r>
              <a:rPr lang="en-GB" dirty="0">
                <a:solidFill>
                  <a:srgbClr val="25252C"/>
                </a:solidFill>
                <a:latin typeface="Montserrat SemiBold"/>
              </a:rPr>
              <a:t>Estimated savings and benefits from our solution</a:t>
            </a:r>
            <a:endParaRPr lang="en-GB" dirty="0"/>
          </a:p>
        </p:txBody>
      </p:sp>
      <p:sp>
        <p:nvSpPr>
          <p:cNvPr id="26" name="TextBox 4">
            <a:extLst>
              <a:ext uri="{FF2B5EF4-FFF2-40B4-BE49-F238E27FC236}">
                <a16:creationId xmlns:a16="http://schemas.microsoft.com/office/drawing/2014/main" id="{1AC042D4-08C0-C6D6-0AA9-2DD718B00C97}"/>
              </a:ext>
            </a:extLst>
          </p:cNvPr>
          <p:cNvSpPr txBox="1"/>
          <p:nvPr/>
        </p:nvSpPr>
        <p:spPr>
          <a:xfrm>
            <a:off x="6176844" y="1144452"/>
            <a:ext cx="5319832" cy="461665"/>
          </a:xfrm>
          <a:prstGeom prst="rect">
            <a:avLst/>
          </a:prstGeom>
          <a:noFill/>
        </p:spPr>
        <p:txBody>
          <a:bodyPr wrap="square" rtlCol="0">
            <a:sp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1200" dirty="0">
                <a:solidFill>
                  <a:srgbClr val="25252C"/>
                </a:solidFill>
                <a:highlight>
                  <a:srgbClr val="FFFFFF"/>
                </a:highlight>
                <a:latin typeface="+mj-lt"/>
              </a:rPr>
              <a:t>If you purchase our systems and deploy our software, your revenue could grow in the following areas</a:t>
            </a:r>
          </a:p>
        </p:txBody>
      </p:sp>
      <p:grpSp>
        <p:nvGrpSpPr>
          <p:cNvPr id="27" name="Grup 26">
            <a:extLst>
              <a:ext uri="{FF2B5EF4-FFF2-40B4-BE49-F238E27FC236}">
                <a16:creationId xmlns:a16="http://schemas.microsoft.com/office/drawing/2014/main" id="{FAEA58D2-7BAF-A4C4-3FBF-40D7532FD41C}"/>
              </a:ext>
            </a:extLst>
          </p:cNvPr>
          <p:cNvGrpSpPr/>
          <p:nvPr/>
        </p:nvGrpSpPr>
        <p:grpSpPr>
          <a:xfrm>
            <a:off x="8821682" y="5463229"/>
            <a:ext cx="2644839" cy="417662"/>
            <a:chOff x="6172590" y="1840342"/>
            <a:chExt cx="2644839" cy="417662"/>
          </a:xfrm>
        </p:grpSpPr>
        <p:sp>
          <p:nvSpPr>
            <p:cNvPr id="28" name="Metin kutusu 27">
              <a:extLst>
                <a:ext uri="{FF2B5EF4-FFF2-40B4-BE49-F238E27FC236}">
                  <a16:creationId xmlns:a16="http://schemas.microsoft.com/office/drawing/2014/main" id="{7911E554-127C-0AD4-B904-533B1D5A146C}"/>
                </a:ext>
              </a:extLst>
            </p:cNvPr>
            <p:cNvSpPr txBox="1"/>
            <p:nvPr/>
          </p:nvSpPr>
          <p:spPr>
            <a:xfrm>
              <a:off x="6172590" y="1840342"/>
              <a:ext cx="991377" cy="307777"/>
            </a:xfrm>
            <a:prstGeom prst="rect">
              <a:avLst/>
            </a:prstGeom>
            <a:noFill/>
          </p:spPr>
          <p:txBody>
            <a:bodyPr wrap="square">
              <a:spAutoFit/>
            </a:bodyPr>
            <a:lstStyle/>
            <a:p>
              <a:r>
                <a:rPr lang="tr-TR" sz="1200" b="1" i="0" dirty="0">
                  <a:solidFill>
                    <a:srgbClr val="A4A4B2"/>
                  </a:solidFill>
                  <a:effectLst/>
                  <a:highlight>
                    <a:srgbClr val="FFFFFF"/>
                  </a:highlight>
                  <a:latin typeface="Montserrat SemiBold" panose="00000700000000000000" pitchFamily="2" charset="0"/>
                </a:rPr>
                <a:t>per1x</a:t>
              </a:r>
              <a:r>
                <a:rPr lang="tr-TR" sz="1400" b="1" i="0" dirty="0">
                  <a:solidFill>
                    <a:srgbClr val="A4A4B2"/>
                  </a:solidFill>
                  <a:effectLst/>
                  <a:highlight>
                    <a:srgbClr val="FFFFFF"/>
                  </a:highlight>
                  <a:latin typeface="Montserrat SemiBold" panose="00000700000000000000" pitchFamily="2" charset="0"/>
                </a:rPr>
                <a:t>%</a:t>
              </a:r>
              <a:endParaRPr lang="tr-TR" sz="1400" dirty="0">
                <a:latin typeface="Montserrat SemiBold" panose="00000700000000000000" pitchFamily="2" charset="0"/>
              </a:endParaRPr>
            </a:p>
          </p:txBody>
        </p:sp>
        <p:sp>
          <p:nvSpPr>
            <p:cNvPr id="29" name="Metin kutusu 28">
              <a:extLst>
                <a:ext uri="{FF2B5EF4-FFF2-40B4-BE49-F238E27FC236}">
                  <a16:creationId xmlns:a16="http://schemas.microsoft.com/office/drawing/2014/main" id="{A17DDD29-6176-9FF3-79B6-7512FE586597}"/>
                </a:ext>
              </a:extLst>
            </p:cNvPr>
            <p:cNvSpPr txBox="1"/>
            <p:nvPr/>
          </p:nvSpPr>
          <p:spPr>
            <a:xfrm>
              <a:off x="6846728" y="1870822"/>
              <a:ext cx="1970701" cy="276999"/>
            </a:xfrm>
            <a:prstGeom prst="rect">
              <a:avLst/>
            </a:prstGeom>
            <a:noFill/>
          </p:spPr>
          <p:txBody>
            <a:bodyPr wrap="square">
              <a:spAutoFit/>
            </a:bodyPr>
            <a:lstStyle/>
            <a:p>
              <a:r>
                <a:rPr lang="tr-TR" sz="1200" b="0" i="0">
                  <a:solidFill>
                    <a:srgbClr val="25252C"/>
                  </a:solidFill>
                  <a:effectLst/>
                  <a:highlight>
                    <a:srgbClr val="FFFFFF"/>
                  </a:highlight>
                  <a:latin typeface="+mj-lt"/>
                </a:rPr>
                <a:t>IT fınance systems</a:t>
              </a:r>
              <a:endParaRPr lang="tr-TR" sz="1200">
                <a:latin typeface="+mj-lt"/>
              </a:endParaRPr>
            </a:p>
          </p:txBody>
        </p:sp>
        <p:cxnSp>
          <p:nvCxnSpPr>
            <p:cNvPr id="30" name="Düz Bağlayıcı 29">
              <a:extLst>
                <a:ext uri="{FF2B5EF4-FFF2-40B4-BE49-F238E27FC236}">
                  <a16:creationId xmlns:a16="http://schemas.microsoft.com/office/drawing/2014/main" id="{42047237-6464-6B7E-FB30-65A323F1C99E}"/>
                </a:ext>
              </a:extLst>
            </p:cNvPr>
            <p:cNvCxnSpPr>
              <a:cxnSpLocks/>
            </p:cNvCxnSpPr>
            <p:nvPr/>
          </p:nvCxnSpPr>
          <p:spPr>
            <a:xfrm>
              <a:off x="6279502" y="2258004"/>
              <a:ext cx="2304661" cy="0"/>
            </a:xfrm>
            <a:prstGeom prst="line">
              <a:avLst/>
            </a:prstGeom>
          </p:spPr>
          <p:style>
            <a:lnRef idx="1">
              <a:schemeClr val="dk1"/>
            </a:lnRef>
            <a:fillRef idx="0">
              <a:schemeClr val="dk1"/>
            </a:fillRef>
            <a:effectRef idx="0">
              <a:schemeClr val="dk1"/>
            </a:effectRef>
            <a:fontRef idx="minor">
              <a:schemeClr val="tx1"/>
            </a:fontRef>
          </p:style>
        </p:cxnSp>
      </p:grpSp>
      <p:grpSp>
        <p:nvGrpSpPr>
          <p:cNvPr id="31" name="Grup 30">
            <a:extLst>
              <a:ext uri="{FF2B5EF4-FFF2-40B4-BE49-F238E27FC236}">
                <a16:creationId xmlns:a16="http://schemas.microsoft.com/office/drawing/2014/main" id="{1FAB3CB9-83E3-2462-F248-DCC5CE05A9A1}"/>
              </a:ext>
            </a:extLst>
          </p:cNvPr>
          <p:cNvGrpSpPr/>
          <p:nvPr/>
        </p:nvGrpSpPr>
        <p:grpSpPr>
          <a:xfrm>
            <a:off x="6172590" y="1994549"/>
            <a:ext cx="2644839" cy="538965"/>
            <a:chOff x="6172590" y="2470186"/>
            <a:chExt cx="2644839" cy="538965"/>
          </a:xfrm>
        </p:grpSpPr>
        <p:sp>
          <p:nvSpPr>
            <p:cNvPr id="64" name="Metin kutusu 63">
              <a:extLst>
                <a:ext uri="{FF2B5EF4-FFF2-40B4-BE49-F238E27FC236}">
                  <a16:creationId xmlns:a16="http://schemas.microsoft.com/office/drawing/2014/main" id="{E308E6CF-27A1-694C-74C5-3782E7F03047}"/>
                </a:ext>
              </a:extLst>
            </p:cNvPr>
            <p:cNvSpPr txBox="1"/>
            <p:nvPr/>
          </p:nvSpPr>
          <p:spPr>
            <a:xfrm>
              <a:off x="6172590" y="2561626"/>
              <a:ext cx="991377" cy="307777"/>
            </a:xfrm>
            <a:prstGeom prst="rect">
              <a:avLst/>
            </a:prstGeom>
            <a:noFill/>
          </p:spPr>
          <p:txBody>
            <a:bodyPr wrap="square">
              <a:spAutoFit/>
            </a:bodyPr>
            <a:lstStyle/>
            <a:p>
              <a:r>
                <a:rPr lang="tr-TR" sz="1200" b="1" i="0" dirty="0">
                  <a:solidFill>
                    <a:srgbClr val="F15D23"/>
                  </a:solidFill>
                  <a:effectLst/>
                  <a:highlight>
                    <a:srgbClr val="FFFFFF"/>
                  </a:highlight>
                  <a:latin typeface="Montserrat SemiBold" panose="00000700000000000000" pitchFamily="2" charset="0"/>
                </a:rPr>
                <a:t>per2x</a:t>
              </a:r>
              <a:r>
                <a:rPr lang="tr-TR" sz="1400" b="1" i="0" dirty="0">
                  <a:solidFill>
                    <a:srgbClr val="F15D23"/>
                  </a:solidFill>
                  <a:effectLst/>
                  <a:highlight>
                    <a:srgbClr val="FFFFFF"/>
                  </a:highlight>
                  <a:latin typeface="Montserrat SemiBold" panose="00000700000000000000" pitchFamily="2" charset="0"/>
                </a:rPr>
                <a:t>%</a:t>
              </a:r>
              <a:endParaRPr lang="tr-TR" sz="1400" dirty="0">
                <a:solidFill>
                  <a:srgbClr val="F15D23"/>
                </a:solidFill>
                <a:latin typeface="Montserrat SemiBold" panose="00000700000000000000" pitchFamily="2" charset="0"/>
              </a:endParaRPr>
            </a:p>
          </p:txBody>
        </p:sp>
        <p:sp>
          <p:nvSpPr>
            <p:cNvPr id="65" name="Metin kutusu 64">
              <a:extLst>
                <a:ext uri="{FF2B5EF4-FFF2-40B4-BE49-F238E27FC236}">
                  <a16:creationId xmlns:a16="http://schemas.microsoft.com/office/drawing/2014/main" id="{7E46C588-9613-A20B-4D08-22898CF6AA2C}"/>
                </a:ext>
              </a:extLst>
            </p:cNvPr>
            <p:cNvSpPr txBox="1"/>
            <p:nvPr/>
          </p:nvSpPr>
          <p:spPr>
            <a:xfrm>
              <a:off x="6846728" y="2470186"/>
              <a:ext cx="1970701" cy="461665"/>
            </a:xfrm>
            <a:prstGeom prst="rect">
              <a:avLst/>
            </a:prstGeom>
            <a:noFill/>
          </p:spPr>
          <p:txBody>
            <a:bodyPr wrap="square">
              <a:spAutoFit/>
            </a:bodyPr>
            <a:lstStyle/>
            <a:p>
              <a:r>
                <a:rPr lang="tr-TR" sz="1200" b="0" i="0">
                  <a:solidFill>
                    <a:srgbClr val="25252C"/>
                  </a:solidFill>
                  <a:effectLst/>
                  <a:highlight>
                    <a:srgbClr val="FFFFFF"/>
                  </a:highlight>
                  <a:latin typeface="+mj-lt"/>
                </a:rPr>
                <a:t>Raısıng purchase orders</a:t>
              </a:r>
              <a:endParaRPr lang="tr-TR" sz="1200">
                <a:latin typeface="+mj-lt"/>
              </a:endParaRPr>
            </a:p>
          </p:txBody>
        </p:sp>
        <p:cxnSp>
          <p:nvCxnSpPr>
            <p:cNvPr id="66" name="Düz Bağlayıcı 65">
              <a:extLst>
                <a:ext uri="{FF2B5EF4-FFF2-40B4-BE49-F238E27FC236}">
                  <a16:creationId xmlns:a16="http://schemas.microsoft.com/office/drawing/2014/main" id="{20D4542E-C156-9B52-6F1A-85E25636A920}"/>
                </a:ext>
              </a:extLst>
            </p:cNvPr>
            <p:cNvCxnSpPr>
              <a:cxnSpLocks/>
            </p:cNvCxnSpPr>
            <p:nvPr/>
          </p:nvCxnSpPr>
          <p:spPr>
            <a:xfrm>
              <a:off x="6279501" y="3009151"/>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67" name="Grup 66">
            <a:extLst>
              <a:ext uri="{FF2B5EF4-FFF2-40B4-BE49-F238E27FC236}">
                <a16:creationId xmlns:a16="http://schemas.microsoft.com/office/drawing/2014/main" id="{7FBF819C-A770-A05B-5702-E5FD9D6AB798}"/>
              </a:ext>
            </a:extLst>
          </p:cNvPr>
          <p:cNvGrpSpPr/>
          <p:nvPr/>
        </p:nvGrpSpPr>
        <p:grpSpPr>
          <a:xfrm>
            <a:off x="8813352" y="2007131"/>
            <a:ext cx="2644839" cy="529631"/>
            <a:chOff x="6172590" y="3329543"/>
            <a:chExt cx="2644839" cy="529631"/>
          </a:xfrm>
        </p:grpSpPr>
        <p:sp>
          <p:nvSpPr>
            <p:cNvPr id="68" name="Metin kutusu 67">
              <a:extLst>
                <a:ext uri="{FF2B5EF4-FFF2-40B4-BE49-F238E27FC236}">
                  <a16:creationId xmlns:a16="http://schemas.microsoft.com/office/drawing/2014/main" id="{8838FEEC-4391-E390-2F2E-825795DE60F4}"/>
                </a:ext>
              </a:extLst>
            </p:cNvPr>
            <p:cNvSpPr txBox="1"/>
            <p:nvPr/>
          </p:nvSpPr>
          <p:spPr>
            <a:xfrm>
              <a:off x="6172590" y="3420983"/>
              <a:ext cx="991377" cy="307777"/>
            </a:xfrm>
            <a:prstGeom prst="rect">
              <a:avLst/>
            </a:prstGeom>
            <a:noFill/>
          </p:spPr>
          <p:txBody>
            <a:bodyPr wrap="square">
              <a:spAutoFit/>
            </a:bodyPr>
            <a:lstStyle/>
            <a:p>
              <a:r>
                <a:rPr lang="tr-TR" sz="1200" b="1" dirty="0">
                  <a:solidFill>
                    <a:srgbClr val="F6911E"/>
                  </a:solidFill>
                  <a:highlight>
                    <a:srgbClr val="FFFFFF"/>
                  </a:highlight>
                  <a:latin typeface="Montserrat SemiBold" panose="00000700000000000000" pitchFamily="2" charset="0"/>
                </a:rPr>
                <a:t>per3x</a:t>
              </a:r>
              <a:r>
                <a:rPr lang="tr-TR" sz="1400" b="1" i="0" dirty="0">
                  <a:solidFill>
                    <a:srgbClr val="F6911E"/>
                  </a:solidFill>
                  <a:effectLst/>
                  <a:highlight>
                    <a:srgbClr val="FFFFFF"/>
                  </a:highlight>
                  <a:latin typeface="Montserrat SemiBold" panose="00000700000000000000" pitchFamily="2" charset="0"/>
                </a:rPr>
                <a:t>%</a:t>
              </a:r>
              <a:endParaRPr lang="tr-TR" sz="1400" dirty="0">
                <a:solidFill>
                  <a:srgbClr val="F6911E"/>
                </a:solidFill>
                <a:latin typeface="Montserrat SemiBold" panose="00000700000000000000" pitchFamily="2" charset="0"/>
              </a:endParaRPr>
            </a:p>
          </p:txBody>
        </p:sp>
        <p:sp>
          <p:nvSpPr>
            <p:cNvPr id="69" name="Metin kutusu 68">
              <a:extLst>
                <a:ext uri="{FF2B5EF4-FFF2-40B4-BE49-F238E27FC236}">
                  <a16:creationId xmlns:a16="http://schemas.microsoft.com/office/drawing/2014/main" id="{C4B6A28E-92E9-0F00-6A1F-C699648B3E04}"/>
                </a:ext>
              </a:extLst>
            </p:cNvPr>
            <p:cNvSpPr txBox="1"/>
            <p:nvPr/>
          </p:nvSpPr>
          <p:spPr>
            <a:xfrm>
              <a:off x="6846728" y="3329543"/>
              <a:ext cx="1970701" cy="461665"/>
            </a:xfrm>
            <a:prstGeom prst="rect">
              <a:avLst/>
            </a:prstGeom>
            <a:noFill/>
          </p:spPr>
          <p:txBody>
            <a:bodyPr wrap="square">
              <a:spAutoFit/>
            </a:bodyPr>
            <a:lstStyle/>
            <a:p>
              <a:r>
                <a:rPr lang="tr-TR" sz="1200" b="0" i="0">
                  <a:solidFill>
                    <a:srgbClr val="25252C"/>
                  </a:solidFill>
                  <a:effectLst/>
                  <a:highlight>
                    <a:srgbClr val="FFFFFF"/>
                  </a:highlight>
                  <a:latin typeface="+mj-lt"/>
                </a:rPr>
                <a:t>Purchase order approvals</a:t>
              </a:r>
              <a:endParaRPr lang="tr-TR" sz="1200">
                <a:latin typeface="+mj-lt"/>
              </a:endParaRPr>
            </a:p>
          </p:txBody>
        </p:sp>
        <p:cxnSp>
          <p:nvCxnSpPr>
            <p:cNvPr id="70" name="Düz Bağlayıcı 69">
              <a:extLst>
                <a:ext uri="{FF2B5EF4-FFF2-40B4-BE49-F238E27FC236}">
                  <a16:creationId xmlns:a16="http://schemas.microsoft.com/office/drawing/2014/main" id="{B00151C2-66FC-8A79-CCF3-644D99A94FC2}"/>
                </a:ext>
              </a:extLst>
            </p:cNvPr>
            <p:cNvCxnSpPr>
              <a:cxnSpLocks/>
            </p:cNvCxnSpPr>
            <p:nvPr/>
          </p:nvCxnSpPr>
          <p:spPr>
            <a:xfrm>
              <a:off x="6279502" y="385917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71" name="Grup 70">
            <a:extLst>
              <a:ext uri="{FF2B5EF4-FFF2-40B4-BE49-F238E27FC236}">
                <a16:creationId xmlns:a16="http://schemas.microsoft.com/office/drawing/2014/main" id="{6ED50429-72D5-3EF9-4484-CBD1503187B0}"/>
              </a:ext>
            </a:extLst>
          </p:cNvPr>
          <p:cNvGrpSpPr/>
          <p:nvPr/>
        </p:nvGrpSpPr>
        <p:grpSpPr>
          <a:xfrm>
            <a:off x="6176843" y="5463229"/>
            <a:ext cx="2644839" cy="734900"/>
            <a:chOff x="6180613" y="4056396"/>
            <a:chExt cx="2644839" cy="734900"/>
          </a:xfrm>
        </p:grpSpPr>
        <p:sp>
          <p:nvSpPr>
            <p:cNvPr id="72" name="Metin kutusu 71">
              <a:extLst>
                <a:ext uri="{FF2B5EF4-FFF2-40B4-BE49-F238E27FC236}">
                  <a16:creationId xmlns:a16="http://schemas.microsoft.com/office/drawing/2014/main" id="{BC234FC5-79C3-39F1-FC57-52880FF0F667}"/>
                </a:ext>
              </a:extLst>
            </p:cNvPr>
            <p:cNvSpPr txBox="1"/>
            <p:nvPr/>
          </p:nvSpPr>
          <p:spPr>
            <a:xfrm>
              <a:off x="6180613" y="4208796"/>
              <a:ext cx="991377" cy="307777"/>
            </a:xfrm>
            <a:prstGeom prst="rect">
              <a:avLst/>
            </a:prstGeom>
            <a:noFill/>
          </p:spPr>
          <p:txBody>
            <a:bodyPr wrap="square">
              <a:spAutoFit/>
            </a:bodyPr>
            <a:lstStyle/>
            <a:p>
              <a:r>
                <a:rPr lang="tr-TR" sz="1200" b="1" dirty="0">
                  <a:solidFill>
                    <a:srgbClr val="2D4FB2"/>
                  </a:solidFill>
                  <a:highlight>
                    <a:srgbClr val="FFFFFF"/>
                  </a:highlight>
                  <a:latin typeface="Montserrat SemiBold" panose="00000700000000000000" pitchFamily="2" charset="0"/>
                </a:rPr>
                <a:t>per4x</a:t>
              </a:r>
              <a:r>
                <a:rPr lang="tr-TR" sz="1400" b="1" i="0" dirty="0">
                  <a:solidFill>
                    <a:srgbClr val="2D4FB2"/>
                  </a:solidFill>
                  <a:effectLst/>
                  <a:highlight>
                    <a:srgbClr val="FFFFFF"/>
                  </a:highlight>
                  <a:latin typeface="Montserrat SemiBold" panose="00000700000000000000" pitchFamily="2" charset="0"/>
                </a:rPr>
                <a:t>%</a:t>
              </a:r>
              <a:endParaRPr lang="tr-TR" sz="1400" dirty="0">
                <a:solidFill>
                  <a:srgbClr val="2D4FB2"/>
                </a:solidFill>
                <a:latin typeface="Montserrat SemiBold" panose="00000700000000000000" pitchFamily="2" charset="0"/>
              </a:endParaRPr>
            </a:p>
          </p:txBody>
        </p:sp>
        <p:sp>
          <p:nvSpPr>
            <p:cNvPr id="73" name="Metin kutusu 72">
              <a:extLst>
                <a:ext uri="{FF2B5EF4-FFF2-40B4-BE49-F238E27FC236}">
                  <a16:creationId xmlns:a16="http://schemas.microsoft.com/office/drawing/2014/main" id="{78F8CDA6-839B-FDDF-63E6-B77E836DA934}"/>
                </a:ext>
              </a:extLst>
            </p:cNvPr>
            <p:cNvSpPr txBox="1"/>
            <p:nvPr/>
          </p:nvSpPr>
          <p:spPr>
            <a:xfrm>
              <a:off x="6854751" y="4056396"/>
              <a:ext cx="1970701" cy="646331"/>
            </a:xfrm>
            <a:prstGeom prst="rect">
              <a:avLst/>
            </a:prstGeom>
            <a:noFill/>
          </p:spPr>
          <p:txBody>
            <a:bodyPr wrap="square">
              <a:spAutoFit/>
            </a:bodyPr>
            <a:lstStyle/>
            <a:p>
              <a:r>
                <a:rPr lang="tr-TR" sz="1200" b="0" i="0">
                  <a:solidFill>
                    <a:srgbClr val="25252C"/>
                  </a:solidFill>
                  <a:effectLst/>
                  <a:highlight>
                    <a:srgbClr val="FFFFFF"/>
                  </a:highlight>
                  <a:latin typeface="+mj-lt"/>
                </a:rPr>
                <a:t>Debt collectıon admınıstratıon processes</a:t>
              </a:r>
              <a:endParaRPr lang="tr-TR" sz="1200">
                <a:latin typeface="+mj-lt"/>
              </a:endParaRPr>
            </a:p>
          </p:txBody>
        </p:sp>
        <p:cxnSp>
          <p:nvCxnSpPr>
            <p:cNvPr id="75" name="Düz Bağlayıcı 74">
              <a:extLst>
                <a:ext uri="{FF2B5EF4-FFF2-40B4-BE49-F238E27FC236}">
                  <a16:creationId xmlns:a16="http://schemas.microsoft.com/office/drawing/2014/main" id="{BF2A245A-CF0E-DFE3-1173-32DC2205FA9C}"/>
                </a:ext>
              </a:extLst>
            </p:cNvPr>
            <p:cNvCxnSpPr>
              <a:cxnSpLocks/>
            </p:cNvCxnSpPr>
            <p:nvPr/>
          </p:nvCxnSpPr>
          <p:spPr>
            <a:xfrm>
              <a:off x="6287525" y="4791296"/>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76" name="Grup 75">
            <a:extLst>
              <a:ext uri="{FF2B5EF4-FFF2-40B4-BE49-F238E27FC236}">
                <a16:creationId xmlns:a16="http://schemas.microsoft.com/office/drawing/2014/main" id="{ECD3A274-7192-DD61-6B30-22BE99AE4F36}"/>
              </a:ext>
            </a:extLst>
          </p:cNvPr>
          <p:cNvGrpSpPr/>
          <p:nvPr/>
        </p:nvGrpSpPr>
        <p:grpSpPr>
          <a:xfrm>
            <a:off x="6168513" y="4696932"/>
            <a:ext cx="2644839" cy="557625"/>
            <a:chOff x="6172590" y="4943043"/>
            <a:chExt cx="2644839" cy="557625"/>
          </a:xfrm>
        </p:grpSpPr>
        <p:sp>
          <p:nvSpPr>
            <p:cNvPr id="77" name="Metin kutusu 76">
              <a:extLst>
                <a:ext uri="{FF2B5EF4-FFF2-40B4-BE49-F238E27FC236}">
                  <a16:creationId xmlns:a16="http://schemas.microsoft.com/office/drawing/2014/main" id="{D3EA0762-58CE-B193-136E-BE78E744028E}"/>
                </a:ext>
              </a:extLst>
            </p:cNvPr>
            <p:cNvSpPr txBox="1"/>
            <p:nvPr/>
          </p:nvSpPr>
          <p:spPr>
            <a:xfrm>
              <a:off x="6172590" y="5034483"/>
              <a:ext cx="991377" cy="307777"/>
            </a:xfrm>
            <a:prstGeom prst="rect">
              <a:avLst/>
            </a:prstGeom>
            <a:noFill/>
          </p:spPr>
          <p:txBody>
            <a:bodyPr wrap="square">
              <a:spAutoFit/>
            </a:bodyPr>
            <a:lstStyle/>
            <a:p>
              <a:r>
                <a:rPr lang="tr-TR" sz="1200" b="1" dirty="0">
                  <a:solidFill>
                    <a:srgbClr val="F37721"/>
                  </a:solidFill>
                  <a:highlight>
                    <a:srgbClr val="FFFFFF"/>
                  </a:highlight>
                  <a:latin typeface="Montserrat SemiBold" panose="00000700000000000000" pitchFamily="2" charset="0"/>
                </a:rPr>
                <a:t>per5x</a:t>
              </a:r>
              <a:r>
                <a:rPr lang="tr-TR" sz="1400" b="1" i="0" dirty="0">
                  <a:solidFill>
                    <a:srgbClr val="F37721"/>
                  </a:solidFill>
                  <a:effectLst/>
                  <a:highlight>
                    <a:srgbClr val="FFFFFF"/>
                  </a:highlight>
                  <a:latin typeface="Montserrat SemiBold" panose="00000700000000000000" pitchFamily="2" charset="0"/>
                </a:rPr>
                <a:t>%</a:t>
              </a:r>
              <a:endParaRPr lang="tr-TR" sz="1400" dirty="0">
                <a:solidFill>
                  <a:srgbClr val="F37721"/>
                </a:solidFill>
                <a:latin typeface="Montserrat SemiBold" panose="00000700000000000000" pitchFamily="2" charset="0"/>
              </a:endParaRPr>
            </a:p>
          </p:txBody>
        </p:sp>
        <p:sp>
          <p:nvSpPr>
            <p:cNvPr id="78" name="Metin kutusu 77">
              <a:extLst>
                <a:ext uri="{FF2B5EF4-FFF2-40B4-BE49-F238E27FC236}">
                  <a16:creationId xmlns:a16="http://schemas.microsoft.com/office/drawing/2014/main" id="{F1A11DD3-8249-1C6A-EEB2-81C0AA6D5312}"/>
                </a:ext>
              </a:extLst>
            </p:cNvPr>
            <p:cNvSpPr txBox="1"/>
            <p:nvPr/>
          </p:nvSpPr>
          <p:spPr>
            <a:xfrm>
              <a:off x="6846728" y="4943043"/>
              <a:ext cx="1970701" cy="461665"/>
            </a:xfrm>
            <a:prstGeom prst="rect">
              <a:avLst/>
            </a:prstGeom>
            <a:noFill/>
          </p:spPr>
          <p:txBody>
            <a:bodyPr wrap="square">
              <a:spAutoFit/>
            </a:bodyPr>
            <a:lstStyle/>
            <a:p>
              <a:pPr algn="l"/>
              <a:r>
                <a:rPr lang="tr-TR" sz="1200" b="0" i="0">
                  <a:solidFill>
                    <a:srgbClr val="25252C"/>
                  </a:solidFill>
                  <a:effectLst/>
                  <a:highlight>
                    <a:srgbClr val="FFFFFF"/>
                  </a:highlight>
                  <a:latin typeface="+mj-lt"/>
                </a:rPr>
                <a:t>Codıng ınvoıce processes</a:t>
              </a:r>
            </a:p>
          </p:txBody>
        </p:sp>
        <p:cxnSp>
          <p:nvCxnSpPr>
            <p:cNvPr id="79" name="Düz Bağlayıcı 78">
              <a:extLst>
                <a:ext uri="{FF2B5EF4-FFF2-40B4-BE49-F238E27FC236}">
                  <a16:creationId xmlns:a16="http://schemas.microsoft.com/office/drawing/2014/main" id="{4D76E608-64B1-380A-C731-D0D56EB8E37F}"/>
                </a:ext>
              </a:extLst>
            </p:cNvPr>
            <p:cNvCxnSpPr>
              <a:cxnSpLocks/>
            </p:cNvCxnSpPr>
            <p:nvPr/>
          </p:nvCxnSpPr>
          <p:spPr>
            <a:xfrm>
              <a:off x="6279502" y="550066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83" name="Grup 82">
            <a:extLst>
              <a:ext uri="{FF2B5EF4-FFF2-40B4-BE49-F238E27FC236}">
                <a16:creationId xmlns:a16="http://schemas.microsoft.com/office/drawing/2014/main" id="{342AF8E9-BD96-6E2C-F14B-B0D9903602B6}"/>
              </a:ext>
            </a:extLst>
          </p:cNvPr>
          <p:cNvGrpSpPr/>
          <p:nvPr/>
        </p:nvGrpSpPr>
        <p:grpSpPr>
          <a:xfrm>
            <a:off x="6168513" y="2764506"/>
            <a:ext cx="2644839" cy="697587"/>
            <a:chOff x="8817429" y="1840342"/>
            <a:chExt cx="2644839" cy="697587"/>
          </a:xfrm>
        </p:grpSpPr>
        <p:sp>
          <p:nvSpPr>
            <p:cNvPr id="87" name="Metin kutusu 86">
              <a:extLst>
                <a:ext uri="{FF2B5EF4-FFF2-40B4-BE49-F238E27FC236}">
                  <a16:creationId xmlns:a16="http://schemas.microsoft.com/office/drawing/2014/main" id="{AE2BBCFB-A275-BFC5-4042-DB2814AC2A44}"/>
                </a:ext>
              </a:extLst>
            </p:cNvPr>
            <p:cNvSpPr txBox="1"/>
            <p:nvPr/>
          </p:nvSpPr>
          <p:spPr>
            <a:xfrm>
              <a:off x="8817429" y="1982582"/>
              <a:ext cx="991377" cy="307777"/>
            </a:xfrm>
            <a:prstGeom prst="rect">
              <a:avLst/>
            </a:prstGeom>
            <a:noFill/>
          </p:spPr>
          <p:txBody>
            <a:bodyPr wrap="square">
              <a:spAutoFit/>
            </a:bodyPr>
            <a:lstStyle/>
            <a:p>
              <a:r>
                <a:rPr lang="tr-TR" sz="1200" b="1" i="0" dirty="0">
                  <a:solidFill>
                    <a:srgbClr val="616173"/>
                  </a:solidFill>
                  <a:effectLst/>
                  <a:highlight>
                    <a:srgbClr val="FFFFFF"/>
                  </a:highlight>
                  <a:latin typeface="Montserrat SemiBold" panose="00000700000000000000" pitchFamily="2" charset="0"/>
                </a:rPr>
                <a:t>per6x</a:t>
              </a:r>
              <a:r>
                <a:rPr lang="tr-TR" sz="1400" b="1" i="0" dirty="0">
                  <a:solidFill>
                    <a:srgbClr val="616173"/>
                  </a:solidFill>
                  <a:effectLst/>
                  <a:highlight>
                    <a:srgbClr val="FFFFFF"/>
                  </a:highlight>
                  <a:latin typeface="Montserrat SemiBold" panose="00000700000000000000" pitchFamily="2" charset="0"/>
                </a:rPr>
                <a:t>%</a:t>
              </a:r>
              <a:endParaRPr lang="tr-TR" sz="1400" dirty="0">
                <a:solidFill>
                  <a:srgbClr val="616173"/>
                </a:solidFill>
                <a:latin typeface="Montserrat SemiBold" panose="00000700000000000000" pitchFamily="2" charset="0"/>
              </a:endParaRPr>
            </a:p>
          </p:txBody>
        </p:sp>
        <p:sp>
          <p:nvSpPr>
            <p:cNvPr id="91" name="Metin kutusu 90">
              <a:extLst>
                <a:ext uri="{FF2B5EF4-FFF2-40B4-BE49-F238E27FC236}">
                  <a16:creationId xmlns:a16="http://schemas.microsoft.com/office/drawing/2014/main" id="{D6BE1E0D-0ADD-0D4D-F648-53062E622DF6}"/>
                </a:ext>
              </a:extLst>
            </p:cNvPr>
            <p:cNvSpPr txBox="1"/>
            <p:nvPr/>
          </p:nvSpPr>
          <p:spPr>
            <a:xfrm>
              <a:off x="9491567" y="1840342"/>
              <a:ext cx="1970701" cy="646331"/>
            </a:xfrm>
            <a:prstGeom prst="rect">
              <a:avLst/>
            </a:prstGeom>
            <a:noFill/>
          </p:spPr>
          <p:txBody>
            <a:bodyPr wrap="square">
              <a:spAutoFit/>
            </a:bodyPr>
            <a:lstStyle/>
            <a:p>
              <a:r>
                <a:rPr lang="en-US" sz="1200" b="0" i="0">
                  <a:solidFill>
                    <a:srgbClr val="25252C"/>
                  </a:solidFill>
                  <a:effectLst/>
                  <a:highlight>
                    <a:srgbClr val="FFFFFF"/>
                  </a:highlight>
                  <a:latin typeface="+mj-lt"/>
                </a:rPr>
                <a:t>Management of supplier and purchase invoices</a:t>
              </a:r>
              <a:endParaRPr lang="tr-TR" sz="1200">
                <a:latin typeface="+mj-lt"/>
              </a:endParaRPr>
            </a:p>
          </p:txBody>
        </p:sp>
        <p:cxnSp>
          <p:nvCxnSpPr>
            <p:cNvPr id="95" name="Düz Bağlayıcı 94">
              <a:extLst>
                <a:ext uri="{FF2B5EF4-FFF2-40B4-BE49-F238E27FC236}">
                  <a16:creationId xmlns:a16="http://schemas.microsoft.com/office/drawing/2014/main" id="{FBD2E8F2-F4D2-3572-043F-3F159FADC069}"/>
                </a:ext>
              </a:extLst>
            </p:cNvPr>
            <p:cNvCxnSpPr>
              <a:cxnSpLocks/>
            </p:cNvCxnSpPr>
            <p:nvPr/>
          </p:nvCxnSpPr>
          <p:spPr>
            <a:xfrm>
              <a:off x="8924341" y="2537929"/>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99" name="Grup 98">
            <a:extLst>
              <a:ext uri="{FF2B5EF4-FFF2-40B4-BE49-F238E27FC236}">
                <a16:creationId xmlns:a16="http://schemas.microsoft.com/office/drawing/2014/main" id="{038696A2-20F0-08B5-5CA8-89E3ADA3DA9C}"/>
              </a:ext>
            </a:extLst>
          </p:cNvPr>
          <p:cNvGrpSpPr/>
          <p:nvPr/>
        </p:nvGrpSpPr>
        <p:grpSpPr>
          <a:xfrm>
            <a:off x="8813352" y="2741473"/>
            <a:ext cx="2644839" cy="716239"/>
            <a:chOff x="8817429" y="2741189"/>
            <a:chExt cx="2644839" cy="716239"/>
          </a:xfrm>
        </p:grpSpPr>
        <p:sp>
          <p:nvSpPr>
            <p:cNvPr id="103" name="Metin kutusu 102">
              <a:extLst>
                <a:ext uri="{FF2B5EF4-FFF2-40B4-BE49-F238E27FC236}">
                  <a16:creationId xmlns:a16="http://schemas.microsoft.com/office/drawing/2014/main" id="{68710BF1-1B13-9EF8-694C-196CC62FB86D}"/>
                </a:ext>
              </a:extLst>
            </p:cNvPr>
            <p:cNvSpPr txBox="1"/>
            <p:nvPr/>
          </p:nvSpPr>
          <p:spPr>
            <a:xfrm>
              <a:off x="8817429" y="2893589"/>
              <a:ext cx="991377" cy="307777"/>
            </a:xfrm>
            <a:prstGeom prst="rect">
              <a:avLst/>
            </a:prstGeom>
            <a:noFill/>
          </p:spPr>
          <p:txBody>
            <a:bodyPr wrap="square">
              <a:spAutoFit/>
            </a:bodyPr>
            <a:lstStyle/>
            <a:p>
              <a:r>
                <a:rPr lang="tr-TR" sz="1200" b="1" i="0" dirty="0">
                  <a:solidFill>
                    <a:srgbClr val="1078CF"/>
                  </a:solidFill>
                  <a:effectLst/>
                  <a:highlight>
                    <a:srgbClr val="FFFFFF"/>
                  </a:highlight>
                  <a:latin typeface="Montserrat SemiBold" panose="00000700000000000000" pitchFamily="2" charset="0"/>
                </a:rPr>
                <a:t>per7x</a:t>
              </a:r>
              <a:r>
                <a:rPr lang="tr-TR" sz="1400" b="1" i="0" dirty="0">
                  <a:solidFill>
                    <a:srgbClr val="1078CF"/>
                  </a:solidFill>
                  <a:effectLst/>
                  <a:highlight>
                    <a:srgbClr val="FFFFFF"/>
                  </a:highlight>
                  <a:latin typeface="Montserrat SemiBold" panose="00000700000000000000" pitchFamily="2" charset="0"/>
                </a:rPr>
                <a:t>%</a:t>
              </a:r>
              <a:endParaRPr lang="tr-TR" sz="1400" dirty="0">
                <a:solidFill>
                  <a:srgbClr val="1078CF"/>
                </a:solidFill>
                <a:latin typeface="Montserrat SemiBold" panose="00000700000000000000" pitchFamily="2" charset="0"/>
              </a:endParaRPr>
            </a:p>
          </p:txBody>
        </p:sp>
        <p:sp>
          <p:nvSpPr>
            <p:cNvPr id="107" name="Metin kutusu 106">
              <a:extLst>
                <a:ext uri="{FF2B5EF4-FFF2-40B4-BE49-F238E27FC236}">
                  <a16:creationId xmlns:a16="http://schemas.microsoft.com/office/drawing/2014/main" id="{413C18CC-36B1-1E53-13E8-58155FFDE700}"/>
                </a:ext>
              </a:extLst>
            </p:cNvPr>
            <p:cNvSpPr txBox="1"/>
            <p:nvPr/>
          </p:nvSpPr>
          <p:spPr>
            <a:xfrm>
              <a:off x="9491567" y="2741189"/>
              <a:ext cx="1970701" cy="461665"/>
            </a:xfrm>
            <a:prstGeom prst="rect">
              <a:avLst/>
            </a:prstGeom>
            <a:noFill/>
          </p:spPr>
          <p:txBody>
            <a:bodyPr wrap="square">
              <a:spAutoFit/>
            </a:bodyPr>
            <a:lstStyle/>
            <a:p>
              <a:r>
                <a:rPr lang="en-US" sz="1200" b="0" i="0">
                  <a:solidFill>
                    <a:srgbClr val="25252C"/>
                  </a:solidFill>
                  <a:effectLst/>
                  <a:highlight>
                    <a:srgbClr val="FFFFFF"/>
                  </a:highlight>
                  <a:latin typeface="+mj-lt"/>
                </a:rPr>
                <a:t>Managing maverick spend &amp; spend leakage</a:t>
              </a:r>
              <a:endParaRPr lang="tr-TR" sz="1200">
                <a:latin typeface="+mj-lt"/>
              </a:endParaRPr>
            </a:p>
          </p:txBody>
        </p:sp>
        <p:cxnSp>
          <p:nvCxnSpPr>
            <p:cNvPr id="111" name="Düz Bağlayıcı 110">
              <a:extLst>
                <a:ext uri="{FF2B5EF4-FFF2-40B4-BE49-F238E27FC236}">
                  <a16:creationId xmlns:a16="http://schemas.microsoft.com/office/drawing/2014/main" id="{B82ED4E0-21F1-6AC0-E440-5057EB32CA99}"/>
                </a:ext>
              </a:extLst>
            </p:cNvPr>
            <p:cNvCxnSpPr>
              <a:cxnSpLocks/>
            </p:cNvCxnSpPr>
            <p:nvPr/>
          </p:nvCxnSpPr>
          <p:spPr>
            <a:xfrm>
              <a:off x="8924341" y="3457428"/>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15" name="Grup 114">
            <a:extLst>
              <a:ext uri="{FF2B5EF4-FFF2-40B4-BE49-F238E27FC236}">
                <a16:creationId xmlns:a16="http://schemas.microsoft.com/office/drawing/2014/main" id="{48E63255-1A32-4418-DB06-B8EE49B674CC}"/>
              </a:ext>
            </a:extLst>
          </p:cNvPr>
          <p:cNvGrpSpPr/>
          <p:nvPr/>
        </p:nvGrpSpPr>
        <p:grpSpPr>
          <a:xfrm>
            <a:off x="8813352" y="3635833"/>
            <a:ext cx="2644839" cy="921514"/>
            <a:chOff x="8817429" y="3656286"/>
            <a:chExt cx="2644839" cy="921514"/>
          </a:xfrm>
        </p:grpSpPr>
        <p:sp>
          <p:nvSpPr>
            <p:cNvPr id="116" name="Metin kutusu 115">
              <a:extLst>
                <a:ext uri="{FF2B5EF4-FFF2-40B4-BE49-F238E27FC236}">
                  <a16:creationId xmlns:a16="http://schemas.microsoft.com/office/drawing/2014/main" id="{BF69FACE-C75D-437B-B51A-B892CDC78DA1}"/>
                </a:ext>
              </a:extLst>
            </p:cNvPr>
            <p:cNvSpPr txBox="1"/>
            <p:nvPr/>
          </p:nvSpPr>
          <p:spPr>
            <a:xfrm>
              <a:off x="8817429" y="3930606"/>
              <a:ext cx="991377" cy="307777"/>
            </a:xfrm>
            <a:prstGeom prst="rect">
              <a:avLst/>
            </a:prstGeom>
            <a:noFill/>
          </p:spPr>
          <p:txBody>
            <a:bodyPr wrap="square">
              <a:spAutoFit/>
            </a:bodyPr>
            <a:lstStyle/>
            <a:p>
              <a:r>
                <a:rPr lang="tr-TR" sz="1200" b="1" i="0" dirty="0">
                  <a:solidFill>
                    <a:srgbClr val="FCB415"/>
                  </a:solidFill>
                  <a:effectLst/>
                  <a:highlight>
                    <a:srgbClr val="FFFFFF"/>
                  </a:highlight>
                  <a:latin typeface="Montserrat SemiBold" panose="00000700000000000000" pitchFamily="2" charset="0"/>
                </a:rPr>
                <a:t>per8x</a:t>
              </a:r>
              <a:r>
                <a:rPr lang="tr-TR" sz="1400" b="1" i="0" dirty="0">
                  <a:solidFill>
                    <a:srgbClr val="FCB415"/>
                  </a:solidFill>
                  <a:effectLst/>
                  <a:highlight>
                    <a:srgbClr val="FFFFFF"/>
                  </a:highlight>
                  <a:latin typeface="Montserrat SemiBold" panose="00000700000000000000" pitchFamily="2" charset="0"/>
                </a:rPr>
                <a:t>%</a:t>
              </a:r>
              <a:endParaRPr lang="tr-TR" sz="1400" dirty="0">
                <a:solidFill>
                  <a:srgbClr val="FCB415"/>
                </a:solidFill>
                <a:latin typeface="Montserrat SemiBold" panose="00000700000000000000" pitchFamily="2" charset="0"/>
              </a:endParaRPr>
            </a:p>
          </p:txBody>
        </p:sp>
        <p:sp>
          <p:nvSpPr>
            <p:cNvPr id="117" name="Metin kutusu 116">
              <a:extLst>
                <a:ext uri="{FF2B5EF4-FFF2-40B4-BE49-F238E27FC236}">
                  <a16:creationId xmlns:a16="http://schemas.microsoft.com/office/drawing/2014/main" id="{874CFC86-8BF3-D64B-6609-409EA092EBBF}"/>
                </a:ext>
              </a:extLst>
            </p:cNvPr>
            <p:cNvSpPr txBox="1"/>
            <p:nvPr/>
          </p:nvSpPr>
          <p:spPr>
            <a:xfrm>
              <a:off x="9491567" y="3656286"/>
              <a:ext cx="1970701" cy="646331"/>
            </a:xfrm>
            <a:prstGeom prst="rect">
              <a:avLst/>
            </a:prstGeom>
            <a:noFill/>
          </p:spPr>
          <p:txBody>
            <a:bodyPr wrap="square">
              <a:spAutoFit/>
            </a:bodyPr>
            <a:lstStyle/>
            <a:p>
              <a:r>
                <a:rPr lang="en-US" sz="1200" b="0" i="0">
                  <a:solidFill>
                    <a:srgbClr val="25252C"/>
                  </a:solidFill>
                  <a:effectLst/>
                  <a:highlight>
                    <a:srgbClr val="FFFFFF"/>
                  </a:highlight>
                  <a:latin typeface="+mj-lt"/>
                </a:rPr>
                <a:t>Finance query management and dashboard reporting</a:t>
              </a:r>
              <a:endParaRPr lang="tr-TR" sz="1200">
                <a:latin typeface="+mj-lt"/>
              </a:endParaRPr>
            </a:p>
          </p:txBody>
        </p:sp>
        <p:cxnSp>
          <p:nvCxnSpPr>
            <p:cNvPr id="118" name="Düz Bağlayıcı 117">
              <a:extLst>
                <a:ext uri="{FF2B5EF4-FFF2-40B4-BE49-F238E27FC236}">
                  <a16:creationId xmlns:a16="http://schemas.microsoft.com/office/drawing/2014/main" id="{20D802E3-5989-ADD9-338F-C8225F6B2D4B}"/>
                </a:ext>
              </a:extLst>
            </p:cNvPr>
            <p:cNvCxnSpPr>
              <a:cxnSpLocks/>
            </p:cNvCxnSpPr>
            <p:nvPr/>
          </p:nvCxnSpPr>
          <p:spPr>
            <a:xfrm>
              <a:off x="8924341" y="4577800"/>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19" name="Grup 118">
            <a:extLst>
              <a:ext uri="{FF2B5EF4-FFF2-40B4-BE49-F238E27FC236}">
                <a16:creationId xmlns:a16="http://schemas.microsoft.com/office/drawing/2014/main" id="{0A351ACB-BCD2-1722-EF89-6E63D70D7E9E}"/>
              </a:ext>
            </a:extLst>
          </p:cNvPr>
          <p:cNvGrpSpPr/>
          <p:nvPr/>
        </p:nvGrpSpPr>
        <p:grpSpPr>
          <a:xfrm>
            <a:off x="6168513" y="3688439"/>
            <a:ext cx="2644839" cy="896633"/>
            <a:chOff x="8817429" y="4788821"/>
            <a:chExt cx="2644839" cy="896633"/>
          </a:xfrm>
        </p:grpSpPr>
        <p:sp>
          <p:nvSpPr>
            <p:cNvPr id="120" name="Metin kutusu 119">
              <a:extLst>
                <a:ext uri="{FF2B5EF4-FFF2-40B4-BE49-F238E27FC236}">
                  <a16:creationId xmlns:a16="http://schemas.microsoft.com/office/drawing/2014/main" id="{D6D93538-75D9-745F-3AEF-38C96AFE8C28}"/>
                </a:ext>
              </a:extLst>
            </p:cNvPr>
            <p:cNvSpPr txBox="1"/>
            <p:nvPr/>
          </p:nvSpPr>
          <p:spPr>
            <a:xfrm>
              <a:off x="8817429" y="5002181"/>
              <a:ext cx="991377" cy="307777"/>
            </a:xfrm>
            <a:prstGeom prst="rect">
              <a:avLst/>
            </a:prstGeom>
            <a:noFill/>
          </p:spPr>
          <p:txBody>
            <a:bodyPr wrap="square">
              <a:spAutoFit/>
            </a:bodyPr>
            <a:lstStyle/>
            <a:p>
              <a:r>
                <a:rPr lang="tr-TR" sz="1200" b="1" i="0" dirty="0">
                  <a:solidFill>
                    <a:srgbClr val="40404C"/>
                  </a:solidFill>
                  <a:effectLst/>
                  <a:highlight>
                    <a:srgbClr val="FFFFFF"/>
                  </a:highlight>
                  <a:latin typeface="Montserrat SemiBold" panose="00000700000000000000" pitchFamily="2" charset="0"/>
                </a:rPr>
                <a:t>per9x</a:t>
              </a:r>
              <a:r>
                <a:rPr lang="tr-TR" sz="1400" b="1" i="0" dirty="0">
                  <a:solidFill>
                    <a:srgbClr val="40404C"/>
                  </a:solidFill>
                  <a:effectLst/>
                  <a:highlight>
                    <a:srgbClr val="FFFFFF"/>
                  </a:highlight>
                  <a:latin typeface="Montserrat SemiBold" panose="00000700000000000000" pitchFamily="2" charset="0"/>
                </a:rPr>
                <a:t>%</a:t>
              </a:r>
              <a:endParaRPr lang="tr-TR" sz="1400" dirty="0">
                <a:solidFill>
                  <a:srgbClr val="40404C"/>
                </a:solidFill>
                <a:latin typeface="Montserrat SemiBold" panose="00000700000000000000" pitchFamily="2" charset="0"/>
              </a:endParaRPr>
            </a:p>
          </p:txBody>
        </p:sp>
        <p:sp>
          <p:nvSpPr>
            <p:cNvPr id="121" name="Metin kutusu 120">
              <a:extLst>
                <a:ext uri="{FF2B5EF4-FFF2-40B4-BE49-F238E27FC236}">
                  <a16:creationId xmlns:a16="http://schemas.microsoft.com/office/drawing/2014/main" id="{4B8C5699-54A3-B402-3FBC-B5B12E0BEA59}"/>
                </a:ext>
              </a:extLst>
            </p:cNvPr>
            <p:cNvSpPr txBox="1"/>
            <p:nvPr/>
          </p:nvSpPr>
          <p:spPr>
            <a:xfrm>
              <a:off x="9491567" y="4788821"/>
              <a:ext cx="1970701" cy="646331"/>
            </a:xfrm>
            <a:prstGeom prst="rect">
              <a:avLst/>
            </a:prstGeom>
            <a:noFill/>
          </p:spPr>
          <p:txBody>
            <a:bodyPr wrap="square">
              <a:spAutoFit/>
            </a:bodyPr>
            <a:lstStyle/>
            <a:p>
              <a:r>
                <a:rPr lang="en-US" sz="1200" b="0" i="0" dirty="0">
                  <a:solidFill>
                    <a:srgbClr val="25252C"/>
                  </a:solidFill>
                  <a:effectLst/>
                  <a:highlight>
                    <a:srgbClr val="FFFFFF"/>
                  </a:highlight>
                  <a:latin typeface="+mj-lt"/>
                </a:rPr>
                <a:t>Customer invoicing &amp; finance workflow management</a:t>
              </a:r>
              <a:endParaRPr lang="tr-TR" sz="1200" dirty="0">
                <a:latin typeface="+mj-lt"/>
              </a:endParaRPr>
            </a:p>
          </p:txBody>
        </p:sp>
        <p:cxnSp>
          <p:nvCxnSpPr>
            <p:cNvPr id="122" name="Düz Bağlayıcı 121">
              <a:extLst>
                <a:ext uri="{FF2B5EF4-FFF2-40B4-BE49-F238E27FC236}">
                  <a16:creationId xmlns:a16="http://schemas.microsoft.com/office/drawing/2014/main" id="{629F5E90-DA28-1EFC-F600-C6E7F2600487}"/>
                </a:ext>
              </a:extLst>
            </p:cNvPr>
            <p:cNvCxnSpPr>
              <a:cxnSpLocks/>
            </p:cNvCxnSpPr>
            <p:nvPr/>
          </p:nvCxnSpPr>
          <p:spPr>
            <a:xfrm>
              <a:off x="8924341" y="5685454"/>
              <a:ext cx="2304000" cy="0"/>
            </a:xfrm>
            <a:prstGeom prst="line">
              <a:avLst/>
            </a:prstGeom>
          </p:spPr>
          <p:style>
            <a:lnRef idx="1">
              <a:schemeClr val="dk1"/>
            </a:lnRef>
            <a:fillRef idx="0">
              <a:schemeClr val="dk1"/>
            </a:fillRef>
            <a:effectRef idx="0">
              <a:schemeClr val="dk1"/>
            </a:effectRef>
            <a:fontRef idx="minor">
              <a:schemeClr val="tx1"/>
            </a:fontRef>
          </p:style>
        </p:cxnSp>
      </p:grpSp>
      <p:grpSp>
        <p:nvGrpSpPr>
          <p:cNvPr id="123" name="Grup 122">
            <a:extLst>
              <a:ext uri="{FF2B5EF4-FFF2-40B4-BE49-F238E27FC236}">
                <a16:creationId xmlns:a16="http://schemas.microsoft.com/office/drawing/2014/main" id="{E8160797-F9E2-0D9A-374D-B14B75974513}"/>
              </a:ext>
            </a:extLst>
          </p:cNvPr>
          <p:cNvGrpSpPr/>
          <p:nvPr/>
        </p:nvGrpSpPr>
        <p:grpSpPr>
          <a:xfrm>
            <a:off x="8821682" y="4700582"/>
            <a:ext cx="2644839" cy="588934"/>
            <a:chOff x="8817429" y="5816406"/>
            <a:chExt cx="2644839" cy="588934"/>
          </a:xfrm>
        </p:grpSpPr>
        <p:sp>
          <p:nvSpPr>
            <p:cNvPr id="124" name="Metin kutusu 123">
              <a:extLst>
                <a:ext uri="{FF2B5EF4-FFF2-40B4-BE49-F238E27FC236}">
                  <a16:creationId xmlns:a16="http://schemas.microsoft.com/office/drawing/2014/main" id="{49DA2141-6D2C-A68B-E272-1E99ADDD05E5}"/>
                </a:ext>
              </a:extLst>
            </p:cNvPr>
            <p:cNvSpPr txBox="1"/>
            <p:nvPr/>
          </p:nvSpPr>
          <p:spPr>
            <a:xfrm>
              <a:off x="8817429" y="5938326"/>
              <a:ext cx="991377" cy="307777"/>
            </a:xfrm>
            <a:prstGeom prst="rect">
              <a:avLst/>
            </a:prstGeom>
            <a:noFill/>
          </p:spPr>
          <p:txBody>
            <a:bodyPr wrap="square">
              <a:spAutoFit/>
            </a:bodyPr>
            <a:lstStyle/>
            <a:p>
              <a:r>
                <a:rPr lang="tr-TR" sz="1200" b="1" i="0" dirty="0">
                  <a:solidFill>
                    <a:srgbClr val="4C9ADB"/>
                  </a:solidFill>
                  <a:effectLst/>
                  <a:highlight>
                    <a:srgbClr val="FFFFFF"/>
                  </a:highlight>
                  <a:latin typeface="Montserrat SemiBold" panose="00000700000000000000" pitchFamily="2" charset="0"/>
                </a:rPr>
                <a:t>per10x</a:t>
              </a:r>
              <a:r>
                <a:rPr lang="tr-TR" sz="1400" b="1" i="0" dirty="0">
                  <a:solidFill>
                    <a:srgbClr val="4C9ADB"/>
                  </a:solidFill>
                  <a:effectLst/>
                  <a:highlight>
                    <a:srgbClr val="FFFFFF"/>
                  </a:highlight>
                  <a:latin typeface="Montserrat SemiBold" panose="00000700000000000000" pitchFamily="2" charset="0"/>
                </a:rPr>
                <a:t>%</a:t>
              </a:r>
              <a:endParaRPr lang="tr-TR" sz="1400" dirty="0">
                <a:solidFill>
                  <a:srgbClr val="4C9ADB"/>
                </a:solidFill>
                <a:latin typeface="Montserrat SemiBold" panose="00000700000000000000" pitchFamily="2" charset="0"/>
              </a:endParaRPr>
            </a:p>
          </p:txBody>
        </p:sp>
        <p:sp>
          <p:nvSpPr>
            <p:cNvPr id="125" name="Metin kutusu 124">
              <a:extLst>
                <a:ext uri="{FF2B5EF4-FFF2-40B4-BE49-F238E27FC236}">
                  <a16:creationId xmlns:a16="http://schemas.microsoft.com/office/drawing/2014/main" id="{BFE127FC-5FFD-79E6-2322-21C67D8080BF}"/>
                </a:ext>
              </a:extLst>
            </p:cNvPr>
            <p:cNvSpPr txBox="1"/>
            <p:nvPr/>
          </p:nvSpPr>
          <p:spPr>
            <a:xfrm>
              <a:off x="9491567" y="5816406"/>
              <a:ext cx="1970701" cy="461665"/>
            </a:xfrm>
            <a:prstGeom prst="rect">
              <a:avLst/>
            </a:prstGeom>
            <a:noFill/>
          </p:spPr>
          <p:txBody>
            <a:bodyPr wrap="square">
              <a:spAutoFit/>
            </a:bodyPr>
            <a:lstStyle/>
            <a:p>
              <a:r>
                <a:rPr lang="tr-TR" sz="1200" b="0" i="0">
                  <a:solidFill>
                    <a:srgbClr val="25252C"/>
                  </a:solidFill>
                  <a:effectLst/>
                  <a:highlight>
                    <a:srgbClr val="FFFFFF"/>
                  </a:highlight>
                  <a:latin typeface="+mj-lt"/>
                </a:rPr>
                <a:t>Onlıne expense management</a:t>
              </a:r>
              <a:endParaRPr lang="tr-TR" sz="1200">
                <a:latin typeface="+mj-lt"/>
              </a:endParaRPr>
            </a:p>
          </p:txBody>
        </p:sp>
        <p:cxnSp>
          <p:nvCxnSpPr>
            <p:cNvPr id="126" name="Düz Bağlayıcı 125">
              <a:extLst>
                <a:ext uri="{FF2B5EF4-FFF2-40B4-BE49-F238E27FC236}">
                  <a16:creationId xmlns:a16="http://schemas.microsoft.com/office/drawing/2014/main" id="{C53A98EF-1640-E6BB-EDC3-6CA637969FD8}"/>
                </a:ext>
              </a:extLst>
            </p:cNvPr>
            <p:cNvCxnSpPr>
              <a:cxnSpLocks/>
            </p:cNvCxnSpPr>
            <p:nvPr/>
          </p:nvCxnSpPr>
          <p:spPr>
            <a:xfrm>
              <a:off x="8924341" y="6405340"/>
              <a:ext cx="2304000" cy="0"/>
            </a:xfrm>
            <a:prstGeom prst="line">
              <a:avLst/>
            </a:prstGeom>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6578909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ayt Numarası Yer Tutucusu 1">
            <a:extLst>
              <a:ext uri="{FF2B5EF4-FFF2-40B4-BE49-F238E27FC236}">
                <a16:creationId xmlns:a16="http://schemas.microsoft.com/office/drawing/2014/main" id="{4799F497-A7B6-4959-CA18-E0445795558A}"/>
              </a:ext>
            </a:extLst>
          </p:cNvPr>
          <p:cNvSpPr>
            <a:spLocks noGrp="1"/>
          </p:cNvSpPr>
          <p:nvPr>
            <p:ph type="sldNum" sz="quarter" idx="12"/>
          </p:nvPr>
        </p:nvSpPr>
        <p:spPr/>
        <p:txBody>
          <a:bodyPr/>
          <a:lstStyle/>
          <a:p>
            <a:fld id="{3531A8E9-B4CF-5643-AF96-CB4C768DAD63}" type="slidenum">
              <a:rPr lang="en-US" smtClean="0"/>
              <a:t>7</a:t>
            </a:fld>
            <a:endParaRPr lang="en-US"/>
          </a:p>
        </p:txBody>
      </p:sp>
      <p:sp>
        <p:nvSpPr>
          <p:cNvPr id="11" name="Title 2">
            <a:extLst>
              <a:ext uri="{FF2B5EF4-FFF2-40B4-BE49-F238E27FC236}">
                <a16:creationId xmlns:a16="http://schemas.microsoft.com/office/drawing/2014/main" id="{E19F5257-CA14-E385-A07A-4B0E64226F7D}"/>
              </a:ext>
            </a:extLst>
          </p:cNvPr>
          <p:cNvSpPr>
            <a:spLocks noGrp="1"/>
          </p:cNvSpPr>
          <p:nvPr>
            <p:ph type="title"/>
          </p:nvPr>
        </p:nvSpPr>
        <p:spPr>
          <a:xfrm>
            <a:off x="694800" y="429459"/>
            <a:ext cx="10801349" cy="388773"/>
          </a:xfrm>
        </p:spPr>
        <p:txBody>
          <a:bodyPr>
            <a:normAutofit/>
          </a:bodyPr>
          <a:lstStyle/>
          <a:p>
            <a:pPr rtl="0"/>
            <a:r>
              <a:rPr lang="en-GB" dirty="0">
                <a:solidFill>
                  <a:srgbClr val="25252C"/>
                </a:solidFill>
                <a:latin typeface="Montserrat SemiBold"/>
              </a:rPr>
              <a:t>Breakdown of potential savings</a:t>
            </a:r>
            <a:endParaRPr lang="en-US" dirty="0"/>
          </a:p>
        </p:txBody>
      </p:sp>
      <p:sp>
        <p:nvSpPr>
          <p:cNvPr id="12" name="Metin kutusu 11">
            <a:extLst>
              <a:ext uri="{FF2B5EF4-FFF2-40B4-BE49-F238E27FC236}">
                <a16:creationId xmlns:a16="http://schemas.microsoft.com/office/drawing/2014/main" id="{16523C53-98D2-A1C7-60D2-A396C8E7756B}"/>
              </a:ext>
            </a:extLst>
          </p:cNvPr>
          <p:cNvSpPr txBox="1"/>
          <p:nvPr/>
        </p:nvSpPr>
        <p:spPr>
          <a:xfrm>
            <a:off x="631988" y="928715"/>
            <a:ext cx="10707208" cy="461665"/>
          </a:xfrm>
          <a:prstGeom prst="rect">
            <a:avLst/>
          </a:prstGeom>
          <a:noFill/>
        </p:spPr>
        <p:txBody>
          <a:bodyPr wrap="square">
            <a:spAutoFit/>
          </a:bodyPr>
          <a:lstStyle/>
          <a:p>
            <a:r>
              <a:rPr lang="en-GB" sz="1200" dirty="0">
                <a:solidFill>
                  <a:schemeClr val="tx1">
                    <a:lumMod val="90000"/>
                    <a:lumOff val="10000"/>
                  </a:schemeClr>
                </a:solidFill>
                <a:latin typeface="+mj-lt"/>
                <a:ea typeface="Open Sans" panose="020B0606030504020204" pitchFamily="34" charset="0"/>
                <a:cs typeface="Open Sans" panose="020B0606030504020204" pitchFamily="34" charset="0"/>
              </a:rPr>
              <a:t>If you purchase our software, over the term of your contract with us, you could save the following amounts for each of your processes. Our systems are designed to assist you streamline your workflow and maximise returns.</a:t>
            </a:r>
          </a:p>
        </p:txBody>
      </p:sp>
      <p:grpSp>
        <p:nvGrpSpPr>
          <p:cNvPr id="45" name="Grup 44">
            <a:extLst>
              <a:ext uri="{FF2B5EF4-FFF2-40B4-BE49-F238E27FC236}">
                <a16:creationId xmlns:a16="http://schemas.microsoft.com/office/drawing/2014/main" id="{CEE0D594-8801-A660-5B11-9D94A2853991}"/>
              </a:ext>
            </a:extLst>
          </p:cNvPr>
          <p:cNvGrpSpPr/>
          <p:nvPr/>
        </p:nvGrpSpPr>
        <p:grpSpPr>
          <a:xfrm>
            <a:off x="612523" y="1555506"/>
            <a:ext cx="2738027" cy="1134010"/>
            <a:chOff x="323184" y="683777"/>
            <a:chExt cx="3395944" cy="1201040"/>
          </a:xfrm>
        </p:grpSpPr>
        <p:sp>
          <p:nvSpPr>
            <p:cNvPr id="46" name="TextBox 41">
              <a:extLst>
                <a:ext uri="{FF2B5EF4-FFF2-40B4-BE49-F238E27FC236}">
                  <a16:creationId xmlns:a16="http://schemas.microsoft.com/office/drawing/2014/main" id="{C4D85C97-BEE9-BEB7-9576-7C7072E75B7A}"/>
                </a:ext>
              </a:extLst>
            </p:cNvPr>
            <p:cNvSpPr txBox="1"/>
            <p:nvPr/>
          </p:nvSpPr>
          <p:spPr>
            <a:xfrm>
              <a:off x="356496" y="683777"/>
              <a:ext cx="2612846" cy="391163"/>
            </a:xfrm>
            <a:prstGeom prst="rect">
              <a:avLst/>
            </a:prstGeom>
            <a:noFill/>
          </p:spPr>
          <p:txBody>
            <a:bodyPr wrap="square" rtlCol="0" anchor="b" anchorCtr="0">
              <a:spAutoFit/>
            </a:bodyPr>
            <a:lstStyle/>
            <a:p>
              <a:r>
                <a:rPr lang="tr-TR" b="1" i="0" dirty="0">
                  <a:solidFill>
                    <a:srgbClr val="F15D23"/>
                  </a:solidFill>
                  <a:effectLst/>
                  <a:latin typeface="Open Sans" panose="020B0606030504020204" pitchFamily="34" charset="0"/>
                </a:rPr>
                <a:t>£</a:t>
              </a:r>
              <a:r>
                <a:rPr lang="tr-TR" b="1" dirty="0" err="1">
                  <a:solidFill>
                    <a:srgbClr val="F15D23"/>
                  </a:solidFill>
                  <a:latin typeface="Montserrat SemiBold" panose="00000700000000000000" pitchFamily="2" charset="0"/>
                </a:rPr>
                <a:t>prpoval</a:t>
              </a:r>
              <a:endParaRPr lang="en-US" b="1" dirty="0">
                <a:latin typeface="Montserrat SemiBold" panose="00000700000000000000" pitchFamily="2" charset="0"/>
                <a:ea typeface="League Spartan" charset="0"/>
                <a:cs typeface="Poppins" pitchFamily="2" charset="77"/>
              </a:endParaRPr>
            </a:p>
          </p:txBody>
        </p:sp>
        <p:sp>
          <p:nvSpPr>
            <p:cNvPr id="47" name="Metin kutusu 46">
              <a:extLst>
                <a:ext uri="{FF2B5EF4-FFF2-40B4-BE49-F238E27FC236}">
                  <a16:creationId xmlns:a16="http://schemas.microsoft.com/office/drawing/2014/main" id="{D01E826F-9700-9156-7AE9-86CFFE5629D7}"/>
                </a:ext>
              </a:extLst>
            </p:cNvPr>
            <p:cNvSpPr txBox="1"/>
            <p:nvPr/>
          </p:nvSpPr>
          <p:spPr>
            <a:xfrm>
              <a:off x="356496" y="1098031"/>
              <a:ext cx="3362632" cy="277074"/>
            </a:xfrm>
            <a:prstGeom prst="rect">
              <a:avLst/>
            </a:prstGeom>
            <a:noFill/>
          </p:spPr>
          <p:txBody>
            <a:bodyPr wrap="square">
              <a:spAutoFit/>
            </a:bodyPr>
            <a:lstStyle/>
            <a:p>
              <a:pPr algn="l"/>
              <a:r>
                <a:rPr lang="tr-TR" sz="1100" b="1" i="0">
                  <a:solidFill>
                    <a:srgbClr val="555555"/>
                  </a:solidFill>
                  <a:effectLst/>
                  <a:latin typeface="Montserrat SemiBold" panose="00000700000000000000" pitchFamily="2" charset="0"/>
                </a:rPr>
                <a:t>Raısıng purchase orders</a:t>
              </a:r>
            </a:p>
          </p:txBody>
        </p:sp>
        <p:sp>
          <p:nvSpPr>
            <p:cNvPr id="48" name="Metin kutusu 47">
              <a:extLst>
                <a:ext uri="{FF2B5EF4-FFF2-40B4-BE49-F238E27FC236}">
                  <a16:creationId xmlns:a16="http://schemas.microsoft.com/office/drawing/2014/main" id="{455451DF-47D0-52F0-80E1-98BE73D9698B}"/>
                </a:ext>
              </a:extLst>
            </p:cNvPr>
            <p:cNvSpPr txBox="1"/>
            <p:nvPr/>
          </p:nvSpPr>
          <p:spPr>
            <a:xfrm>
              <a:off x="323184" y="1477355"/>
              <a:ext cx="3261775" cy="407462"/>
            </a:xfrm>
            <a:prstGeom prst="rect">
              <a:avLst/>
            </a:prstGeom>
            <a:noFill/>
          </p:spPr>
          <p:txBody>
            <a:bodyPr wrap="square">
              <a:spAutoFit/>
            </a:bodyPr>
            <a:lstStyle/>
            <a:p>
              <a:r>
                <a:rPr lang="en-US" sz="950" b="0" i="0" err="1">
                  <a:solidFill>
                    <a:srgbClr val="555555"/>
                  </a:solidFill>
                  <a:effectLst/>
                  <a:latin typeface="Open Sans" panose="020B0606030504020204" pitchFamily="34" charset="0"/>
                </a:rPr>
                <a:t>Optimise</a:t>
              </a:r>
              <a:r>
                <a:rPr lang="en-US" sz="950" b="0" i="0">
                  <a:solidFill>
                    <a:srgbClr val="555555"/>
                  </a:solidFill>
                  <a:effectLst/>
                  <a:latin typeface="Open Sans" panose="020B0606030504020204" pitchFamily="34" charset="0"/>
                </a:rPr>
                <a:t> purchasing processes, </a:t>
              </a:r>
              <a:r>
                <a:rPr lang="en-US" sz="950" b="0" i="0" err="1">
                  <a:solidFill>
                    <a:srgbClr val="555555"/>
                  </a:solidFill>
                  <a:effectLst/>
                  <a:latin typeface="Open Sans" panose="020B0606030504020204" pitchFamily="34" charset="0"/>
                </a:rPr>
                <a:t>minimise</a:t>
              </a:r>
              <a:r>
                <a:rPr lang="en-US" sz="950" b="0" i="0">
                  <a:solidFill>
                    <a:srgbClr val="555555"/>
                  </a:solidFill>
                  <a:effectLst/>
                  <a:latin typeface="Open Sans" panose="020B0606030504020204" pitchFamily="34" charset="0"/>
                </a:rPr>
                <a:t> errors, and ensure timely procurement</a:t>
              </a:r>
              <a:endParaRPr lang="tr-TR" sz="950"/>
            </a:p>
          </p:txBody>
        </p:sp>
      </p:grpSp>
      <p:grpSp>
        <p:nvGrpSpPr>
          <p:cNvPr id="49" name="Grup 48">
            <a:extLst>
              <a:ext uri="{FF2B5EF4-FFF2-40B4-BE49-F238E27FC236}">
                <a16:creationId xmlns:a16="http://schemas.microsoft.com/office/drawing/2014/main" id="{4FF9C5E8-EF88-FB9B-A88F-FE47CE346D4E}"/>
              </a:ext>
            </a:extLst>
          </p:cNvPr>
          <p:cNvGrpSpPr/>
          <p:nvPr/>
        </p:nvGrpSpPr>
        <p:grpSpPr>
          <a:xfrm>
            <a:off x="3283824" y="1555506"/>
            <a:ext cx="2711169" cy="1254544"/>
            <a:chOff x="356496" y="683777"/>
            <a:chExt cx="3362632" cy="1328701"/>
          </a:xfrm>
        </p:grpSpPr>
        <p:sp>
          <p:nvSpPr>
            <p:cNvPr id="50" name="TextBox 41">
              <a:extLst>
                <a:ext uri="{FF2B5EF4-FFF2-40B4-BE49-F238E27FC236}">
                  <a16:creationId xmlns:a16="http://schemas.microsoft.com/office/drawing/2014/main" id="{17B519E8-DA2E-A2A0-435B-5C97F30D99C8}"/>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6911E"/>
                  </a:solidFill>
                  <a:effectLst/>
                  <a:latin typeface="Open Sans" panose="020B0606030504020204" pitchFamily="34" charset="0"/>
                </a:rPr>
                <a:t>£</a:t>
              </a:r>
              <a:r>
                <a:rPr lang="tr-TR" b="1" dirty="0" err="1">
                  <a:solidFill>
                    <a:srgbClr val="F6911E"/>
                  </a:solidFill>
                  <a:latin typeface="Montserrat SemiBold" panose="00000700000000000000" pitchFamily="2" charset="0"/>
                </a:rPr>
                <a:t>ppoaval</a:t>
              </a:r>
              <a:endParaRPr lang="en-US" b="1" dirty="0">
                <a:solidFill>
                  <a:srgbClr val="F6911E"/>
                </a:solidFill>
                <a:latin typeface="Montserrat SemiBold" panose="00000700000000000000" pitchFamily="2" charset="0"/>
                <a:ea typeface="League Spartan" charset="0"/>
                <a:cs typeface="Poppins" pitchFamily="2" charset="77"/>
              </a:endParaRPr>
            </a:p>
          </p:txBody>
        </p:sp>
        <p:sp>
          <p:nvSpPr>
            <p:cNvPr id="51" name="Metin kutusu 50">
              <a:extLst>
                <a:ext uri="{FF2B5EF4-FFF2-40B4-BE49-F238E27FC236}">
                  <a16:creationId xmlns:a16="http://schemas.microsoft.com/office/drawing/2014/main" id="{E9E7E3EA-C2A7-C158-DCB0-AE4442A88A6C}"/>
                </a:ext>
              </a:extLst>
            </p:cNvPr>
            <p:cNvSpPr txBox="1"/>
            <p:nvPr/>
          </p:nvSpPr>
          <p:spPr>
            <a:xfrm>
              <a:off x="356496" y="1098031"/>
              <a:ext cx="3362632" cy="277074"/>
            </a:xfrm>
            <a:prstGeom prst="rect">
              <a:avLst/>
            </a:prstGeom>
            <a:noFill/>
          </p:spPr>
          <p:txBody>
            <a:bodyPr wrap="square">
              <a:spAutoFit/>
            </a:bodyPr>
            <a:lstStyle/>
            <a:p>
              <a:pPr algn="l"/>
              <a:r>
                <a:rPr lang="tr-TR" sz="1100" b="1">
                  <a:solidFill>
                    <a:srgbClr val="555555"/>
                  </a:solidFill>
                  <a:latin typeface="Montserrat SemiBold" panose="00000700000000000000" pitchFamily="2" charset="0"/>
                </a:rPr>
                <a:t>Purchase order approvals</a:t>
              </a:r>
            </a:p>
          </p:txBody>
        </p:sp>
        <p:sp>
          <p:nvSpPr>
            <p:cNvPr id="52" name="Metin kutusu 51">
              <a:extLst>
                <a:ext uri="{FF2B5EF4-FFF2-40B4-BE49-F238E27FC236}">
                  <a16:creationId xmlns:a16="http://schemas.microsoft.com/office/drawing/2014/main" id="{44718EAD-97F8-2F97-214F-865B501588E9}"/>
                </a:ext>
              </a:extLst>
            </p:cNvPr>
            <p:cNvSpPr txBox="1"/>
            <p:nvPr/>
          </p:nvSpPr>
          <p:spPr>
            <a:xfrm>
              <a:off x="356496" y="1450180"/>
              <a:ext cx="3261775" cy="562298"/>
            </a:xfrm>
            <a:prstGeom prst="rect">
              <a:avLst/>
            </a:prstGeom>
            <a:noFill/>
          </p:spPr>
          <p:txBody>
            <a:bodyPr wrap="square">
              <a:spAutoFit/>
            </a:bodyPr>
            <a:lstStyle/>
            <a:p>
              <a:r>
                <a:rPr lang="en-US" sz="950">
                  <a:solidFill>
                    <a:srgbClr val="555555"/>
                  </a:solidFill>
                  <a:latin typeface="Open Sans" panose="020B0606030504020204" pitchFamily="34" charset="0"/>
                </a:rPr>
                <a:t>Improve precision and ensure timely purchase order processes, ultimately enhancing operational efficiency.</a:t>
              </a:r>
              <a:endParaRPr lang="tr-TR" sz="950">
                <a:solidFill>
                  <a:srgbClr val="555555"/>
                </a:solidFill>
                <a:latin typeface="Open Sans" panose="020B0606030504020204" pitchFamily="34" charset="0"/>
              </a:endParaRPr>
            </a:p>
          </p:txBody>
        </p:sp>
      </p:grpSp>
      <p:grpSp>
        <p:nvGrpSpPr>
          <p:cNvPr id="53" name="Grup 52">
            <a:extLst>
              <a:ext uri="{FF2B5EF4-FFF2-40B4-BE49-F238E27FC236}">
                <a16:creationId xmlns:a16="http://schemas.microsoft.com/office/drawing/2014/main" id="{31BB5069-0922-C65B-2DC8-8B525046EDC6}"/>
              </a:ext>
            </a:extLst>
          </p:cNvPr>
          <p:cNvGrpSpPr/>
          <p:nvPr/>
        </p:nvGrpSpPr>
        <p:grpSpPr>
          <a:xfrm>
            <a:off x="5928267" y="1555507"/>
            <a:ext cx="2711169" cy="1236422"/>
            <a:chOff x="356496" y="683777"/>
            <a:chExt cx="3362632" cy="1309506"/>
          </a:xfrm>
        </p:grpSpPr>
        <p:sp>
          <p:nvSpPr>
            <p:cNvPr id="54" name="TextBox 41">
              <a:extLst>
                <a:ext uri="{FF2B5EF4-FFF2-40B4-BE49-F238E27FC236}">
                  <a16:creationId xmlns:a16="http://schemas.microsoft.com/office/drawing/2014/main" id="{91A49303-69CB-529B-B40F-65E11F4A1A00}"/>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37721"/>
                  </a:solidFill>
                  <a:effectLst/>
                  <a:latin typeface="Open Sans" panose="020B0606030504020204" pitchFamily="34" charset="0"/>
                </a:rPr>
                <a:t>£</a:t>
              </a:r>
              <a:r>
                <a:rPr lang="tr-TR" b="1" dirty="0" err="1">
                  <a:solidFill>
                    <a:srgbClr val="F37721"/>
                  </a:solidFill>
                  <a:latin typeface="Montserrat SemiBold" panose="00000700000000000000" pitchFamily="2" charset="0"/>
                </a:rPr>
                <a:t>pcipval</a:t>
              </a:r>
              <a:endParaRPr lang="en-US" b="1" dirty="0">
                <a:solidFill>
                  <a:srgbClr val="F37721"/>
                </a:solidFill>
                <a:latin typeface="Montserrat SemiBold" panose="00000700000000000000" pitchFamily="2" charset="0"/>
                <a:ea typeface="League Spartan" charset="0"/>
                <a:cs typeface="Poppins" pitchFamily="2" charset="77"/>
              </a:endParaRPr>
            </a:p>
          </p:txBody>
        </p:sp>
        <p:sp>
          <p:nvSpPr>
            <p:cNvPr id="55" name="Metin kutusu 54">
              <a:extLst>
                <a:ext uri="{FF2B5EF4-FFF2-40B4-BE49-F238E27FC236}">
                  <a16:creationId xmlns:a16="http://schemas.microsoft.com/office/drawing/2014/main" id="{06333279-1E23-A335-D021-DBACE458C3CF}"/>
                </a:ext>
              </a:extLst>
            </p:cNvPr>
            <p:cNvSpPr txBox="1"/>
            <p:nvPr/>
          </p:nvSpPr>
          <p:spPr>
            <a:xfrm>
              <a:off x="356496" y="1063999"/>
              <a:ext cx="3362632" cy="277074"/>
            </a:xfrm>
            <a:prstGeom prst="rect">
              <a:avLst/>
            </a:prstGeom>
            <a:noFill/>
          </p:spPr>
          <p:txBody>
            <a:bodyPr wrap="square">
              <a:spAutoFit/>
            </a:bodyPr>
            <a:lstStyle/>
            <a:p>
              <a:pPr algn="l"/>
              <a:r>
                <a:rPr lang="tr-TR" sz="1100" b="1">
                  <a:solidFill>
                    <a:srgbClr val="555555"/>
                  </a:solidFill>
                  <a:latin typeface="Montserrat SemiBold" panose="00000700000000000000" pitchFamily="2" charset="0"/>
                </a:rPr>
                <a:t>Cod</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ng </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nvo</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ce processes</a:t>
              </a:r>
            </a:p>
          </p:txBody>
        </p:sp>
        <p:sp>
          <p:nvSpPr>
            <p:cNvPr id="56" name="Metin kutusu 55">
              <a:extLst>
                <a:ext uri="{FF2B5EF4-FFF2-40B4-BE49-F238E27FC236}">
                  <a16:creationId xmlns:a16="http://schemas.microsoft.com/office/drawing/2014/main" id="{2813337C-910A-4008-76C9-8BE2B8A098C6}"/>
                </a:ext>
              </a:extLst>
            </p:cNvPr>
            <p:cNvSpPr txBox="1"/>
            <p:nvPr/>
          </p:nvSpPr>
          <p:spPr>
            <a:xfrm>
              <a:off x="356496" y="1430986"/>
              <a:ext cx="3261775" cy="562297"/>
            </a:xfrm>
            <a:prstGeom prst="rect">
              <a:avLst/>
            </a:prstGeom>
            <a:noFill/>
          </p:spPr>
          <p:txBody>
            <a:bodyPr wrap="square">
              <a:spAutoFit/>
            </a:bodyPr>
            <a:lstStyle/>
            <a:p>
              <a:r>
                <a:rPr lang="en-US" sz="950" err="1">
                  <a:solidFill>
                    <a:srgbClr val="555555"/>
                  </a:solidFill>
                  <a:latin typeface="Open Sans" panose="020B0606030504020204" pitchFamily="34" charset="0"/>
                </a:rPr>
                <a:t>Minimise</a:t>
              </a:r>
              <a:r>
                <a:rPr lang="en-US" sz="950">
                  <a:solidFill>
                    <a:srgbClr val="555555"/>
                  </a:solidFill>
                  <a:latin typeface="Open Sans" panose="020B0606030504020204" pitchFamily="34" charset="0"/>
                </a:rPr>
                <a:t> errors and boost customer satisfaction by ensuring invoices are accurate and timely.</a:t>
              </a:r>
              <a:endParaRPr lang="tr-TR" sz="950">
                <a:solidFill>
                  <a:srgbClr val="555555"/>
                </a:solidFill>
                <a:latin typeface="Open Sans" panose="020B0606030504020204" pitchFamily="34" charset="0"/>
              </a:endParaRPr>
            </a:p>
          </p:txBody>
        </p:sp>
      </p:grpSp>
      <p:grpSp>
        <p:nvGrpSpPr>
          <p:cNvPr id="69" name="Grup 68">
            <a:extLst>
              <a:ext uri="{FF2B5EF4-FFF2-40B4-BE49-F238E27FC236}">
                <a16:creationId xmlns:a16="http://schemas.microsoft.com/office/drawing/2014/main" id="{7E5B3A35-E723-0018-0C1D-0302490B7CE5}"/>
              </a:ext>
            </a:extLst>
          </p:cNvPr>
          <p:cNvGrpSpPr/>
          <p:nvPr/>
        </p:nvGrpSpPr>
        <p:grpSpPr>
          <a:xfrm>
            <a:off x="8572711" y="1555506"/>
            <a:ext cx="2817024" cy="1236422"/>
            <a:chOff x="356496" y="683777"/>
            <a:chExt cx="3362632" cy="1309507"/>
          </a:xfrm>
        </p:grpSpPr>
        <p:sp>
          <p:nvSpPr>
            <p:cNvPr id="70" name="TextBox 41">
              <a:extLst>
                <a:ext uri="{FF2B5EF4-FFF2-40B4-BE49-F238E27FC236}">
                  <a16:creationId xmlns:a16="http://schemas.microsoft.com/office/drawing/2014/main" id="{1551781C-6D17-1D01-D87E-AE1DADD26F33}"/>
                </a:ext>
              </a:extLst>
            </p:cNvPr>
            <p:cNvSpPr txBox="1"/>
            <p:nvPr/>
          </p:nvSpPr>
          <p:spPr>
            <a:xfrm>
              <a:off x="356496" y="683777"/>
              <a:ext cx="2612845" cy="391163"/>
            </a:xfrm>
            <a:prstGeom prst="rect">
              <a:avLst/>
            </a:prstGeom>
            <a:noFill/>
          </p:spPr>
          <p:txBody>
            <a:bodyPr wrap="square" rtlCol="0" anchor="b" anchorCtr="0">
              <a:spAutoFit/>
            </a:bodyPr>
            <a:lstStyle/>
            <a:p>
              <a:r>
                <a:rPr lang="tr-TR" b="1" i="0" dirty="0">
                  <a:solidFill>
                    <a:srgbClr val="616173"/>
                  </a:solidFill>
                  <a:effectLst/>
                  <a:latin typeface="Open Sans" panose="020B0606030504020204" pitchFamily="34" charset="0"/>
                </a:rPr>
                <a:t>£</a:t>
              </a:r>
              <a:r>
                <a:rPr lang="tr-TR" b="1" dirty="0" err="1">
                  <a:solidFill>
                    <a:srgbClr val="616173"/>
                  </a:solidFill>
                  <a:latin typeface="Montserrat SemiBold" panose="00000700000000000000" pitchFamily="2" charset="0"/>
                </a:rPr>
                <a:t>pmspival</a:t>
              </a:r>
              <a:endParaRPr lang="en-US" b="1" dirty="0">
                <a:solidFill>
                  <a:srgbClr val="616173"/>
                </a:solidFill>
                <a:latin typeface="Montserrat SemiBold" panose="00000700000000000000" pitchFamily="2" charset="0"/>
                <a:ea typeface="League Spartan" charset="0"/>
                <a:cs typeface="Poppins" pitchFamily="2" charset="77"/>
              </a:endParaRPr>
            </a:p>
          </p:txBody>
        </p:sp>
        <p:sp>
          <p:nvSpPr>
            <p:cNvPr id="71" name="Metin kutusu 70">
              <a:extLst>
                <a:ext uri="{FF2B5EF4-FFF2-40B4-BE49-F238E27FC236}">
                  <a16:creationId xmlns:a16="http://schemas.microsoft.com/office/drawing/2014/main" id="{6F1BDDAE-E645-9EBA-D501-C6D9E4F6692C}"/>
                </a:ext>
              </a:extLst>
            </p:cNvPr>
            <p:cNvSpPr txBox="1"/>
            <p:nvPr/>
          </p:nvSpPr>
          <p:spPr>
            <a:xfrm>
              <a:off x="356496" y="1035612"/>
              <a:ext cx="3362632" cy="456357"/>
            </a:xfrm>
            <a:prstGeom prst="rect">
              <a:avLst/>
            </a:prstGeom>
            <a:noFill/>
          </p:spPr>
          <p:txBody>
            <a:bodyPr wrap="square">
              <a:spAutoFit/>
            </a:bodyPr>
            <a:lstStyle/>
            <a:p>
              <a:pPr algn="l"/>
              <a:r>
                <a:rPr lang="en-US" sz="1100" b="1">
                  <a:solidFill>
                    <a:srgbClr val="555555"/>
                  </a:solidFill>
                  <a:latin typeface="Montserrat SemiBold" panose="00000700000000000000" pitchFamily="2" charset="0"/>
                </a:rPr>
                <a:t>Management of supplier and purchase invoices</a:t>
              </a:r>
              <a:endParaRPr lang="tr-TR" sz="1100" b="1">
                <a:solidFill>
                  <a:srgbClr val="555555"/>
                </a:solidFill>
                <a:latin typeface="Montserrat SemiBold" panose="00000700000000000000" pitchFamily="2" charset="0"/>
              </a:endParaRPr>
            </a:p>
          </p:txBody>
        </p:sp>
        <p:sp>
          <p:nvSpPr>
            <p:cNvPr id="72" name="Metin kutusu 71">
              <a:extLst>
                <a:ext uri="{FF2B5EF4-FFF2-40B4-BE49-F238E27FC236}">
                  <a16:creationId xmlns:a16="http://schemas.microsoft.com/office/drawing/2014/main" id="{84E4D1EF-14E6-0AD5-8297-8C74677C88C4}"/>
                </a:ext>
              </a:extLst>
            </p:cNvPr>
            <p:cNvSpPr txBox="1"/>
            <p:nvPr/>
          </p:nvSpPr>
          <p:spPr>
            <a:xfrm>
              <a:off x="356496" y="1430987"/>
              <a:ext cx="3261775" cy="562297"/>
            </a:xfrm>
            <a:prstGeom prst="rect">
              <a:avLst/>
            </a:prstGeom>
            <a:noFill/>
          </p:spPr>
          <p:txBody>
            <a:bodyPr wrap="square">
              <a:spAutoFit/>
            </a:bodyPr>
            <a:lstStyle/>
            <a:p>
              <a:r>
                <a:rPr lang="en-US" sz="950">
                  <a:solidFill>
                    <a:srgbClr val="555555"/>
                  </a:solidFill>
                  <a:latin typeface="Open Sans" panose="020B0606030504020204" pitchFamily="34" charset="0"/>
                </a:rPr>
                <a:t>Ensure timely payments, maintain good supplier relationships, and contribute to efficient financial operations.</a:t>
              </a:r>
              <a:endParaRPr lang="tr-TR" sz="950">
                <a:solidFill>
                  <a:srgbClr val="555555"/>
                </a:solidFill>
                <a:latin typeface="Open Sans" panose="020B0606030504020204" pitchFamily="34" charset="0"/>
              </a:endParaRPr>
            </a:p>
          </p:txBody>
        </p:sp>
      </p:grpSp>
      <p:grpSp>
        <p:nvGrpSpPr>
          <p:cNvPr id="73" name="Grup 72">
            <a:extLst>
              <a:ext uri="{FF2B5EF4-FFF2-40B4-BE49-F238E27FC236}">
                <a16:creationId xmlns:a16="http://schemas.microsoft.com/office/drawing/2014/main" id="{2865B4AC-CEDE-B198-8823-F65733A7D6EC}"/>
              </a:ext>
            </a:extLst>
          </p:cNvPr>
          <p:cNvGrpSpPr/>
          <p:nvPr/>
        </p:nvGrpSpPr>
        <p:grpSpPr>
          <a:xfrm>
            <a:off x="639381" y="3093878"/>
            <a:ext cx="2711169" cy="1370982"/>
            <a:chOff x="356496" y="683776"/>
            <a:chExt cx="3362632" cy="1452021"/>
          </a:xfrm>
        </p:grpSpPr>
        <p:sp>
          <p:nvSpPr>
            <p:cNvPr id="74" name="TextBox 41">
              <a:extLst>
                <a:ext uri="{FF2B5EF4-FFF2-40B4-BE49-F238E27FC236}">
                  <a16:creationId xmlns:a16="http://schemas.microsoft.com/office/drawing/2014/main" id="{C6BB370F-4052-27E3-0C65-3E4B268F8318}"/>
                </a:ext>
              </a:extLst>
            </p:cNvPr>
            <p:cNvSpPr txBox="1"/>
            <p:nvPr/>
          </p:nvSpPr>
          <p:spPr>
            <a:xfrm>
              <a:off x="356496" y="683776"/>
              <a:ext cx="2612847" cy="391163"/>
            </a:xfrm>
            <a:prstGeom prst="rect">
              <a:avLst/>
            </a:prstGeom>
            <a:noFill/>
          </p:spPr>
          <p:txBody>
            <a:bodyPr wrap="square" rtlCol="0" anchor="b" anchorCtr="0">
              <a:spAutoFit/>
            </a:bodyPr>
            <a:lstStyle/>
            <a:p>
              <a:r>
                <a:rPr lang="tr-TR" b="1" i="0" dirty="0">
                  <a:solidFill>
                    <a:srgbClr val="1078CF"/>
                  </a:solidFill>
                  <a:effectLst/>
                  <a:latin typeface="Open Sans" panose="020B0606030504020204" pitchFamily="34" charset="0"/>
                </a:rPr>
                <a:t>£</a:t>
              </a:r>
              <a:r>
                <a:rPr lang="tr-TR" b="1" dirty="0" err="1">
                  <a:solidFill>
                    <a:srgbClr val="1078CF"/>
                  </a:solidFill>
                  <a:latin typeface="Montserrat SemiBold" panose="00000700000000000000" pitchFamily="2" charset="0"/>
                </a:rPr>
                <a:t>pmslval</a:t>
              </a:r>
              <a:endParaRPr lang="en-US" b="1" dirty="0">
                <a:solidFill>
                  <a:srgbClr val="1078CF"/>
                </a:solidFill>
                <a:latin typeface="Montserrat SemiBold" panose="00000700000000000000" pitchFamily="2" charset="0"/>
                <a:ea typeface="League Spartan" charset="0"/>
                <a:cs typeface="Poppins" pitchFamily="2" charset="77"/>
              </a:endParaRPr>
            </a:p>
          </p:txBody>
        </p:sp>
        <p:sp>
          <p:nvSpPr>
            <p:cNvPr id="75" name="Metin kutusu 74">
              <a:extLst>
                <a:ext uri="{FF2B5EF4-FFF2-40B4-BE49-F238E27FC236}">
                  <a16:creationId xmlns:a16="http://schemas.microsoft.com/office/drawing/2014/main" id="{50E001AB-8FF1-E94B-B712-5A290A6E18DC}"/>
                </a:ext>
              </a:extLst>
            </p:cNvPr>
            <p:cNvSpPr txBox="1"/>
            <p:nvPr/>
          </p:nvSpPr>
          <p:spPr>
            <a:xfrm>
              <a:off x="356496" y="1035612"/>
              <a:ext cx="3362632" cy="456357"/>
            </a:xfrm>
            <a:prstGeom prst="rect">
              <a:avLst/>
            </a:prstGeom>
            <a:noFill/>
          </p:spPr>
          <p:txBody>
            <a:bodyPr wrap="square">
              <a:spAutoFit/>
            </a:bodyPr>
            <a:lstStyle/>
            <a:p>
              <a:r>
                <a:rPr lang="en-US" sz="1100" b="1">
                  <a:solidFill>
                    <a:srgbClr val="555555"/>
                  </a:solidFill>
                  <a:latin typeface="Montserrat SemiBold" panose="00000700000000000000" pitchFamily="2" charset="0"/>
                </a:rPr>
                <a:t>Managing maverick spend &amp; spend leakage</a:t>
              </a:r>
              <a:endParaRPr lang="tr-TR" sz="1100" b="1">
                <a:solidFill>
                  <a:srgbClr val="555555"/>
                </a:solidFill>
                <a:latin typeface="Montserrat SemiBold" panose="00000700000000000000" pitchFamily="2" charset="0"/>
              </a:endParaRPr>
            </a:p>
          </p:txBody>
        </p:sp>
        <p:sp>
          <p:nvSpPr>
            <p:cNvPr id="76" name="Metin kutusu 75">
              <a:extLst>
                <a:ext uri="{FF2B5EF4-FFF2-40B4-BE49-F238E27FC236}">
                  <a16:creationId xmlns:a16="http://schemas.microsoft.com/office/drawing/2014/main" id="{5E3D4A24-7F4A-C1AC-C3AB-CBCE8E598898}"/>
                </a:ext>
              </a:extLst>
            </p:cNvPr>
            <p:cNvSpPr txBox="1"/>
            <p:nvPr/>
          </p:nvSpPr>
          <p:spPr>
            <a:xfrm>
              <a:off x="356496" y="1418665"/>
              <a:ext cx="3261775" cy="717132"/>
            </a:xfrm>
            <a:prstGeom prst="rect">
              <a:avLst/>
            </a:prstGeom>
            <a:noFill/>
          </p:spPr>
          <p:txBody>
            <a:bodyPr wrap="square">
              <a:spAutoFit/>
            </a:bodyPr>
            <a:lstStyle/>
            <a:p>
              <a:r>
                <a:rPr lang="en-US" sz="950">
                  <a:solidFill>
                    <a:srgbClr val="555555"/>
                  </a:solidFill>
                  <a:latin typeface="Open Sans" panose="020B0606030504020204" pitchFamily="34" charset="0"/>
                </a:rPr>
                <a:t>Enable significant cost savings, empowering your business to allocate resources more effectively and achieve greater financial stability.</a:t>
              </a:r>
              <a:endParaRPr lang="tr-TR" sz="950">
                <a:solidFill>
                  <a:srgbClr val="555555"/>
                </a:solidFill>
                <a:latin typeface="Open Sans" panose="020B0606030504020204" pitchFamily="34" charset="0"/>
              </a:endParaRPr>
            </a:p>
          </p:txBody>
        </p:sp>
      </p:grpSp>
      <p:grpSp>
        <p:nvGrpSpPr>
          <p:cNvPr id="77" name="Grup 76">
            <a:extLst>
              <a:ext uri="{FF2B5EF4-FFF2-40B4-BE49-F238E27FC236}">
                <a16:creationId xmlns:a16="http://schemas.microsoft.com/office/drawing/2014/main" id="{118F5D80-1BA8-57AB-9004-64A09A82D87B}"/>
              </a:ext>
            </a:extLst>
          </p:cNvPr>
          <p:cNvGrpSpPr/>
          <p:nvPr/>
        </p:nvGrpSpPr>
        <p:grpSpPr>
          <a:xfrm>
            <a:off x="3283824" y="3093877"/>
            <a:ext cx="2711169" cy="1392109"/>
            <a:chOff x="356496" y="683777"/>
            <a:chExt cx="3362632" cy="1474396"/>
          </a:xfrm>
        </p:grpSpPr>
        <p:sp>
          <p:nvSpPr>
            <p:cNvPr id="78" name="TextBox 41">
              <a:extLst>
                <a:ext uri="{FF2B5EF4-FFF2-40B4-BE49-F238E27FC236}">
                  <a16:creationId xmlns:a16="http://schemas.microsoft.com/office/drawing/2014/main" id="{FBDA022D-B820-80DD-3407-D3B36C0068F6}"/>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FCB415"/>
                  </a:solidFill>
                  <a:effectLst/>
                  <a:latin typeface="Open Sans" panose="020B0606030504020204" pitchFamily="34" charset="0"/>
                </a:rPr>
                <a:t>£</a:t>
              </a:r>
              <a:r>
                <a:rPr lang="tr-TR" b="1" dirty="0" err="1">
                  <a:solidFill>
                    <a:srgbClr val="FCB415"/>
                  </a:solidFill>
                  <a:latin typeface="Montserrat SemiBold" panose="00000700000000000000" pitchFamily="2" charset="0"/>
                </a:rPr>
                <a:t>pfqmrval</a:t>
              </a:r>
              <a:endParaRPr lang="en-US" b="1" dirty="0">
                <a:solidFill>
                  <a:srgbClr val="FCB415"/>
                </a:solidFill>
                <a:latin typeface="Montserrat SemiBold" panose="00000700000000000000" pitchFamily="2" charset="0"/>
                <a:ea typeface="League Spartan" charset="0"/>
                <a:cs typeface="Poppins" pitchFamily="2" charset="77"/>
              </a:endParaRPr>
            </a:p>
          </p:txBody>
        </p:sp>
        <p:sp>
          <p:nvSpPr>
            <p:cNvPr id="79" name="Metin kutusu 78">
              <a:extLst>
                <a:ext uri="{FF2B5EF4-FFF2-40B4-BE49-F238E27FC236}">
                  <a16:creationId xmlns:a16="http://schemas.microsoft.com/office/drawing/2014/main" id="{6558F8BD-4CC4-59FD-F0D0-ADF38AC04CBF}"/>
                </a:ext>
              </a:extLst>
            </p:cNvPr>
            <p:cNvSpPr txBox="1"/>
            <p:nvPr/>
          </p:nvSpPr>
          <p:spPr>
            <a:xfrm>
              <a:off x="356496" y="1035612"/>
              <a:ext cx="3362632" cy="456357"/>
            </a:xfrm>
            <a:prstGeom prst="rect">
              <a:avLst/>
            </a:prstGeom>
            <a:noFill/>
          </p:spPr>
          <p:txBody>
            <a:bodyPr wrap="square">
              <a:spAutoFit/>
            </a:bodyPr>
            <a:lstStyle/>
            <a:p>
              <a:pPr algn="l"/>
              <a:r>
                <a:rPr lang="en-US" sz="1100" b="1">
                  <a:solidFill>
                    <a:srgbClr val="555555"/>
                  </a:solidFill>
                  <a:latin typeface="Montserrat SemiBold" panose="00000700000000000000" pitchFamily="2" charset="0"/>
                </a:rPr>
                <a:t>Finance query management and dashboard reporting</a:t>
              </a:r>
              <a:endParaRPr lang="tr-TR" sz="1100" b="1">
                <a:solidFill>
                  <a:srgbClr val="555555"/>
                </a:solidFill>
                <a:latin typeface="Montserrat SemiBold" panose="00000700000000000000" pitchFamily="2" charset="0"/>
              </a:endParaRPr>
            </a:p>
          </p:txBody>
        </p:sp>
        <p:sp>
          <p:nvSpPr>
            <p:cNvPr id="80" name="Metin kutusu 79">
              <a:extLst>
                <a:ext uri="{FF2B5EF4-FFF2-40B4-BE49-F238E27FC236}">
                  <a16:creationId xmlns:a16="http://schemas.microsoft.com/office/drawing/2014/main" id="{8C7FAF5C-CC9D-8233-B796-8E75C1E24FCE}"/>
                </a:ext>
              </a:extLst>
            </p:cNvPr>
            <p:cNvSpPr txBox="1"/>
            <p:nvPr/>
          </p:nvSpPr>
          <p:spPr>
            <a:xfrm>
              <a:off x="356496" y="1441042"/>
              <a:ext cx="3261775" cy="717131"/>
            </a:xfrm>
            <a:prstGeom prst="rect">
              <a:avLst/>
            </a:prstGeom>
            <a:noFill/>
          </p:spPr>
          <p:txBody>
            <a:bodyPr wrap="square">
              <a:spAutoFit/>
            </a:bodyPr>
            <a:lstStyle/>
            <a:p>
              <a:r>
                <a:rPr lang="en-US" sz="950">
                  <a:solidFill>
                    <a:srgbClr val="555555"/>
                  </a:solidFill>
                  <a:latin typeface="Open Sans" panose="020B0606030504020204" pitchFamily="34" charset="0"/>
                </a:rPr>
                <a:t>Quicker decision-making, increased accuracy and enhanced visibility into financial performance, ultimately drives customer success and satisfaction.</a:t>
              </a:r>
              <a:endParaRPr lang="tr-TR" sz="950">
                <a:solidFill>
                  <a:srgbClr val="555555"/>
                </a:solidFill>
                <a:latin typeface="Open Sans" panose="020B0606030504020204" pitchFamily="34" charset="0"/>
              </a:endParaRPr>
            </a:p>
          </p:txBody>
        </p:sp>
      </p:grpSp>
      <p:grpSp>
        <p:nvGrpSpPr>
          <p:cNvPr id="81" name="Grup 80">
            <a:extLst>
              <a:ext uri="{FF2B5EF4-FFF2-40B4-BE49-F238E27FC236}">
                <a16:creationId xmlns:a16="http://schemas.microsoft.com/office/drawing/2014/main" id="{547AC10B-3F32-3D2A-4977-3D386C0C493D}"/>
              </a:ext>
            </a:extLst>
          </p:cNvPr>
          <p:cNvGrpSpPr/>
          <p:nvPr/>
        </p:nvGrpSpPr>
        <p:grpSpPr>
          <a:xfrm>
            <a:off x="5928267" y="3093877"/>
            <a:ext cx="2711169" cy="1397126"/>
            <a:chOff x="356496" y="683777"/>
            <a:chExt cx="3362632" cy="1479709"/>
          </a:xfrm>
        </p:grpSpPr>
        <p:sp>
          <p:nvSpPr>
            <p:cNvPr id="82" name="TextBox 41">
              <a:extLst>
                <a:ext uri="{FF2B5EF4-FFF2-40B4-BE49-F238E27FC236}">
                  <a16:creationId xmlns:a16="http://schemas.microsoft.com/office/drawing/2014/main" id="{E3B4E250-763C-58C9-0054-9F4C78D6F0E1}"/>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2D4FB2"/>
                  </a:solidFill>
                  <a:effectLst/>
                  <a:latin typeface="Open Sans" panose="020B0606030504020204" pitchFamily="34" charset="0"/>
                </a:rPr>
                <a:t>£</a:t>
              </a:r>
              <a:r>
                <a:rPr lang="tr-TR" b="1" dirty="0" err="1">
                  <a:solidFill>
                    <a:srgbClr val="2D4FB2"/>
                  </a:solidFill>
                  <a:latin typeface="Montserrat SemiBold" panose="00000700000000000000" pitchFamily="2" charset="0"/>
                </a:rPr>
                <a:t>pdcapval</a:t>
              </a:r>
              <a:endParaRPr lang="en-US" b="1" dirty="0">
                <a:solidFill>
                  <a:srgbClr val="2D4FB2"/>
                </a:solidFill>
                <a:latin typeface="Montserrat SemiBold" panose="00000700000000000000" pitchFamily="2" charset="0"/>
                <a:ea typeface="League Spartan" charset="0"/>
                <a:cs typeface="Poppins" pitchFamily="2" charset="77"/>
              </a:endParaRPr>
            </a:p>
          </p:txBody>
        </p:sp>
        <p:sp>
          <p:nvSpPr>
            <p:cNvPr id="83" name="Metin kutusu 82">
              <a:extLst>
                <a:ext uri="{FF2B5EF4-FFF2-40B4-BE49-F238E27FC236}">
                  <a16:creationId xmlns:a16="http://schemas.microsoft.com/office/drawing/2014/main" id="{B18B83CF-638A-02E5-7BFE-F45E37ED32F8}"/>
                </a:ext>
              </a:extLst>
            </p:cNvPr>
            <p:cNvSpPr txBox="1"/>
            <p:nvPr/>
          </p:nvSpPr>
          <p:spPr>
            <a:xfrm>
              <a:off x="356496" y="1035612"/>
              <a:ext cx="3362632" cy="456357"/>
            </a:xfrm>
            <a:prstGeom prst="rect">
              <a:avLst/>
            </a:prstGeom>
            <a:noFill/>
          </p:spPr>
          <p:txBody>
            <a:bodyPr wrap="square">
              <a:spAutoFit/>
            </a:bodyPr>
            <a:lstStyle/>
            <a:p>
              <a:r>
                <a:rPr lang="tr-TR" sz="1100" b="1">
                  <a:solidFill>
                    <a:srgbClr val="555555"/>
                  </a:solidFill>
                  <a:latin typeface="Montserrat SemiBold" panose="00000700000000000000" pitchFamily="2" charset="0"/>
                </a:rPr>
                <a:t>Debt collectıon adm</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n</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strat</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on processes</a:t>
              </a:r>
            </a:p>
          </p:txBody>
        </p:sp>
        <p:sp>
          <p:nvSpPr>
            <p:cNvPr id="84" name="Metin kutusu 83">
              <a:extLst>
                <a:ext uri="{FF2B5EF4-FFF2-40B4-BE49-F238E27FC236}">
                  <a16:creationId xmlns:a16="http://schemas.microsoft.com/office/drawing/2014/main" id="{C1737B73-17B8-85F5-C847-79D01E6AC6B2}"/>
                </a:ext>
              </a:extLst>
            </p:cNvPr>
            <p:cNvSpPr txBox="1"/>
            <p:nvPr/>
          </p:nvSpPr>
          <p:spPr>
            <a:xfrm>
              <a:off x="356496" y="1446355"/>
              <a:ext cx="3261775" cy="717131"/>
            </a:xfrm>
            <a:prstGeom prst="rect">
              <a:avLst/>
            </a:prstGeom>
            <a:noFill/>
          </p:spPr>
          <p:txBody>
            <a:bodyPr wrap="square">
              <a:spAutoFit/>
            </a:bodyPr>
            <a:lstStyle/>
            <a:p>
              <a:r>
                <a:rPr lang="en-US" sz="950">
                  <a:solidFill>
                    <a:srgbClr val="555555"/>
                  </a:solidFill>
                  <a:latin typeface="Open Sans" panose="020B0606030504020204" pitchFamily="34" charset="0"/>
                </a:rPr>
                <a:t>Boost efficiency, cut costs, and elevate customer satisfaction by ensuring tailored and responsive debt collection processes, which  are timely and accurate.</a:t>
              </a:r>
              <a:endParaRPr lang="tr-TR" sz="950">
                <a:solidFill>
                  <a:srgbClr val="555555"/>
                </a:solidFill>
                <a:latin typeface="Open Sans" panose="020B0606030504020204" pitchFamily="34" charset="0"/>
              </a:endParaRPr>
            </a:p>
          </p:txBody>
        </p:sp>
      </p:grpSp>
      <p:grpSp>
        <p:nvGrpSpPr>
          <p:cNvPr id="85" name="Grup 84">
            <a:extLst>
              <a:ext uri="{FF2B5EF4-FFF2-40B4-BE49-F238E27FC236}">
                <a16:creationId xmlns:a16="http://schemas.microsoft.com/office/drawing/2014/main" id="{D1BC1DB1-2174-6511-F107-A3A31E49A290}"/>
              </a:ext>
            </a:extLst>
          </p:cNvPr>
          <p:cNvGrpSpPr/>
          <p:nvPr/>
        </p:nvGrpSpPr>
        <p:grpSpPr>
          <a:xfrm>
            <a:off x="8558119" y="3094926"/>
            <a:ext cx="2711169" cy="1281712"/>
            <a:chOff x="356496" y="651180"/>
            <a:chExt cx="3362632" cy="1357473"/>
          </a:xfrm>
        </p:grpSpPr>
        <p:sp>
          <p:nvSpPr>
            <p:cNvPr id="86" name="TextBox 41">
              <a:extLst>
                <a:ext uri="{FF2B5EF4-FFF2-40B4-BE49-F238E27FC236}">
                  <a16:creationId xmlns:a16="http://schemas.microsoft.com/office/drawing/2014/main" id="{FAD98C92-BDEA-DF29-26C7-2E5CC8A2763B}"/>
                </a:ext>
              </a:extLst>
            </p:cNvPr>
            <p:cNvSpPr txBox="1"/>
            <p:nvPr/>
          </p:nvSpPr>
          <p:spPr>
            <a:xfrm>
              <a:off x="356496" y="651180"/>
              <a:ext cx="2612847" cy="423761"/>
            </a:xfrm>
            <a:prstGeom prst="rect">
              <a:avLst/>
            </a:prstGeom>
            <a:noFill/>
          </p:spPr>
          <p:txBody>
            <a:bodyPr wrap="square" rtlCol="0" anchor="b" anchorCtr="0">
              <a:spAutoFit/>
            </a:bodyPr>
            <a:lstStyle/>
            <a:p>
              <a:r>
                <a:rPr lang="tr-TR" sz="2000" b="1" i="0" dirty="0">
                  <a:solidFill>
                    <a:srgbClr val="40404C"/>
                  </a:solidFill>
                  <a:effectLst/>
                  <a:latin typeface="Open Sans" panose="020B0606030504020204" pitchFamily="34" charset="0"/>
                </a:rPr>
                <a:t>£</a:t>
              </a:r>
              <a:r>
                <a:rPr lang="tr-TR" sz="2000" b="1" dirty="0" err="1">
                  <a:solidFill>
                    <a:srgbClr val="40404C"/>
                  </a:solidFill>
                  <a:latin typeface="Montserrat SemiBold" panose="00000700000000000000" pitchFamily="2" charset="0"/>
                </a:rPr>
                <a:t>pcifwval</a:t>
              </a:r>
              <a:endParaRPr lang="en-US" sz="2000" b="1" dirty="0">
                <a:solidFill>
                  <a:srgbClr val="40404C"/>
                </a:solidFill>
                <a:latin typeface="Montserrat SemiBold" panose="00000700000000000000" pitchFamily="2" charset="0"/>
                <a:ea typeface="League Spartan" charset="0"/>
                <a:cs typeface="Poppins" pitchFamily="2" charset="77"/>
              </a:endParaRPr>
            </a:p>
          </p:txBody>
        </p:sp>
        <p:sp>
          <p:nvSpPr>
            <p:cNvPr id="87" name="Metin kutusu 86">
              <a:extLst>
                <a:ext uri="{FF2B5EF4-FFF2-40B4-BE49-F238E27FC236}">
                  <a16:creationId xmlns:a16="http://schemas.microsoft.com/office/drawing/2014/main" id="{B25403EB-7BEC-A4A1-50CD-924F1344F101}"/>
                </a:ext>
              </a:extLst>
            </p:cNvPr>
            <p:cNvSpPr txBox="1"/>
            <p:nvPr/>
          </p:nvSpPr>
          <p:spPr>
            <a:xfrm>
              <a:off x="356496" y="1035613"/>
              <a:ext cx="3362632" cy="456357"/>
            </a:xfrm>
            <a:prstGeom prst="rect">
              <a:avLst/>
            </a:prstGeom>
            <a:noFill/>
          </p:spPr>
          <p:txBody>
            <a:bodyPr wrap="square">
              <a:spAutoFit/>
            </a:bodyPr>
            <a:lstStyle/>
            <a:p>
              <a:pPr algn="l"/>
              <a:r>
                <a:rPr lang="en-US" sz="1100" b="1">
                  <a:solidFill>
                    <a:srgbClr val="555555"/>
                  </a:solidFill>
                  <a:latin typeface="Montserrat SemiBold" panose="00000700000000000000" pitchFamily="2" charset="0"/>
                </a:rPr>
                <a:t>Customer invoicing &amp; finance workflow management</a:t>
              </a:r>
              <a:endParaRPr lang="tr-TR" sz="1100" b="1">
                <a:solidFill>
                  <a:srgbClr val="555555"/>
                </a:solidFill>
                <a:latin typeface="Montserrat SemiBold" panose="00000700000000000000" pitchFamily="2" charset="0"/>
              </a:endParaRPr>
            </a:p>
          </p:txBody>
        </p:sp>
        <p:sp>
          <p:nvSpPr>
            <p:cNvPr id="88" name="Metin kutusu 87">
              <a:extLst>
                <a:ext uri="{FF2B5EF4-FFF2-40B4-BE49-F238E27FC236}">
                  <a16:creationId xmlns:a16="http://schemas.microsoft.com/office/drawing/2014/main" id="{6244A896-3A03-786F-B4A8-4D24D5D91655}"/>
                </a:ext>
              </a:extLst>
            </p:cNvPr>
            <p:cNvSpPr txBox="1"/>
            <p:nvPr/>
          </p:nvSpPr>
          <p:spPr>
            <a:xfrm>
              <a:off x="356496" y="1446356"/>
              <a:ext cx="3261775" cy="562297"/>
            </a:xfrm>
            <a:prstGeom prst="rect">
              <a:avLst/>
            </a:prstGeom>
            <a:noFill/>
          </p:spPr>
          <p:txBody>
            <a:bodyPr wrap="square">
              <a:spAutoFit/>
            </a:bodyPr>
            <a:lstStyle/>
            <a:p>
              <a:r>
                <a:rPr lang="en-US" sz="950">
                  <a:solidFill>
                    <a:srgbClr val="555555"/>
                  </a:solidFill>
                  <a:latin typeface="Open Sans" panose="020B0606030504020204" pitchFamily="34" charset="0"/>
                </a:rPr>
                <a:t>Enhance accuracy, efficiency and customer satisfaction by streamlining processes and reducing errors.</a:t>
              </a:r>
              <a:endParaRPr lang="tr-TR" sz="950">
                <a:solidFill>
                  <a:srgbClr val="555555"/>
                </a:solidFill>
                <a:latin typeface="Open Sans" panose="020B0606030504020204" pitchFamily="34" charset="0"/>
              </a:endParaRPr>
            </a:p>
          </p:txBody>
        </p:sp>
      </p:grpSp>
      <p:grpSp>
        <p:nvGrpSpPr>
          <p:cNvPr id="89" name="Grup 88">
            <a:extLst>
              <a:ext uri="{FF2B5EF4-FFF2-40B4-BE49-F238E27FC236}">
                <a16:creationId xmlns:a16="http://schemas.microsoft.com/office/drawing/2014/main" id="{B6FC5DC2-9816-C28A-49C6-905324CF16FD}"/>
              </a:ext>
            </a:extLst>
          </p:cNvPr>
          <p:cNvGrpSpPr/>
          <p:nvPr/>
        </p:nvGrpSpPr>
        <p:grpSpPr>
          <a:xfrm>
            <a:off x="639381" y="4898950"/>
            <a:ext cx="2711169" cy="1137569"/>
            <a:chOff x="356496" y="683777"/>
            <a:chExt cx="3362632" cy="1204811"/>
          </a:xfrm>
        </p:grpSpPr>
        <p:sp>
          <p:nvSpPr>
            <p:cNvPr id="90" name="TextBox 41">
              <a:extLst>
                <a:ext uri="{FF2B5EF4-FFF2-40B4-BE49-F238E27FC236}">
                  <a16:creationId xmlns:a16="http://schemas.microsoft.com/office/drawing/2014/main" id="{040C7596-B0EB-2210-DE04-4429F84B17E9}"/>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4C9ADB"/>
                  </a:solidFill>
                  <a:effectLst/>
                  <a:latin typeface="Open Sans" panose="020B0606030504020204" pitchFamily="34" charset="0"/>
                </a:rPr>
                <a:t>£</a:t>
              </a:r>
              <a:r>
                <a:rPr lang="tr-TR" b="1" dirty="0" err="1">
                  <a:solidFill>
                    <a:srgbClr val="4C9ADB"/>
                  </a:solidFill>
                  <a:latin typeface="Montserrat SemiBold" panose="00000700000000000000" pitchFamily="2" charset="0"/>
                </a:rPr>
                <a:t>poemval</a:t>
              </a:r>
              <a:endParaRPr lang="en-US" b="1" dirty="0">
                <a:solidFill>
                  <a:srgbClr val="4C9ADB"/>
                </a:solidFill>
                <a:latin typeface="Montserrat SemiBold" panose="00000700000000000000" pitchFamily="2" charset="0"/>
                <a:ea typeface="League Spartan" charset="0"/>
                <a:cs typeface="Poppins" pitchFamily="2" charset="77"/>
              </a:endParaRPr>
            </a:p>
          </p:txBody>
        </p:sp>
        <p:sp>
          <p:nvSpPr>
            <p:cNvPr id="91" name="Metin kutusu 90">
              <a:extLst>
                <a:ext uri="{FF2B5EF4-FFF2-40B4-BE49-F238E27FC236}">
                  <a16:creationId xmlns:a16="http://schemas.microsoft.com/office/drawing/2014/main" id="{DA6471D3-6233-27D4-7B5E-975CF7A4B7C4}"/>
                </a:ext>
              </a:extLst>
            </p:cNvPr>
            <p:cNvSpPr txBox="1"/>
            <p:nvPr/>
          </p:nvSpPr>
          <p:spPr>
            <a:xfrm>
              <a:off x="356496" y="1035612"/>
              <a:ext cx="3362632" cy="277074"/>
            </a:xfrm>
            <a:prstGeom prst="rect">
              <a:avLst/>
            </a:prstGeom>
            <a:noFill/>
          </p:spPr>
          <p:txBody>
            <a:bodyPr wrap="square">
              <a:spAutoFit/>
            </a:bodyPr>
            <a:lstStyle/>
            <a:p>
              <a:pPr algn="l"/>
              <a:r>
                <a:rPr lang="tr-TR" sz="1100" b="1">
                  <a:solidFill>
                    <a:srgbClr val="555555"/>
                  </a:solidFill>
                  <a:latin typeface="Montserrat SemiBold" panose="00000700000000000000" pitchFamily="2" charset="0"/>
                </a:rPr>
                <a:t>Onl</a:t>
              </a:r>
              <a:r>
                <a:rPr lang="tr-TR" sz="1100" b="1" i="0">
                  <a:solidFill>
                    <a:srgbClr val="555555"/>
                  </a:solidFill>
                  <a:effectLst/>
                  <a:latin typeface="Montserrat SemiBold" panose="00000700000000000000" pitchFamily="2" charset="0"/>
                </a:rPr>
                <a:t>ı</a:t>
              </a:r>
              <a:r>
                <a:rPr lang="tr-TR" sz="1100" b="1">
                  <a:solidFill>
                    <a:srgbClr val="555555"/>
                  </a:solidFill>
                  <a:latin typeface="Montserrat SemiBold" panose="00000700000000000000" pitchFamily="2" charset="0"/>
                </a:rPr>
                <a:t>ne expense management</a:t>
              </a:r>
            </a:p>
          </p:txBody>
        </p:sp>
        <p:sp>
          <p:nvSpPr>
            <p:cNvPr id="92" name="Metin kutusu 91">
              <a:extLst>
                <a:ext uri="{FF2B5EF4-FFF2-40B4-BE49-F238E27FC236}">
                  <a16:creationId xmlns:a16="http://schemas.microsoft.com/office/drawing/2014/main" id="{3EAE79DF-C418-D07D-C392-EFDC35397642}"/>
                </a:ext>
              </a:extLst>
            </p:cNvPr>
            <p:cNvSpPr txBox="1"/>
            <p:nvPr/>
          </p:nvSpPr>
          <p:spPr>
            <a:xfrm>
              <a:off x="356496" y="1326290"/>
              <a:ext cx="3261775" cy="562298"/>
            </a:xfrm>
            <a:prstGeom prst="rect">
              <a:avLst/>
            </a:prstGeom>
            <a:noFill/>
          </p:spPr>
          <p:txBody>
            <a:bodyPr wrap="square">
              <a:spAutoFit/>
            </a:bodyPr>
            <a:lstStyle/>
            <a:p>
              <a:r>
                <a:rPr lang="en-US" sz="950">
                  <a:solidFill>
                    <a:srgbClr val="555555"/>
                  </a:solidFill>
                  <a:latin typeface="Open Sans" panose="020B0606030504020204" pitchFamily="34" charset="0"/>
                </a:rPr>
                <a:t>Simplify financial expenses tracking, reduce claim errors and enhance expense budget controls easily.</a:t>
              </a:r>
              <a:endParaRPr lang="tr-TR" sz="950">
                <a:solidFill>
                  <a:srgbClr val="555555"/>
                </a:solidFill>
                <a:latin typeface="Open Sans" panose="020B0606030504020204" pitchFamily="34" charset="0"/>
              </a:endParaRPr>
            </a:p>
          </p:txBody>
        </p:sp>
      </p:grpSp>
      <p:grpSp>
        <p:nvGrpSpPr>
          <p:cNvPr id="93" name="Grup 92">
            <a:extLst>
              <a:ext uri="{FF2B5EF4-FFF2-40B4-BE49-F238E27FC236}">
                <a16:creationId xmlns:a16="http://schemas.microsoft.com/office/drawing/2014/main" id="{54312CB7-4E77-3AA7-4110-43950988EA1A}"/>
              </a:ext>
            </a:extLst>
          </p:cNvPr>
          <p:cNvGrpSpPr/>
          <p:nvPr/>
        </p:nvGrpSpPr>
        <p:grpSpPr>
          <a:xfrm>
            <a:off x="3283824" y="4898950"/>
            <a:ext cx="2711169" cy="1283762"/>
            <a:chOff x="356496" y="683777"/>
            <a:chExt cx="3362632" cy="1359644"/>
          </a:xfrm>
        </p:grpSpPr>
        <p:sp>
          <p:nvSpPr>
            <p:cNvPr id="94" name="TextBox 41">
              <a:extLst>
                <a:ext uri="{FF2B5EF4-FFF2-40B4-BE49-F238E27FC236}">
                  <a16:creationId xmlns:a16="http://schemas.microsoft.com/office/drawing/2014/main" id="{2A168926-C88B-805A-ED57-1F59F264B1CD}"/>
                </a:ext>
              </a:extLst>
            </p:cNvPr>
            <p:cNvSpPr txBox="1"/>
            <p:nvPr/>
          </p:nvSpPr>
          <p:spPr>
            <a:xfrm>
              <a:off x="356496" y="683777"/>
              <a:ext cx="2612847" cy="391163"/>
            </a:xfrm>
            <a:prstGeom prst="rect">
              <a:avLst/>
            </a:prstGeom>
            <a:noFill/>
          </p:spPr>
          <p:txBody>
            <a:bodyPr wrap="square" rtlCol="0" anchor="b" anchorCtr="0">
              <a:spAutoFit/>
            </a:bodyPr>
            <a:lstStyle/>
            <a:p>
              <a:r>
                <a:rPr lang="tr-TR" b="1" i="0" dirty="0">
                  <a:solidFill>
                    <a:srgbClr val="A4A4B2"/>
                  </a:solidFill>
                  <a:effectLst/>
                  <a:latin typeface="Open Sans" panose="020B0606030504020204" pitchFamily="34" charset="0"/>
                </a:rPr>
                <a:t>£</a:t>
              </a:r>
              <a:r>
                <a:rPr lang="tr-TR" b="1" dirty="0" err="1">
                  <a:solidFill>
                    <a:srgbClr val="A4A4B2"/>
                  </a:solidFill>
                  <a:latin typeface="Montserrat SemiBold" panose="00000700000000000000" pitchFamily="2" charset="0"/>
                </a:rPr>
                <a:t>pitfinanceval</a:t>
              </a:r>
              <a:endParaRPr lang="en-US" b="1" dirty="0">
                <a:solidFill>
                  <a:srgbClr val="A4A4B2"/>
                </a:solidFill>
                <a:latin typeface="Montserrat SemiBold" panose="00000700000000000000" pitchFamily="2" charset="0"/>
                <a:ea typeface="League Spartan" charset="0"/>
                <a:cs typeface="Poppins" pitchFamily="2" charset="77"/>
              </a:endParaRPr>
            </a:p>
          </p:txBody>
        </p:sp>
        <p:sp>
          <p:nvSpPr>
            <p:cNvPr id="95" name="Metin kutusu 94">
              <a:extLst>
                <a:ext uri="{FF2B5EF4-FFF2-40B4-BE49-F238E27FC236}">
                  <a16:creationId xmlns:a16="http://schemas.microsoft.com/office/drawing/2014/main" id="{1B0B9E77-0BC7-1340-37BC-435C4454D2A3}"/>
                </a:ext>
              </a:extLst>
            </p:cNvPr>
            <p:cNvSpPr txBox="1"/>
            <p:nvPr/>
          </p:nvSpPr>
          <p:spPr>
            <a:xfrm>
              <a:off x="356496" y="1035612"/>
              <a:ext cx="3362632" cy="277074"/>
            </a:xfrm>
            <a:prstGeom prst="rect">
              <a:avLst/>
            </a:prstGeom>
            <a:noFill/>
          </p:spPr>
          <p:txBody>
            <a:bodyPr wrap="square">
              <a:spAutoFit/>
            </a:bodyPr>
            <a:lstStyle/>
            <a:p>
              <a:pPr algn="l"/>
              <a:r>
                <a:rPr lang="tr-TR" sz="1100" b="1">
                  <a:solidFill>
                    <a:srgbClr val="555555"/>
                  </a:solidFill>
                  <a:latin typeface="Montserrat SemiBold" panose="00000700000000000000" pitchFamily="2" charset="0"/>
                </a:rPr>
                <a:t>IT fınance systems</a:t>
              </a:r>
            </a:p>
          </p:txBody>
        </p:sp>
        <p:sp>
          <p:nvSpPr>
            <p:cNvPr id="96" name="Metin kutusu 95">
              <a:extLst>
                <a:ext uri="{FF2B5EF4-FFF2-40B4-BE49-F238E27FC236}">
                  <a16:creationId xmlns:a16="http://schemas.microsoft.com/office/drawing/2014/main" id="{623DE048-137F-994B-DDD9-9B98D8548085}"/>
                </a:ext>
              </a:extLst>
            </p:cNvPr>
            <p:cNvSpPr txBox="1"/>
            <p:nvPr/>
          </p:nvSpPr>
          <p:spPr>
            <a:xfrm>
              <a:off x="356496" y="1326290"/>
              <a:ext cx="3261775" cy="717131"/>
            </a:xfrm>
            <a:prstGeom prst="rect">
              <a:avLst/>
            </a:prstGeom>
            <a:noFill/>
          </p:spPr>
          <p:txBody>
            <a:bodyPr wrap="square">
              <a:spAutoFit/>
            </a:bodyPr>
            <a:lstStyle/>
            <a:p>
              <a:r>
                <a:rPr lang="en-US" sz="950">
                  <a:solidFill>
                    <a:srgbClr val="555555"/>
                  </a:solidFill>
                  <a:latin typeface="Open Sans" panose="020B0606030504020204" pitchFamily="34" charset="0"/>
                </a:rPr>
                <a:t>Enhance operational efficiency, strengthen security, and support business growth by ensuring systems are </a:t>
              </a:r>
              <a:r>
                <a:rPr lang="en-US" sz="950" err="1">
                  <a:solidFill>
                    <a:srgbClr val="555555"/>
                  </a:solidFill>
                  <a:latin typeface="Open Sans" panose="020B0606030504020204" pitchFamily="34" charset="0"/>
                </a:rPr>
                <a:t>optimised</a:t>
              </a:r>
              <a:r>
                <a:rPr lang="en-US" sz="950">
                  <a:solidFill>
                    <a:srgbClr val="555555"/>
                  </a:solidFill>
                  <a:latin typeface="Open Sans" panose="020B0606030504020204" pitchFamily="34" charset="0"/>
                </a:rPr>
                <a:t>, reliable and scalable.</a:t>
              </a:r>
              <a:endParaRPr lang="tr-TR" sz="950">
                <a:solidFill>
                  <a:srgbClr val="555555"/>
                </a:solidFill>
                <a:latin typeface="Open Sans" panose="020B0606030504020204" pitchFamily="34" charset="0"/>
              </a:endParaRPr>
            </a:p>
          </p:txBody>
        </p:sp>
      </p:grpSp>
    </p:spTree>
    <p:extLst>
      <p:ext uri="{BB962C8B-B14F-4D97-AF65-F5344CB8AC3E}">
        <p14:creationId xmlns:p14="http://schemas.microsoft.com/office/powerpoint/2010/main" val="6925293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F9B21B-0DB0-4A3B-2A56-3222E861E382}"/>
              </a:ext>
            </a:extLst>
          </p:cNvPr>
          <p:cNvSpPr>
            <a:spLocks noGrp="1"/>
          </p:cNvSpPr>
          <p:nvPr>
            <p:ph type="sldNum" sz="quarter" idx="12"/>
          </p:nvPr>
        </p:nvSpPr>
        <p:spPr/>
        <p:txBody>
          <a:bodyPr/>
          <a:lstStyle/>
          <a:p>
            <a:fld id="{3531A8E9-B4CF-5643-AF96-CB4C768DAD63}" type="slidenum">
              <a:rPr lang="en-US" smtClean="0"/>
              <a:t>8</a:t>
            </a:fld>
            <a:endParaRPr lang="en-US"/>
          </a:p>
        </p:txBody>
      </p:sp>
      <p:sp>
        <p:nvSpPr>
          <p:cNvPr id="3" name="Title 2">
            <a:extLst>
              <a:ext uri="{FF2B5EF4-FFF2-40B4-BE49-F238E27FC236}">
                <a16:creationId xmlns:a16="http://schemas.microsoft.com/office/drawing/2014/main" id="{982CBA69-C11A-8CE4-B582-EF16D83B80A8}"/>
              </a:ext>
            </a:extLst>
          </p:cNvPr>
          <p:cNvSpPr>
            <a:spLocks noGrp="1"/>
          </p:cNvSpPr>
          <p:nvPr>
            <p:ph type="title"/>
          </p:nvPr>
        </p:nvSpPr>
        <p:spPr>
          <a:xfrm>
            <a:off x="695326" y="428400"/>
            <a:ext cx="10801349" cy="388773"/>
          </a:xfrm>
        </p:spPr>
        <p:txBody>
          <a:bodyPr>
            <a:normAutofit/>
          </a:bodyPr>
          <a:lstStyle/>
          <a:p>
            <a:r>
              <a:rPr lang="en-GB" dirty="0"/>
              <a:t>Summary of possible value</a:t>
            </a:r>
          </a:p>
        </p:txBody>
      </p:sp>
      <p:sp>
        <p:nvSpPr>
          <p:cNvPr id="74" name="TextBox 73">
            <a:extLst>
              <a:ext uri="{FF2B5EF4-FFF2-40B4-BE49-F238E27FC236}">
                <a16:creationId xmlns:a16="http://schemas.microsoft.com/office/drawing/2014/main" id="{4B237159-5595-B234-5E4A-043EFFCA2AED}"/>
              </a:ext>
            </a:extLst>
          </p:cNvPr>
          <p:cNvSpPr txBox="1"/>
          <p:nvPr/>
        </p:nvSpPr>
        <p:spPr>
          <a:xfrm>
            <a:off x="635504" y="823804"/>
            <a:ext cx="2297326" cy="200055"/>
          </a:xfrm>
          <a:prstGeom prst="rect">
            <a:avLst/>
          </a:prstGeom>
          <a:noFill/>
        </p:spPr>
        <p:txBody>
          <a:bodyPr wrap="square" rtlCol="0">
            <a:spAutoFit/>
          </a:bodyPr>
          <a:lstStyle/>
          <a:p>
            <a:r>
              <a:rPr lang="en-GB" sz="700" dirty="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sp>
        <p:nvSpPr>
          <p:cNvPr id="11" name="Text Placeholder 3">
            <a:extLst>
              <a:ext uri="{FF2B5EF4-FFF2-40B4-BE49-F238E27FC236}">
                <a16:creationId xmlns:a16="http://schemas.microsoft.com/office/drawing/2014/main" id="{E11A7449-0F94-58D4-D1A8-AABE95370FFD}"/>
              </a:ext>
            </a:extLst>
          </p:cNvPr>
          <p:cNvSpPr txBox="1">
            <a:spLocks/>
          </p:cNvSpPr>
          <p:nvPr/>
        </p:nvSpPr>
        <p:spPr>
          <a:xfrm>
            <a:off x="635504" y="1121531"/>
            <a:ext cx="10666143" cy="5599944"/>
          </a:xfrm>
          <a:prstGeom prst="rect">
            <a:avLst/>
          </a:prstGeom>
        </p:spPr>
        <p:txBody>
          <a:bodyPr vert="horz" lIns="0" tIns="0" rIns="0" bIns="0" numCol="3" spcCol="36000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IT finance systems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itfinanceper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pitfinanceval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asitfinance</a:t>
            </a:r>
            <a:r>
              <a:rPr lang="en-GB" sz="10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Font typeface="Arial" panose="020B0604020202020204" pitchFamily="34" charset="0"/>
              <a:buNone/>
            </a:pPr>
            <a:r>
              <a:rPr lang="en-GB" sz="1000" b="1" dirty="0">
                <a:solidFill>
                  <a:srgbClr val="E23F13"/>
                </a:solidFill>
                <a:latin typeface="Montserrat SemiBold" panose="00000700000000000000" pitchFamily="2" charset="0"/>
                <a:cs typeface="Poppins" pitchFamily="2" charset="77"/>
              </a:rPr>
              <a:t>Raising purchase orders</a:t>
            </a:r>
            <a:r>
              <a:rPr lang="en-GB" sz="1000" b="1" dirty="0">
                <a:solidFill>
                  <a:srgbClr val="E23F13"/>
                </a:solidFill>
                <a:latin typeface="Open Sans"/>
                <a:ea typeface="Open Sans"/>
                <a:cs typeface="Open Sans"/>
              </a:rPr>
              <a:t>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rpoper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prpoval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asrpoval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eytimerpo</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r>
              <a:rPr lang="en-GB" sz="1000" b="1" dirty="0">
                <a:solidFill>
                  <a:srgbClr val="E23F13"/>
                </a:solidFill>
                <a:latin typeface="Montserrat SemiBold" panose="00000700000000000000" pitchFamily="2" charset="0"/>
                <a:cs typeface="Poppins" pitchFamily="2" charset="77"/>
              </a:rPr>
              <a:t>Purchase order approvals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poaper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ppoaval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aspoaval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a:t>
            </a:r>
            <a:r>
              <a:rPr lang="tr-TR" sz="1000" dirty="0">
                <a:solidFill>
                  <a:schemeClr val="tx1">
                    <a:lumMod val="50000"/>
                    <a:lumOff val="50000"/>
                  </a:schemeClr>
                </a:solidFill>
                <a:latin typeface="Open Sans"/>
                <a:ea typeface="Open Sans"/>
                <a:cs typeface="Open Sans"/>
              </a:rPr>
              <a:t> </a:t>
            </a:r>
            <a:r>
              <a:rPr lang="tr-TR" sz="1000" dirty="0" err="1">
                <a:solidFill>
                  <a:schemeClr val="tx1">
                    <a:lumMod val="50000"/>
                    <a:lumOff val="50000"/>
                  </a:schemeClr>
                </a:solidFill>
                <a:latin typeface="Open Sans"/>
                <a:ea typeface="Open Sans"/>
                <a:cs typeface="Open Sans"/>
              </a:rPr>
              <a:t>eytimepoa</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Coding invoice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cipper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pcipval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ascipval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eytimecip</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1000" b="1" dirty="0">
                <a:solidFill>
                  <a:srgbClr val="E23F13"/>
                </a:solidFill>
                <a:latin typeface="Montserrat SemiBold" panose="00000700000000000000" pitchFamily="2" charset="0"/>
                <a:cs typeface="Poppins" pitchFamily="2" charset="77"/>
              </a:rPr>
              <a:t>Management of supplier and purchase invoices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mspiper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pmspival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asmspival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eytimemspi</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cs typeface="Poppins" pitchFamily="2" charset="77"/>
              </a:rPr>
              <a:t>Managing spend leakage </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valmslper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pmslval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asmslval</a:t>
            </a:r>
            <a:r>
              <a:rPr lang="en-GB" sz="1000" dirty="0">
                <a:solidFill>
                  <a:schemeClr val="tx1">
                    <a:lumMod val="50000"/>
                    <a:lumOff val="50000"/>
                  </a:schemeClr>
                </a:solidFill>
                <a:latin typeface="Open Sans"/>
                <a:ea typeface="Open Sans"/>
                <a:cs typeface="Open Sans"/>
              </a:rPr>
              <a:t> every year</a:t>
            </a: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Finance query management &amp; reporting</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valfqmrper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pfqmrval</a:t>
            </a:r>
            <a:r>
              <a:rPr lang="tr-TR" sz="1000" dirty="0">
                <a:solidFill>
                  <a:schemeClr val="tx1">
                    <a:lumMod val="50000"/>
                    <a:lumOff val="50000"/>
                  </a:schemeClr>
                </a:solidFill>
                <a:latin typeface="Open Sans"/>
                <a:ea typeface="Open Sans"/>
                <a:cs typeface="Open Sans"/>
              </a:rPr>
              <a:t> </a:t>
            </a:r>
            <a:r>
              <a:rPr lang="en-GB" sz="1000" dirty="0">
                <a:solidFill>
                  <a:schemeClr val="tx1">
                    <a:lumMod val="50000"/>
                    <a:lumOff val="50000"/>
                  </a:schemeClr>
                </a:solidFill>
                <a:latin typeface="Open Sans"/>
                <a:ea typeface="Open Sans"/>
                <a:cs typeface="Open Sans"/>
              </a:rPr>
              <a:t>across the term of the contract, and £</a:t>
            </a:r>
            <a:r>
              <a:rPr lang="tr-TR" sz="1000" dirty="0" err="1">
                <a:solidFill>
                  <a:schemeClr val="tx1">
                    <a:lumMod val="50000"/>
                    <a:lumOff val="50000"/>
                  </a:schemeClr>
                </a:solidFill>
                <a:latin typeface="Open Sans"/>
                <a:ea typeface="Open Sans"/>
                <a:cs typeface="Open Sans"/>
              </a:rPr>
              <a:t>asfqmrval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eytimefqmr</a:t>
            </a:r>
            <a:r>
              <a:rPr lang="tr-TR" sz="1000" dirty="0">
                <a:solidFill>
                  <a:schemeClr val="tx1">
                    <a:lumMod val="50000"/>
                    <a:lumOff val="50000"/>
                  </a:schemeClr>
                </a:solidFill>
                <a:latin typeface="Open Sans"/>
                <a:ea typeface="Open Sans"/>
                <a:cs typeface="Open Sans"/>
              </a:rPr>
              <a:t> </a:t>
            </a:r>
            <a:r>
              <a:rPr lang="en-GB" sz="1000" dirty="0">
                <a:solidFill>
                  <a:schemeClr val="tx1">
                    <a:lumMod val="50000"/>
                    <a:lumOff val="50000"/>
                  </a:schemeClr>
                </a:solidFill>
                <a:latin typeface="Open Sans"/>
                <a:ea typeface="Open Sans"/>
                <a:cs typeface="Open Sans"/>
              </a:rPr>
              <a:t>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endParaRPr lang="tr-TR" sz="1000" b="1" dirty="0">
              <a:solidFill>
                <a:srgbClr val="E23F13"/>
              </a:solidFill>
              <a:latin typeface="Montserrat SemiBold" panose="00000700000000000000" pitchFamily="2" charset="0"/>
              <a:ea typeface="League Spartan" charset="0"/>
              <a:cs typeface="Poppins" pitchFamily="2" charset="77"/>
            </a:endParaRPr>
          </a:p>
          <a:p>
            <a:pPr marL="90170" indent="0">
              <a:spcBef>
                <a:spcPts val="400"/>
              </a:spcBef>
              <a:spcAft>
                <a:spcPts val="400"/>
              </a:spcAft>
              <a:buNone/>
            </a:pPr>
            <a:r>
              <a:rPr lang="en-US" sz="1000" b="1" dirty="0">
                <a:solidFill>
                  <a:srgbClr val="E23F13"/>
                </a:solidFill>
                <a:latin typeface="Montserrat SemiBold" panose="00000700000000000000" pitchFamily="2" charset="0"/>
                <a:cs typeface="Poppins" pitchFamily="2" charset="77"/>
              </a:rPr>
              <a:t>Debt collection administration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valdcapper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pdcapval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asdcapval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eytimedcap</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US" sz="1000" b="1" dirty="0">
                <a:solidFill>
                  <a:srgbClr val="E23F13"/>
                </a:solidFill>
                <a:latin typeface="Montserrat SemiBold" panose="00000700000000000000" pitchFamily="2" charset="0"/>
                <a:ea typeface="League Spartan" charset="0"/>
                <a:cs typeface="Poppins" pitchFamily="2" charset="77"/>
              </a:rPr>
              <a:t>Customer invoicing &amp; finance workflow</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anticipate </a:t>
            </a:r>
            <a:r>
              <a:rPr lang="en-GB" sz="1000" b="1" dirty="0">
                <a:solidFill>
                  <a:schemeClr val="tx1">
                    <a:lumMod val="50000"/>
                    <a:lumOff val="50000"/>
                  </a:schemeClr>
                </a:solidFill>
                <a:latin typeface="Open Sans"/>
                <a:ea typeface="Open Sans"/>
                <a:cs typeface="Open Sans"/>
              </a:rPr>
              <a:t>a potential </a:t>
            </a:r>
            <a:r>
              <a:rPr lang="tr-TR" sz="1000" b="1" dirty="0" err="1">
                <a:solidFill>
                  <a:schemeClr val="tx1">
                    <a:lumMod val="50000"/>
                    <a:lumOff val="50000"/>
                  </a:schemeClr>
                </a:solidFill>
                <a:latin typeface="Open Sans"/>
                <a:ea typeface="Open Sans"/>
                <a:cs typeface="Open Sans"/>
              </a:rPr>
              <a:t>valcifwper</a:t>
            </a:r>
            <a:r>
              <a:rPr lang="en-GB" sz="1000" b="1" dirty="0">
                <a:solidFill>
                  <a:schemeClr val="tx1">
                    <a:lumMod val="50000"/>
                    <a:lumOff val="50000"/>
                  </a:schemeClr>
                </a:solidFill>
                <a:latin typeface="Open Sans"/>
                <a:ea typeface="Open Sans"/>
                <a:cs typeface="Open Sans"/>
              </a:rPr>
              <a:t>% efficiency </a:t>
            </a:r>
            <a:r>
              <a:rPr lang="en-GB" sz="1000" dirty="0">
                <a:solidFill>
                  <a:schemeClr val="tx1">
                    <a:lumMod val="50000"/>
                    <a:lumOff val="50000"/>
                  </a:schemeClr>
                </a:solidFill>
                <a:latin typeface="Open Sans"/>
                <a:ea typeface="Open Sans"/>
                <a:cs typeface="Open Sans"/>
              </a:rPr>
              <a:t>increase to your current processes</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pcifwval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ascifwval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eytimecifw</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None/>
            </a:pPr>
            <a:r>
              <a:rPr lang="en-GB" sz="1000" b="1" dirty="0">
                <a:solidFill>
                  <a:srgbClr val="E23F13"/>
                </a:solidFill>
                <a:latin typeface="Montserrat SemiBold" panose="00000700000000000000" pitchFamily="2" charset="0"/>
                <a:cs typeface="Poppins" pitchFamily="2" charset="77"/>
              </a:rPr>
              <a:t>Online expense management</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This could save you £</a:t>
            </a:r>
            <a:r>
              <a:rPr lang="tr-TR" sz="1000" dirty="0" err="1">
                <a:solidFill>
                  <a:schemeClr val="tx1">
                    <a:lumMod val="50000"/>
                    <a:lumOff val="50000"/>
                  </a:schemeClr>
                </a:solidFill>
                <a:latin typeface="Open Sans"/>
                <a:ea typeface="Open Sans"/>
                <a:cs typeface="Open Sans"/>
              </a:rPr>
              <a:t>poemval</a:t>
            </a:r>
            <a:r>
              <a:rPr lang="en-GB" sz="1000" dirty="0">
                <a:solidFill>
                  <a:schemeClr val="tx1">
                    <a:lumMod val="50000"/>
                    <a:lumOff val="50000"/>
                  </a:schemeClr>
                </a:solidFill>
                <a:latin typeface="Open Sans"/>
                <a:ea typeface="Open Sans"/>
                <a:cs typeface="Open Sans"/>
              </a:rPr>
              <a:t> across the term of the contract, and £</a:t>
            </a:r>
            <a:r>
              <a:rPr lang="tr-TR" sz="1000" dirty="0" err="1">
                <a:solidFill>
                  <a:schemeClr val="tx1">
                    <a:lumMod val="50000"/>
                    <a:lumOff val="50000"/>
                  </a:schemeClr>
                </a:solidFill>
                <a:latin typeface="Open Sans"/>
                <a:ea typeface="Open Sans"/>
                <a:cs typeface="Open Sans"/>
              </a:rPr>
              <a:t>asoemval</a:t>
            </a:r>
            <a:r>
              <a:rPr lang="en-GB" sz="1000" dirty="0">
                <a:solidFill>
                  <a:schemeClr val="tx1">
                    <a:lumMod val="50000"/>
                    <a:lumOff val="50000"/>
                  </a:schemeClr>
                </a:solidFill>
                <a:latin typeface="Open Sans"/>
                <a:ea typeface="Open Sans"/>
                <a:cs typeface="Open Sans"/>
              </a:rPr>
              <a:t> every year</a:t>
            </a:r>
          </a:p>
          <a:p>
            <a:pPr marL="261620" indent="-171450">
              <a:lnSpc>
                <a:spcPct val="100000"/>
              </a:lnSpc>
              <a:spcBef>
                <a:spcPts val="400"/>
              </a:spcBef>
              <a:spcAft>
                <a:spcPts val="400"/>
              </a:spcAft>
            </a:pPr>
            <a:r>
              <a:rPr lang="en-GB" sz="1000" dirty="0">
                <a:solidFill>
                  <a:schemeClr val="tx1">
                    <a:lumMod val="50000"/>
                    <a:lumOff val="50000"/>
                  </a:schemeClr>
                </a:solidFill>
                <a:latin typeface="Open Sans"/>
                <a:ea typeface="Open Sans"/>
                <a:cs typeface="Open Sans"/>
              </a:rPr>
              <a:t>We estimate you could save </a:t>
            </a:r>
            <a:r>
              <a:rPr lang="tr-TR" sz="1000" dirty="0" err="1">
                <a:solidFill>
                  <a:schemeClr val="tx1">
                    <a:lumMod val="50000"/>
                    <a:lumOff val="50000"/>
                  </a:schemeClr>
                </a:solidFill>
                <a:latin typeface="Open Sans"/>
                <a:ea typeface="Open Sans"/>
                <a:cs typeface="Open Sans"/>
              </a:rPr>
              <a:t>eytimeoem</a:t>
            </a:r>
            <a:r>
              <a:rPr lang="en-GB" sz="1000" dirty="0">
                <a:solidFill>
                  <a:schemeClr val="tx1">
                    <a:lumMod val="50000"/>
                    <a:lumOff val="50000"/>
                  </a:schemeClr>
                </a:solidFill>
                <a:latin typeface="Open Sans"/>
                <a:ea typeface="Open Sans"/>
                <a:cs typeface="Open Sans"/>
              </a:rPr>
              <a:t> hours every year</a:t>
            </a:r>
            <a:r>
              <a:rPr lang="tr-TR" sz="1000" dirty="0">
                <a:solidFill>
                  <a:schemeClr val="tx1">
                    <a:lumMod val="50000"/>
                    <a:lumOff val="50000"/>
                  </a:schemeClr>
                </a:solidFill>
                <a:latin typeface="Open Sans"/>
                <a:ea typeface="Open Sans"/>
                <a:cs typeface="Open Sans"/>
              </a:rPr>
              <a:t> across your team</a:t>
            </a:r>
            <a:endParaRPr lang="en-GB" sz="1000" dirty="0">
              <a:solidFill>
                <a:schemeClr val="tx1">
                  <a:lumMod val="50000"/>
                  <a:lumOff val="50000"/>
                </a:schemeClr>
              </a:solidFill>
              <a:latin typeface="Open Sans"/>
              <a:ea typeface="Open Sans"/>
              <a:cs typeface="Open Sans"/>
            </a:endParaRPr>
          </a:p>
          <a:p>
            <a:pPr marL="90170" indent="0">
              <a:spcBef>
                <a:spcPts val="400"/>
              </a:spcBef>
              <a:spcAft>
                <a:spcPts val="400"/>
              </a:spcAft>
              <a:buFont typeface="Arial" panose="020B0604020202020204" pitchFamily="34" charset="0"/>
              <a:buNone/>
            </a:pPr>
            <a:endParaRPr lang="en-GB" sz="1000" dirty="0">
              <a:solidFill>
                <a:schemeClr val="tx1">
                  <a:lumMod val="50000"/>
                  <a:lumOff val="50000"/>
                </a:schemeClr>
              </a:solidFill>
              <a:latin typeface="Open Sans"/>
              <a:ea typeface="Open Sans"/>
              <a:cs typeface="Open Sans"/>
            </a:endParaRPr>
          </a:p>
        </p:txBody>
      </p:sp>
    </p:spTree>
    <p:extLst>
      <p:ext uri="{BB962C8B-B14F-4D97-AF65-F5344CB8AC3E}">
        <p14:creationId xmlns:p14="http://schemas.microsoft.com/office/powerpoint/2010/main" val="23140849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9BC53D8-9D7C-941A-CC2A-4063486EB986}"/>
              </a:ext>
            </a:extLst>
          </p:cNvPr>
          <p:cNvSpPr>
            <a:spLocks noGrp="1"/>
          </p:cNvSpPr>
          <p:nvPr>
            <p:ph type="sldNum" sz="quarter" idx="12"/>
          </p:nvPr>
        </p:nvSpPr>
        <p:spPr/>
        <p:txBody>
          <a:bodyPr/>
          <a:lstStyle/>
          <a:p>
            <a:fld id="{3531A8E9-B4CF-5643-AF96-CB4C768DAD63}" type="slidenum">
              <a:rPr lang="en-US" smtClean="0"/>
              <a:t>9</a:t>
            </a:fld>
            <a:endParaRPr lang="en-US"/>
          </a:p>
        </p:txBody>
      </p:sp>
      <p:graphicFrame>
        <p:nvGraphicFramePr>
          <p:cNvPr id="8" name="Chart 7">
            <a:extLst>
              <a:ext uri="{FF2B5EF4-FFF2-40B4-BE49-F238E27FC236}">
                <a16:creationId xmlns:a16="http://schemas.microsoft.com/office/drawing/2014/main" id="{EFCB1EEA-BDEC-08E7-276C-322204CC06FC}"/>
              </a:ext>
            </a:extLst>
          </p:cNvPr>
          <p:cNvGraphicFramePr>
            <a:graphicFrameLocks/>
          </p:cNvGraphicFramePr>
          <p:nvPr/>
        </p:nvGraphicFramePr>
        <p:xfrm>
          <a:off x="5669907" y="2657753"/>
          <a:ext cx="5531728" cy="1866311"/>
        </p:xfrm>
        <a:graphic>
          <a:graphicData uri="http://schemas.openxmlformats.org/drawingml/2006/chart">
            <c:chart xmlns:c="http://schemas.openxmlformats.org/drawingml/2006/chart" xmlns:r="http://schemas.openxmlformats.org/officeDocument/2006/relationships" r:id="rId3"/>
          </a:graphicData>
        </a:graphic>
      </p:graphicFrame>
      <p:sp>
        <p:nvSpPr>
          <p:cNvPr id="9" name="TextBox 8">
            <a:extLst>
              <a:ext uri="{FF2B5EF4-FFF2-40B4-BE49-F238E27FC236}">
                <a16:creationId xmlns:a16="http://schemas.microsoft.com/office/drawing/2014/main" id="{BE94A281-D1A0-E5FD-CB82-72B642FBC7D5}"/>
              </a:ext>
            </a:extLst>
          </p:cNvPr>
          <p:cNvSpPr txBox="1"/>
          <p:nvPr/>
        </p:nvSpPr>
        <p:spPr>
          <a:xfrm>
            <a:off x="6318909"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1</a:t>
            </a:r>
          </a:p>
        </p:txBody>
      </p:sp>
      <p:cxnSp>
        <p:nvCxnSpPr>
          <p:cNvPr id="10" name="Straight Connector 9">
            <a:extLst>
              <a:ext uri="{FF2B5EF4-FFF2-40B4-BE49-F238E27FC236}">
                <a16:creationId xmlns:a16="http://schemas.microsoft.com/office/drawing/2014/main" id="{8449F8A7-FC6D-313E-A2DF-2680E8BEA7AC}"/>
              </a:ext>
            </a:extLst>
          </p:cNvPr>
          <p:cNvCxnSpPr>
            <a:cxnSpLocks/>
          </p:cNvCxnSpPr>
          <p:nvPr/>
        </p:nvCxnSpPr>
        <p:spPr>
          <a:xfrm>
            <a:off x="6303932" y="4505358"/>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11" name="TextBox 10">
            <a:extLst>
              <a:ext uri="{FF2B5EF4-FFF2-40B4-BE49-F238E27FC236}">
                <a16:creationId xmlns:a16="http://schemas.microsoft.com/office/drawing/2014/main" id="{7965C874-7CD2-69FC-F01E-31A1F1F36C0E}"/>
              </a:ext>
            </a:extLst>
          </p:cNvPr>
          <p:cNvSpPr txBox="1"/>
          <p:nvPr/>
        </p:nvSpPr>
        <p:spPr>
          <a:xfrm>
            <a:off x="9521321" y="454290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4</a:t>
            </a:r>
          </a:p>
        </p:txBody>
      </p:sp>
      <p:sp>
        <p:nvSpPr>
          <p:cNvPr id="12" name="Rectangle 11">
            <a:extLst>
              <a:ext uri="{FF2B5EF4-FFF2-40B4-BE49-F238E27FC236}">
                <a16:creationId xmlns:a16="http://schemas.microsoft.com/office/drawing/2014/main" id="{C17307F1-3E9F-31AB-602F-D0B447E51DF3}"/>
              </a:ext>
            </a:extLst>
          </p:cNvPr>
          <p:cNvSpPr/>
          <p:nvPr/>
        </p:nvSpPr>
        <p:spPr>
          <a:xfrm>
            <a:off x="7671223" y="4871633"/>
            <a:ext cx="172687" cy="160235"/>
          </a:xfrm>
          <a:prstGeom prst="rect">
            <a:avLst/>
          </a:prstGeom>
          <a:solidFill>
            <a:schemeClr val="accent1"/>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3" name="TextBox 12">
            <a:extLst>
              <a:ext uri="{FF2B5EF4-FFF2-40B4-BE49-F238E27FC236}">
                <a16:creationId xmlns:a16="http://schemas.microsoft.com/office/drawing/2014/main" id="{C19F8ECD-4880-724C-097B-DAE96AEC930F}"/>
              </a:ext>
            </a:extLst>
          </p:cNvPr>
          <p:cNvSpPr txBox="1"/>
          <p:nvPr/>
        </p:nvSpPr>
        <p:spPr>
          <a:xfrm>
            <a:off x="7772940" y="4862500"/>
            <a:ext cx="906240"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14" name="Rectangle 13">
            <a:extLst>
              <a:ext uri="{FF2B5EF4-FFF2-40B4-BE49-F238E27FC236}">
                <a16:creationId xmlns:a16="http://schemas.microsoft.com/office/drawing/2014/main" id="{23547995-0EAD-1650-0828-399741769E1F}"/>
              </a:ext>
            </a:extLst>
          </p:cNvPr>
          <p:cNvSpPr/>
          <p:nvPr/>
        </p:nvSpPr>
        <p:spPr>
          <a:xfrm>
            <a:off x="9086850" y="4871613"/>
            <a:ext cx="184133" cy="160235"/>
          </a:xfrm>
          <a:prstGeom prst="rect">
            <a:avLst/>
          </a:prstGeom>
          <a:solidFill>
            <a:schemeClr val="accent3"/>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0B381449-0B76-F1EF-4F55-C41BCD50E42A}"/>
              </a:ext>
            </a:extLst>
          </p:cNvPr>
          <p:cNvSpPr txBox="1"/>
          <p:nvPr/>
        </p:nvSpPr>
        <p:spPr>
          <a:xfrm>
            <a:off x="9209014" y="4862500"/>
            <a:ext cx="624613"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BENEFIT</a:t>
            </a:r>
          </a:p>
        </p:txBody>
      </p:sp>
      <p:sp>
        <p:nvSpPr>
          <p:cNvPr id="16" name="TextBox 15">
            <a:extLst>
              <a:ext uri="{FF2B5EF4-FFF2-40B4-BE49-F238E27FC236}">
                <a16:creationId xmlns:a16="http://schemas.microsoft.com/office/drawing/2014/main" id="{81F4BBBE-B522-6819-ADDD-AA352D356F1F}"/>
              </a:ext>
            </a:extLst>
          </p:cNvPr>
          <p:cNvSpPr txBox="1"/>
          <p:nvPr/>
        </p:nvSpPr>
        <p:spPr>
          <a:xfrm>
            <a:off x="7370173" y="4534313"/>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2</a:t>
            </a:r>
          </a:p>
        </p:txBody>
      </p:sp>
      <p:sp>
        <p:nvSpPr>
          <p:cNvPr id="17" name="TextBox 16">
            <a:extLst>
              <a:ext uri="{FF2B5EF4-FFF2-40B4-BE49-F238E27FC236}">
                <a16:creationId xmlns:a16="http://schemas.microsoft.com/office/drawing/2014/main" id="{A6E8D07E-173B-6337-B44A-85A484F1B09A}"/>
              </a:ext>
            </a:extLst>
          </p:cNvPr>
          <p:cNvSpPr txBox="1"/>
          <p:nvPr/>
        </p:nvSpPr>
        <p:spPr>
          <a:xfrm>
            <a:off x="5614506" y="2016672"/>
            <a:ext cx="4884244" cy="378886"/>
          </a:xfrm>
          <a:prstGeom prst="rect">
            <a:avLst/>
          </a:prstGeom>
          <a:noFill/>
        </p:spPr>
        <p:txBody>
          <a:bodyPr wrap="square">
            <a:spAutoFit/>
          </a:bodyPr>
          <a:lstStyle/>
          <a:p>
            <a:r>
              <a:rPr lang="tr-TR" sz="1862" b="1" dirty="0" err="1">
                <a:solidFill>
                  <a:srgbClr val="25252C"/>
                </a:solidFill>
                <a:latin typeface="Montserrat SemiBold" pitchFamily="2" charset="77"/>
              </a:rPr>
              <a:t>valclient</a:t>
            </a:r>
            <a:r>
              <a:rPr lang="en-GB" sz="1862" b="1" dirty="0">
                <a:solidFill>
                  <a:srgbClr val="25252C"/>
                </a:solidFill>
                <a:latin typeface="Montserrat SemiBold" pitchFamily="2" charset="77"/>
              </a:rPr>
              <a:t> </a:t>
            </a:r>
            <a:r>
              <a:rPr lang="tr-TR" sz="1862" b="1" dirty="0" err="1">
                <a:solidFill>
                  <a:srgbClr val="25252C"/>
                </a:solidFill>
                <a:latin typeface="Montserrat SemiBold" pitchFamily="2" charset="77"/>
              </a:rPr>
              <a:t>returns</a:t>
            </a:r>
            <a:endParaRPr lang="en-GB" sz="1862" b="1" dirty="0">
              <a:solidFill>
                <a:srgbClr val="25252C"/>
              </a:solidFill>
              <a:latin typeface="Montserrat SemiBold" pitchFamily="2" charset="77"/>
            </a:endParaRPr>
          </a:p>
        </p:txBody>
      </p:sp>
      <p:cxnSp>
        <p:nvCxnSpPr>
          <p:cNvPr id="18" name="Straight Connector 17">
            <a:extLst>
              <a:ext uri="{FF2B5EF4-FFF2-40B4-BE49-F238E27FC236}">
                <a16:creationId xmlns:a16="http://schemas.microsoft.com/office/drawing/2014/main" id="{2B8A4694-80A8-24F1-7161-7605BE1AF04A}"/>
              </a:ext>
            </a:extLst>
          </p:cNvPr>
          <p:cNvCxnSpPr>
            <a:cxnSpLocks/>
          </p:cNvCxnSpPr>
          <p:nvPr/>
        </p:nvCxnSpPr>
        <p:spPr>
          <a:xfrm>
            <a:off x="7351123" y="4499703"/>
            <a:ext cx="607573"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19" name="Straight Connector 18">
            <a:extLst>
              <a:ext uri="{FF2B5EF4-FFF2-40B4-BE49-F238E27FC236}">
                <a16:creationId xmlns:a16="http://schemas.microsoft.com/office/drawing/2014/main" id="{267887AB-D86D-4FCE-C90D-139F3D439E0F}"/>
              </a:ext>
            </a:extLst>
          </p:cNvPr>
          <p:cNvCxnSpPr>
            <a:cxnSpLocks/>
          </p:cNvCxnSpPr>
          <p:nvPr/>
        </p:nvCxnSpPr>
        <p:spPr>
          <a:xfrm>
            <a:off x="8422593"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0" name="Straight Connector 19">
            <a:extLst>
              <a:ext uri="{FF2B5EF4-FFF2-40B4-BE49-F238E27FC236}">
                <a16:creationId xmlns:a16="http://schemas.microsoft.com/office/drawing/2014/main" id="{1E5FF4BC-4ACC-E8C4-02E3-9CC3261AAF43}"/>
              </a:ext>
            </a:extLst>
          </p:cNvPr>
          <p:cNvCxnSpPr>
            <a:cxnSpLocks/>
          </p:cNvCxnSpPr>
          <p:nvPr/>
        </p:nvCxnSpPr>
        <p:spPr>
          <a:xfrm>
            <a:off x="9479995"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cxnSp>
        <p:nvCxnSpPr>
          <p:cNvPr id="21" name="Straight Connector 20">
            <a:extLst>
              <a:ext uri="{FF2B5EF4-FFF2-40B4-BE49-F238E27FC236}">
                <a16:creationId xmlns:a16="http://schemas.microsoft.com/office/drawing/2014/main" id="{13E78D28-15B3-66E5-6E12-C0FA26BF754B}"/>
              </a:ext>
            </a:extLst>
          </p:cNvPr>
          <p:cNvCxnSpPr>
            <a:cxnSpLocks/>
          </p:cNvCxnSpPr>
          <p:nvPr/>
        </p:nvCxnSpPr>
        <p:spPr>
          <a:xfrm>
            <a:off x="10550332" y="4501300"/>
            <a:ext cx="618916" cy="0"/>
          </a:xfrm>
          <a:prstGeom prst="line">
            <a:avLst/>
          </a:prstGeom>
          <a:ln w="57150">
            <a:solidFill>
              <a:schemeClr val="accent4"/>
            </a:solidFill>
          </a:ln>
        </p:spPr>
        <p:style>
          <a:lnRef idx="1">
            <a:schemeClr val="accent3"/>
          </a:lnRef>
          <a:fillRef idx="0">
            <a:schemeClr val="accent3"/>
          </a:fillRef>
          <a:effectRef idx="0">
            <a:schemeClr val="accent3"/>
          </a:effectRef>
          <a:fontRef idx="minor">
            <a:schemeClr val="tx1"/>
          </a:fontRef>
        </p:style>
      </p:cxnSp>
      <p:sp>
        <p:nvSpPr>
          <p:cNvPr id="22" name="TextBox 21">
            <a:extLst>
              <a:ext uri="{FF2B5EF4-FFF2-40B4-BE49-F238E27FC236}">
                <a16:creationId xmlns:a16="http://schemas.microsoft.com/office/drawing/2014/main" id="{E56198AE-6EB5-C51F-409C-26B8F7F86BEF}"/>
              </a:ext>
            </a:extLst>
          </p:cNvPr>
          <p:cNvSpPr txBox="1"/>
          <p:nvPr/>
        </p:nvSpPr>
        <p:spPr>
          <a:xfrm>
            <a:off x="8444646" y="4537558"/>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3</a:t>
            </a:r>
          </a:p>
        </p:txBody>
      </p:sp>
      <p:sp>
        <p:nvSpPr>
          <p:cNvPr id="23" name="TextBox 22">
            <a:extLst>
              <a:ext uri="{FF2B5EF4-FFF2-40B4-BE49-F238E27FC236}">
                <a16:creationId xmlns:a16="http://schemas.microsoft.com/office/drawing/2014/main" id="{0EB2181E-C4A0-6999-3B29-5141DD713FE1}"/>
              </a:ext>
            </a:extLst>
          </p:cNvPr>
          <p:cNvSpPr txBox="1"/>
          <p:nvPr/>
        </p:nvSpPr>
        <p:spPr>
          <a:xfrm>
            <a:off x="10589451" y="4550022"/>
            <a:ext cx="565872" cy="215444"/>
          </a:xfrm>
          <a:prstGeom prst="rect">
            <a:avLst/>
          </a:prstGeom>
          <a:noFill/>
        </p:spPr>
        <p:txBody>
          <a:bodyPr wrap="square" rtlCol="0">
            <a:spAutoFit/>
          </a:bodyPr>
          <a:lstStyle/>
          <a:p>
            <a:pPr algn="ctr"/>
            <a:r>
              <a:rPr lang="en-GB" sz="800">
                <a:solidFill>
                  <a:schemeClr val="bg1">
                    <a:lumMod val="50000"/>
                  </a:schemeClr>
                </a:solidFill>
                <a:latin typeface="Open Sans" panose="020B0606030504020204" pitchFamily="34" charset="0"/>
                <a:ea typeface="Open Sans" panose="020B0606030504020204" pitchFamily="34" charset="0"/>
                <a:cs typeface="Open Sans" panose="020B0606030504020204" pitchFamily="34" charset="0"/>
              </a:rPr>
              <a:t>YEAR 5</a:t>
            </a:r>
          </a:p>
        </p:txBody>
      </p:sp>
      <p:sp>
        <p:nvSpPr>
          <p:cNvPr id="41" name="TextBox 40">
            <a:extLst>
              <a:ext uri="{FF2B5EF4-FFF2-40B4-BE49-F238E27FC236}">
                <a16:creationId xmlns:a16="http://schemas.microsoft.com/office/drawing/2014/main" id="{854C1CF3-49C6-7197-7CCD-F4A045119A8D}"/>
              </a:ext>
            </a:extLst>
          </p:cNvPr>
          <p:cNvSpPr txBox="1"/>
          <p:nvPr/>
        </p:nvSpPr>
        <p:spPr>
          <a:xfrm>
            <a:off x="1491097" y="2200685"/>
            <a:ext cx="1408328"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valbnft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3" name="TextBox 42">
            <a:extLst>
              <a:ext uri="{FF2B5EF4-FFF2-40B4-BE49-F238E27FC236}">
                <a16:creationId xmlns:a16="http://schemas.microsoft.com/office/drawing/2014/main" id="{1CA5A673-91FC-2C94-7F57-6F75AF00332C}"/>
              </a:ext>
            </a:extLst>
          </p:cNvPr>
          <p:cNvSpPr txBox="1"/>
          <p:nvPr/>
        </p:nvSpPr>
        <p:spPr>
          <a:xfrm>
            <a:off x="3797628" y="4027026"/>
            <a:ext cx="1260000" cy="584775"/>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valmonths</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 month</a:t>
            </a:r>
            <a:r>
              <a:rPr lang="tr-TR"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s</a:t>
            </a:r>
            <a:r>
              <a:rPr lang="tr-TR"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4" name="TextBox 43">
            <a:extLst>
              <a:ext uri="{FF2B5EF4-FFF2-40B4-BE49-F238E27FC236}">
                <a16:creationId xmlns:a16="http://schemas.microsoft.com/office/drawing/2014/main" id="{B51CD36F-4B90-CBDF-E4CA-2F7753CCAD0D}"/>
              </a:ext>
            </a:extLst>
          </p:cNvPr>
          <p:cNvSpPr txBox="1"/>
          <p:nvPr/>
        </p:nvSpPr>
        <p:spPr>
          <a:xfrm>
            <a:off x="1491097" y="4017274"/>
            <a:ext cx="1599526" cy="584775"/>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valinvestment</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5" name="TextBox 44">
            <a:extLst>
              <a:ext uri="{FF2B5EF4-FFF2-40B4-BE49-F238E27FC236}">
                <a16:creationId xmlns:a16="http://schemas.microsoft.com/office/drawing/2014/main" id="{1B3924B1-6D93-5AF9-68DF-307D783C4301}"/>
              </a:ext>
            </a:extLst>
          </p:cNvPr>
          <p:cNvSpPr txBox="1"/>
          <p:nvPr/>
        </p:nvSpPr>
        <p:spPr>
          <a:xfrm>
            <a:off x="1491097" y="3192818"/>
            <a:ext cx="1278041" cy="338554"/>
          </a:xfrm>
          <a:prstGeom prst="rect">
            <a:avLst/>
          </a:prstGeom>
          <a:noFill/>
        </p:spPr>
        <p:txBody>
          <a:bodyPr wrap="square" rtlCol="0">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valacd</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49" name="TextBox 48">
            <a:extLst>
              <a:ext uri="{FF2B5EF4-FFF2-40B4-BE49-F238E27FC236}">
                <a16:creationId xmlns:a16="http://schemas.microsoft.com/office/drawing/2014/main" id="{059F857E-0C32-6C1E-C411-71299828D62F}"/>
              </a:ext>
            </a:extLst>
          </p:cNvPr>
          <p:cNvSpPr txBox="1"/>
          <p:nvPr/>
        </p:nvSpPr>
        <p:spPr>
          <a:xfrm>
            <a:off x="3797628" y="3184326"/>
            <a:ext cx="1260000"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valroi</a:t>
            </a:r>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p>
        </p:txBody>
      </p:sp>
      <p:sp>
        <p:nvSpPr>
          <p:cNvPr id="51" name="TextBox 50">
            <a:extLst>
              <a:ext uri="{FF2B5EF4-FFF2-40B4-BE49-F238E27FC236}">
                <a16:creationId xmlns:a16="http://schemas.microsoft.com/office/drawing/2014/main" id="{919B2869-F7B8-C766-B4DF-19CA5F6D8E9E}"/>
              </a:ext>
            </a:extLst>
          </p:cNvPr>
          <p:cNvSpPr txBox="1"/>
          <p:nvPr/>
        </p:nvSpPr>
        <p:spPr>
          <a:xfrm>
            <a:off x="3797628" y="2204508"/>
            <a:ext cx="1260000" cy="338554"/>
          </a:xfrm>
          <a:prstGeom prst="rect">
            <a:avLst/>
          </a:prstGeom>
          <a:noFill/>
        </p:spPr>
        <p:txBody>
          <a:bodyPr wrap="square">
            <a:spAutoFit/>
          </a:bodyPr>
          <a:lstStyle/>
          <a:p>
            <a:r>
              <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rPr>
              <a:t>£</a:t>
            </a:r>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valnpvv</a:t>
            </a:r>
            <a:r>
              <a:rPr lang="en-GB" sz="1600" i="0" u="none" strike="noStrike" dirty="0">
                <a:solidFill>
                  <a:schemeClr val="bg1"/>
                </a:solidFill>
                <a:effectLst/>
                <a:latin typeface="Open Sans" panose="020B0606030504020204" pitchFamily="34" charset="0"/>
                <a:ea typeface="Open Sans" panose="020B0606030504020204" pitchFamily="34" charset="0"/>
                <a:cs typeface="Open Sans" panose="020B0606030504020204" pitchFamily="34" charset="0"/>
              </a:rPr>
              <a:t> </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24" name="TextBox 23">
            <a:extLst>
              <a:ext uri="{FF2B5EF4-FFF2-40B4-BE49-F238E27FC236}">
                <a16:creationId xmlns:a16="http://schemas.microsoft.com/office/drawing/2014/main" id="{012C8D2C-9662-93C5-9673-63020C005BD9}"/>
              </a:ext>
            </a:extLst>
          </p:cNvPr>
          <p:cNvSpPr txBox="1"/>
          <p:nvPr/>
        </p:nvSpPr>
        <p:spPr>
          <a:xfrm>
            <a:off x="1491097" y="5063705"/>
            <a:ext cx="1599526" cy="338554"/>
          </a:xfrm>
          <a:prstGeom prst="rect">
            <a:avLst/>
          </a:prstGeom>
          <a:noFill/>
        </p:spPr>
        <p:txBody>
          <a:bodyPr wrap="square" rtlCol="0">
            <a:spAutoFit/>
          </a:bodyPr>
          <a:lstStyle/>
          <a:p>
            <a:r>
              <a:rPr lang="tr-TR" sz="1600" dirty="0" err="1">
                <a:solidFill>
                  <a:schemeClr val="bg1"/>
                </a:solidFill>
                <a:latin typeface="Open Sans" panose="020B0606030504020204" pitchFamily="34" charset="0"/>
                <a:ea typeface="Open Sans" panose="020B0606030504020204" pitchFamily="34" charset="0"/>
                <a:cs typeface="Open Sans" panose="020B0606030504020204" pitchFamily="34" charset="0"/>
              </a:rPr>
              <a:t>valhours</a:t>
            </a:r>
            <a:endParaRPr lang="en-GB" sz="1600"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34" name="Title 2">
            <a:extLst>
              <a:ext uri="{FF2B5EF4-FFF2-40B4-BE49-F238E27FC236}">
                <a16:creationId xmlns:a16="http://schemas.microsoft.com/office/drawing/2014/main" id="{BE99C84D-EB8B-35C2-8142-51DF807A0E06}"/>
              </a:ext>
            </a:extLst>
          </p:cNvPr>
          <p:cNvSpPr>
            <a:spLocks noGrp="1"/>
          </p:cNvSpPr>
          <p:nvPr>
            <p:ph type="title"/>
          </p:nvPr>
        </p:nvSpPr>
        <p:spPr>
          <a:xfrm>
            <a:off x="694800" y="428400"/>
            <a:ext cx="4664324" cy="737967"/>
          </a:xfrm>
        </p:spPr>
        <p:txBody>
          <a:bodyPr>
            <a:normAutofit fontScale="90000"/>
          </a:bodyPr>
          <a:lstStyle/>
          <a:p>
            <a:r>
              <a:rPr lang="en-GB" sz="3100" dirty="0"/>
              <a:t>Potential value and ROI offering for the contract</a:t>
            </a:r>
            <a:endParaRPr lang="en-US" dirty="0"/>
          </a:p>
        </p:txBody>
      </p:sp>
      <p:sp>
        <p:nvSpPr>
          <p:cNvPr id="35" name="TextBox 52">
            <a:extLst>
              <a:ext uri="{FF2B5EF4-FFF2-40B4-BE49-F238E27FC236}">
                <a16:creationId xmlns:a16="http://schemas.microsoft.com/office/drawing/2014/main" id="{D723D1D1-CE90-57A4-D3A6-947C597A70F1}"/>
              </a:ext>
            </a:extLst>
          </p:cNvPr>
          <p:cNvSpPr txBox="1"/>
          <p:nvPr/>
        </p:nvSpPr>
        <p:spPr>
          <a:xfrm>
            <a:off x="627159" y="1279130"/>
            <a:ext cx="2406226" cy="200055"/>
          </a:xfrm>
          <a:prstGeom prst="rect">
            <a:avLst/>
          </a:prstGeom>
          <a:noFill/>
        </p:spPr>
        <p:txBody>
          <a:bodyPr wrap="square" rtlCol="0">
            <a:spAutoFit/>
          </a:bodyPr>
          <a:lstStyle/>
          <a:p>
            <a:r>
              <a:rPr lang="en-GB" sz="700" dirty="0">
                <a:solidFill>
                  <a:schemeClr val="tx1">
                    <a:lumMod val="50000"/>
                    <a:lumOff val="50000"/>
                  </a:schemeClr>
                </a:solidFill>
                <a:latin typeface="Montserrat Medium" panose="00000600000000000000" pitchFamily="2" charset="0"/>
                <a:ea typeface="Open Sans" panose="020B0606030504020204" pitchFamily="34" charset="0"/>
                <a:cs typeface="Open Sans" panose="020B0606030504020204" pitchFamily="34" charset="0"/>
              </a:rPr>
              <a:t>Please note these are estimations only</a:t>
            </a:r>
          </a:p>
        </p:txBody>
      </p:sp>
      <p:pic>
        <p:nvPicPr>
          <p:cNvPr id="36" name="Graphic 32" descr="Coins outline">
            <a:extLst>
              <a:ext uri="{FF2B5EF4-FFF2-40B4-BE49-F238E27FC236}">
                <a16:creationId xmlns:a16="http://schemas.microsoft.com/office/drawing/2014/main" id="{0673799F-07EF-7160-859B-A1BB8B5505B8}"/>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82107" y="2016302"/>
            <a:ext cx="493118" cy="493118"/>
          </a:xfrm>
          <a:prstGeom prst="rect">
            <a:avLst/>
          </a:prstGeom>
        </p:spPr>
      </p:pic>
      <p:pic>
        <p:nvPicPr>
          <p:cNvPr id="37" name="Graphic 37" descr="Downward trend graph outline">
            <a:extLst>
              <a:ext uri="{FF2B5EF4-FFF2-40B4-BE49-F238E27FC236}">
                <a16:creationId xmlns:a16="http://schemas.microsoft.com/office/drawing/2014/main" id="{5D32E35F-AC22-9D7B-80ED-F6F60001EA88}"/>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31368" y="2930773"/>
            <a:ext cx="394596" cy="394596"/>
          </a:xfrm>
          <a:prstGeom prst="rect">
            <a:avLst/>
          </a:prstGeom>
        </p:spPr>
      </p:pic>
      <p:pic>
        <p:nvPicPr>
          <p:cNvPr id="38" name="Graphic 51" descr="Bank with solid fill">
            <a:extLst>
              <a:ext uri="{FF2B5EF4-FFF2-40B4-BE49-F238E27FC236}">
                <a16:creationId xmlns:a16="http://schemas.microsoft.com/office/drawing/2014/main" id="{111E1EF3-0AD5-7F59-7B30-C16DB6E7F02D}"/>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685332" y="3943217"/>
            <a:ext cx="486669" cy="486669"/>
          </a:xfrm>
          <a:prstGeom prst="rect">
            <a:avLst/>
          </a:prstGeom>
        </p:spPr>
      </p:pic>
      <p:pic>
        <p:nvPicPr>
          <p:cNvPr id="39" name="Graphic 5" descr="Clock with solid fill">
            <a:extLst>
              <a:ext uri="{FF2B5EF4-FFF2-40B4-BE49-F238E27FC236}">
                <a16:creationId xmlns:a16="http://schemas.microsoft.com/office/drawing/2014/main" id="{08CDFC7E-E054-711C-7BB3-815B0F2038B1}"/>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60291" y="4872929"/>
            <a:ext cx="584134" cy="584134"/>
          </a:xfrm>
          <a:prstGeom prst="rect">
            <a:avLst/>
          </a:prstGeom>
        </p:spPr>
      </p:pic>
      <p:pic>
        <p:nvPicPr>
          <p:cNvPr id="40" name="Graphic 46" descr="Diamond with solid fill">
            <a:extLst>
              <a:ext uri="{FF2B5EF4-FFF2-40B4-BE49-F238E27FC236}">
                <a16:creationId xmlns:a16="http://schemas.microsoft.com/office/drawing/2014/main" id="{68C0B8CA-0A45-F947-790D-32C63CC2E8A0}"/>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3116481" y="2033136"/>
            <a:ext cx="420646" cy="521262"/>
          </a:xfrm>
          <a:prstGeom prst="rect">
            <a:avLst/>
          </a:prstGeom>
        </p:spPr>
      </p:pic>
      <p:sp>
        <p:nvSpPr>
          <p:cNvPr id="42" name="TextBox 49">
            <a:extLst>
              <a:ext uri="{FF2B5EF4-FFF2-40B4-BE49-F238E27FC236}">
                <a16:creationId xmlns:a16="http://schemas.microsoft.com/office/drawing/2014/main" id="{998E16DF-94E7-BDDB-651F-1D277330E822}"/>
              </a:ext>
            </a:extLst>
          </p:cNvPr>
          <p:cNvSpPr txBox="1"/>
          <p:nvPr/>
        </p:nvSpPr>
        <p:spPr>
          <a:xfrm>
            <a:off x="2986505" y="3171616"/>
            <a:ext cx="680598" cy="369332"/>
          </a:xfrm>
          <a:prstGeom prst="rect">
            <a:avLst/>
          </a:prstGeom>
          <a:noFill/>
        </p:spPr>
        <p:txBody>
          <a:bodyPr wrap="square" rtlCol="0">
            <a:spAutoFit/>
          </a:bodyPr>
          <a:lstStyle/>
          <a:p>
            <a:r>
              <a:rPr lang="en-GB" b="1" dirty="0">
                <a:solidFill>
                  <a:schemeClr val="tx2"/>
                </a:solidFill>
                <a:latin typeface="Open Sans" panose="020B0606030504020204" pitchFamily="34" charset="0"/>
                <a:ea typeface="Open Sans" panose="020B0606030504020204" pitchFamily="34" charset="0"/>
                <a:cs typeface="Open Sans" panose="020B0606030504020204" pitchFamily="34" charset="0"/>
              </a:rPr>
              <a:t>ROI</a:t>
            </a:r>
          </a:p>
        </p:txBody>
      </p:sp>
      <p:pic>
        <p:nvPicPr>
          <p:cNvPr id="47" name="Graphic 33" descr="Open hand outline">
            <a:extLst>
              <a:ext uri="{FF2B5EF4-FFF2-40B4-BE49-F238E27FC236}">
                <a16:creationId xmlns:a16="http://schemas.microsoft.com/office/drawing/2014/main" id="{B333B779-A4DC-C8D5-0780-E1A644CFF51F}"/>
              </a:ext>
            </a:extLst>
          </p:cNvPr>
          <p:cNvPicPr>
            <a:picLocks noChangeAspect="1"/>
          </p:cNvPicPr>
          <p:nvPr/>
        </p:nvPicPr>
        <p:blipFill>
          <a:blip r:embed="rId14">
            <a:extLst>
              <a:ext uri="{28A0092B-C50C-407E-A947-70E740481C1C}">
                <a14:useLocalDpi xmlns:a14="http://schemas.microsoft.com/office/drawing/2010/main" val="0"/>
              </a:ext>
              <a:ext uri="{96DAC541-7B7A-43D3-8B79-37D633B846F1}">
                <asvg:svgBlip xmlns:asvg="http://schemas.microsoft.com/office/drawing/2016/SVG/main" r:embed="rId15"/>
              </a:ext>
            </a:extLst>
          </a:blip>
          <a:stretch>
            <a:fillRect/>
          </a:stretch>
        </p:blipFill>
        <p:spPr>
          <a:xfrm>
            <a:off x="3129506" y="4042808"/>
            <a:ext cx="394596" cy="394596"/>
          </a:xfrm>
          <a:prstGeom prst="rect">
            <a:avLst/>
          </a:prstGeom>
        </p:spPr>
      </p:pic>
      <p:grpSp>
        <p:nvGrpSpPr>
          <p:cNvPr id="48" name="Group 24">
            <a:extLst>
              <a:ext uri="{FF2B5EF4-FFF2-40B4-BE49-F238E27FC236}">
                <a16:creationId xmlns:a16="http://schemas.microsoft.com/office/drawing/2014/main" id="{B8CE66C4-0CCC-1E4D-ECF7-0DC468AA78E5}"/>
              </a:ext>
            </a:extLst>
          </p:cNvPr>
          <p:cNvGrpSpPr/>
          <p:nvPr/>
        </p:nvGrpSpPr>
        <p:grpSpPr>
          <a:xfrm>
            <a:off x="3299656" y="4004190"/>
            <a:ext cx="144000" cy="144000"/>
            <a:chOff x="3274765" y="4031786"/>
            <a:chExt cx="106557" cy="106557"/>
          </a:xfrm>
          <a:noFill/>
        </p:grpSpPr>
        <p:pic>
          <p:nvPicPr>
            <p:cNvPr id="50" name="Graphic 34" descr="Dollar outline">
              <a:extLst>
                <a:ext uri="{FF2B5EF4-FFF2-40B4-BE49-F238E27FC236}">
                  <a16:creationId xmlns:a16="http://schemas.microsoft.com/office/drawing/2014/main" id="{2F43913E-063D-43D0-0F9E-A60E7B65C5A9}"/>
                </a:ext>
              </a:extLst>
            </p:cNvPr>
            <p:cNvPicPr>
              <a:picLocks noChangeAspect="1"/>
            </p:cNvPicPr>
            <p:nvPr/>
          </p:nvPicPr>
          <p:blipFill>
            <a:blip r:embed="rId16">
              <a:extLst>
                <a:ext uri="{28A0092B-C50C-407E-A947-70E740481C1C}">
                  <a14:useLocalDpi xmlns:a14="http://schemas.microsoft.com/office/drawing/2010/main" val="0"/>
                </a:ext>
                <a:ext uri="{96DAC541-7B7A-43D3-8B79-37D633B846F1}">
                  <asvg:svgBlip xmlns:asvg="http://schemas.microsoft.com/office/drawing/2016/SVG/main" r:embed="rId17"/>
                </a:ext>
              </a:extLst>
            </a:blip>
            <a:stretch>
              <a:fillRect/>
            </a:stretch>
          </p:blipFill>
          <p:spPr>
            <a:xfrm>
              <a:off x="3279681" y="4037294"/>
              <a:ext cx="99414" cy="99414"/>
            </a:xfrm>
            <a:prstGeom prst="rect">
              <a:avLst/>
            </a:prstGeom>
          </p:spPr>
        </p:pic>
        <p:sp>
          <p:nvSpPr>
            <p:cNvPr id="52" name="Oval 51">
              <a:extLst>
                <a:ext uri="{FF2B5EF4-FFF2-40B4-BE49-F238E27FC236}">
                  <a16:creationId xmlns:a16="http://schemas.microsoft.com/office/drawing/2014/main" id="{4A62297F-9A2D-A0B7-956E-A0A210B2FB1C}"/>
                </a:ext>
              </a:extLst>
            </p:cNvPr>
            <p:cNvSpPr/>
            <p:nvPr/>
          </p:nvSpPr>
          <p:spPr>
            <a:xfrm>
              <a:off x="3274765" y="4031786"/>
              <a:ext cx="106557" cy="106557"/>
            </a:xfrm>
            <a:prstGeom prst="ellipse">
              <a:avLst/>
            </a:prstGeom>
            <a:grpFill/>
            <a:ln w="12700">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b="1">
                <a:solidFill>
                  <a:schemeClr val="bg1"/>
                </a:solidFill>
              </a:endParaRPr>
            </a:p>
          </p:txBody>
        </p:sp>
      </p:grpSp>
      <p:sp>
        <p:nvSpPr>
          <p:cNvPr id="58" name="TextBox 36">
            <a:extLst>
              <a:ext uri="{FF2B5EF4-FFF2-40B4-BE49-F238E27FC236}">
                <a16:creationId xmlns:a16="http://schemas.microsoft.com/office/drawing/2014/main" id="{9B5EBB4A-55B6-48D7-2163-2E590BB89A8C}"/>
              </a:ext>
            </a:extLst>
          </p:cNvPr>
          <p:cNvSpPr txBox="1"/>
          <p:nvPr/>
        </p:nvSpPr>
        <p:spPr>
          <a:xfrm>
            <a:off x="529012" y="2462878"/>
            <a:ext cx="799309" cy="253916"/>
          </a:xfrm>
          <a:prstGeom prst="rect">
            <a:avLst/>
          </a:prstGeom>
          <a:noFill/>
        </p:spPr>
        <p:txBody>
          <a:bodyPr wrap="square" rtlCol="0">
            <a:spAutoFit/>
          </a:bodyPr>
          <a:lstStyle/>
          <a:p>
            <a:pPr algn="ctr"/>
            <a:r>
              <a:rPr lang="en-GB" sz="1050" b="1" dirty="0">
                <a:solidFill>
                  <a:schemeClr val="bg1"/>
                </a:solidFill>
                <a:latin typeface="Open Sans" panose="020B0606030504020204" pitchFamily="34" charset="0"/>
                <a:ea typeface="Open Sans" panose="020B0606030504020204" pitchFamily="34" charset="0"/>
                <a:cs typeface="Open Sans" panose="020B0606030504020204" pitchFamily="34" charset="0"/>
              </a:rPr>
              <a:t>Benefit</a:t>
            </a:r>
          </a:p>
        </p:txBody>
      </p:sp>
      <p:sp>
        <p:nvSpPr>
          <p:cNvPr id="59" name="TextBox 35">
            <a:extLst>
              <a:ext uri="{FF2B5EF4-FFF2-40B4-BE49-F238E27FC236}">
                <a16:creationId xmlns:a16="http://schemas.microsoft.com/office/drawing/2014/main" id="{FEC72E14-CC9D-4ED7-7D9F-2F87C58C1824}"/>
              </a:ext>
            </a:extLst>
          </p:cNvPr>
          <p:cNvSpPr txBox="1"/>
          <p:nvPr/>
        </p:nvSpPr>
        <p:spPr>
          <a:xfrm>
            <a:off x="385167" y="3361760"/>
            <a:ext cx="1086998" cy="415498"/>
          </a:xfrm>
          <a:prstGeom prst="rect">
            <a:avLst/>
          </a:prstGeom>
          <a:noFill/>
        </p:spPr>
        <p:txBody>
          <a:bodyPr wrap="square" rtlCol="0">
            <a:spAutoFit/>
          </a:bodyPr>
          <a:lstStyle/>
          <a:p>
            <a:pPr algn="ctr"/>
            <a:r>
              <a:rPr lang="en-US" sz="1050" b="1" dirty="0">
                <a:solidFill>
                  <a:schemeClr val="bg1"/>
                </a:solidFill>
                <a:latin typeface="Open Sans" panose="020B0606030504020204" pitchFamily="34" charset="0"/>
                <a:ea typeface="Open Sans" panose="020B0606030504020204" pitchFamily="34" charset="0"/>
                <a:cs typeface="Open Sans" panose="020B0606030504020204" pitchFamily="34" charset="0"/>
              </a:rPr>
              <a:t>3 month cost of delay</a:t>
            </a:r>
            <a:endParaRPr lang="en-GB" sz="1000" b="1" dirty="0">
              <a:solidFill>
                <a:schemeClr val="bg1"/>
              </a:solidFill>
              <a:latin typeface="Open Sans" panose="020B0606030504020204" pitchFamily="34" charset="0"/>
              <a:ea typeface="Open Sans" panose="020B0606030504020204" pitchFamily="34" charset="0"/>
              <a:cs typeface="Open Sans" panose="020B0606030504020204" pitchFamily="34" charset="0"/>
            </a:endParaRPr>
          </a:p>
        </p:txBody>
      </p:sp>
      <p:sp>
        <p:nvSpPr>
          <p:cNvPr id="60" name="TextBox 38">
            <a:extLst>
              <a:ext uri="{FF2B5EF4-FFF2-40B4-BE49-F238E27FC236}">
                <a16:creationId xmlns:a16="http://schemas.microsoft.com/office/drawing/2014/main" id="{4786ED05-53F8-ECD7-324D-E7014C43A757}"/>
              </a:ext>
            </a:extLst>
          </p:cNvPr>
          <p:cNvSpPr txBox="1"/>
          <p:nvPr/>
        </p:nvSpPr>
        <p:spPr>
          <a:xfrm>
            <a:off x="385167" y="4381620"/>
            <a:ext cx="1086998" cy="253916"/>
          </a:xfrm>
          <a:prstGeom prst="rect">
            <a:avLst/>
          </a:prstGeom>
          <a:noFill/>
        </p:spPr>
        <p:txBody>
          <a:bodyPr wrap="square" rtlCol="0">
            <a:spAutoFit/>
          </a:bodyPr>
          <a:lstStyle/>
          <a:p>
            <a:pPr algn="ctr"/>
            <a:r>
              <a:rPr lang="en-GB" sz="1050" b="1" dirty="0">
                <a:solidFill>
                  <a:schemeClr val="bg1"/>
                </a:solidFill>
                <a:latin typeface="Open Sans" panose="020B0606030504020204" pitchFamily="34" charset="0"/>
                <a:ea typeface="Open Sans" panose="020B0606030504020204" pitchFamily="34" charset="0"/>
                <a:cs typeface="Open Sans" panose="020B0606030504020204" pitchFamily="34" charset="0"/>
              </a:rPr>
              <a:t>Investment</a:t>
            </a:r>
          </a:p>
        </p:txBody>
      </p:sp>
      <p:sp>
        <p:nvSpPr>
          <p:cNvPr id="61" name="TextBox 6">
            <a:extLst>
              <a:ext uri="{FF2B5EF4-FFF2-40B4-BE49-F238E27FC236}">
                <a16:creationId xmlns:a16="http://schemas.microsoft.com/office/drawing/2014/main" id="{6ADCF610-4EAE-F9B9-BFED-3443E48EDA4F}"/>
              </a:ext>
            </a:extLst>
          </p:cNvPr>
          <p:cNvSpPr txBox="1"/>
          <p:nvPr/>
        </p:nvSpPr>
        <p:spPr>
          <a:xfrm>
            <a:off x="403273" y="5457063"/>
            <a:ext cx="1086998" cy="253916"/>
          </a:xfrm>
          <a:prstGeom prst="rect">
            <a:avLst/>
          </a:prstGeom>
          <a:noFill/>
        </p:spPr>
        <p:txBody>
          <a:bodyPr wrap="square" rtlCol="0">
            <a:spAutoFit/>
          </a:bodyPr>
          <a:lstStyle/>
          <a:p>
            <a:pPr algn="ctr"/>
            <a:r>
              <a:rPr lang="en-GB" sz="1050" b="1" dirty="0">
                <a:solidFill>
                  <a:schemeClr val="bg1"/>
                </a:solidFill>
                <a:latin typeface="Open Sans" panose="020B0606030504020204" pitchFamily="34" charset="0"/>
                <a:ea typeface="Open Sans" panose="020B0606030504020204" pitchFamily="34" charset="0"/>
                <a:cs typeface="Open Sans" panose="020B0606030504020204" pitchFamily="34" charset="0"/>
              </a:rPr>
              <a:t>Hours saved</a:t>
            </a:r>
          </a:p>
        </p:txBody>
      </p:sp>
      <p:sp>
        <p:nvSpPr>
          <p:cNvPr id="62" name="TextBox 47">
            <a:extLst>
              <a:ext uri="{FF2B5EF4-FFF2-40B4-BE49-F238E27FC236}">
                <a16:creationId xmlns:a16="http://schemas.microsoft.com/office/drawing/2014/main" id="{9331F7F0-7C4A-2727-AB7A-0B689477B520}"/>
              </a:ext>
            </a:extLst>
          </p:cNvPr>
          <p:cNvSpPr txBox="1"/>
          <p:nvPr/>
        </p:nvSpPr>
        <p:spPr>
          <a:xfrm>
            <a:off x="2906368" y="2516728"/>
            <a:ext cx="840873" cy="253916"/>
          </a:xfrm>
          <a:prstGeom prst="rect">
            <a:avLst/>
          </a:prstGeom>
          <a:noFill/>
        </p:spPr>
        <p:txBody>
          <a:bodyPr wrap="square" rtlCol="0">
            <a:spAutoFit/>
          </a:bodyPr>
          <a:lstStyle/>
          <a:p>
            <a:pPr algn="ctr"/>
            <a:r>
              <a:rPr lang="en-GB" sz="1050" b="1" dirty="0">
                <a:solidFill>
                  <a:schemeClr val="bg1"/>
                </a:solidFill>
                <a:latin typeface="Open Sans" panose="020B0606030504020204" pitchFamily="34" charset="0"/>
                <a:ea typeface="Open Sans" panose="020B0606030504020204" pitchFamily="34" charset="0"/>
                <a:cs typeface="Open Sans" panose="020B0606030504020204" pitchFamily="34" charset="0"/>
              </a:rPr>
              <a:t>NPV</a:t>
            </a:r>
          </a:p>
        </p:txBody>
      </p:sp>
      <p:sp>
        <p:nvSpPr>
          <p:cNvPr id="63" name="TextBox 39">
            <a:extLst>
              <a:ext uri="{FF2B5EF4-FFF2-40B4-BE49-F238E27FC236}">
                <a16:creationId xmlns:a16="http://schemas.microsoft.com/office/drawing/2014/main" id="{23781FB7-7702-18F8-E9F2-378BE0E70133}"/>
              </a:ext>
            </a:extLst>
          </p:cNvPr>
          <p:cNvSpPr txBox="1"/>
          <p:nvPr/>
        </p:nvSpPr>
        <p:spPr>
          <a:xfrm>
            <a:off x="2962265" y="4316345"/>
            <a:ext cx="729079" cy="400110"/>
          </a:xfrm>
          <a:prstGeom prst="rect">
            <a:avLst/>
          </a:prstGeom>
          <a:noFill/>
        </p:spPr>
        <p:txBody>
          <a:bodyPr wrap="square" rtlCol="0">
            <a:spAutoFit/>
          </a:bodyPr>
          <a:lstStyle/>
          <a:p>
            <a:pPr algn="ctr"/>
            <a:r>
              <a:rPr lang="en-GB" sz="1000" b="1" dirty="0">
                <a:solidFill>
                  <a:schemeClr val="bg1"/>
                </a:solidFill>
                <a:latin typeface="Open Sans" panose="020B0606030504020204" pitchFamily="34" charset="0"/>
                <a:ea typeface="Open Sans" panose="020B0606030504020204" pitchFamily="34" charset="0"/>
                <a:cs typeface="Open Sans" panose="020B0606030504020204" pitchFamily="34" charset="0"/>
              </a:rPr>
              <a:t>Payback</a:t>
            </a:r>
            <a:r>
              <a:rPr lang="en-GB" sz="700" dirty="0">
                <a:solidFill>
                  <a:schemeClr val="bg1"/>
                </a:solidFill>
                <a:latin typeface="Open Sans" panose="020B0606030504020204" pitchFamily="34" charset="0"/>
                <a:ea typeface="Open Sans" panose="020B0606030504020204" pitchFamily="34" charset="0"/>
                <a:cs typeface="Open Sans" panose="020B0606030504020204" pitchFamily="34" charset="0"/>
              </a:rPr>
              <a:t> </a:t>
            </a:r>
            <a:r>
              <a:rPr lang="en-GB" sz="1000" b="1" dirty="0">
                <a:solidFill>
                  <a:schemeClr val="bg1"/>
                </a:solidFill>
                <a:latin typeface="Open Sans" panose="020B0606030504020204" pitchFamily="34" charset="0"/>
                <a:ea typeface="Open Sans" panose="020B0606030504020204" pitchFamily="34" charset="0"/>
                <a:cs typeface="Open Sans" panose="020B0606030504020204" pitchFamily="34" charset="0"/>
              </a:rPr>
              <a:t>Period</a:t>
            </a:r>
          </a:p>
        </p:txBody>
      </p:sp>
    </p:spTree>
    <p:extLst>
      <p:ext uri="{BB962C8B-B14F-4D97-AF65-F5344CB8AC3E}">
        <p14:creationId xmlns:p14="http://schemas.microsoft.com/office/powerpoint/2010/main" val="23658039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F303557-C3DF-0A09-A6C3-B95DAC3B7127}"/>
              </a:ext>
            </a:extLst>
          </p:cNvPr>
          <p:cNvSpPr>
            <a:spLocks noGrp="1"/>
          </p:cNvSpPr>
          <p:nvPr>
            <p:ph type="sldNum" sz="quarter" idx="12"/>
          </p:nvPr>
        </p:nvSpPr>
        <p:spPr/>
        <p:txBody>
          <a:bodyPr/>
          <a:lstStyle/>
          <a:p>
            <a:fld id="{3531A8E9-B4CF-5643-AF96-CB4C768DAD63}" type="slidenum">
              <a:rPr lang="en-US" smtClean="0"/>
              <a:t>10</a:t>
            </a:fld>
            <a:endParaRPr lang="en-US"/>
          </a:p>
        </p:txBody>
      </p:sp>
      <p:sp>
        <p:nvSpPr>
          <p:cNvPr id="3" name="Title 2">
            <a:extLst>
              <a:ext uri="{FF2B5EF4-FFF2-40B4-BE49-F238E27FC236}">
                <a16:creationId xmlns:a16="http://schemas.microsoft.com/office/drawing/2014/main" id="{0D27C223-66B0-43E1-F7E0-38D12174F72F}"/>
              </a:ext>
            </a:extLst>
          </p:cNvPr>
          <p:cNvSpPr>
            <a:spLocks noGrp="1"/>
          </p:cNvSpPr>
          <p:nvPr>
            <p:ph type="title"/>
          </p:nvPr>
        </p:nvSpPr>
        <p:spPr>
          <a:xfrm>
            <a:off x="695326" y="428401"/>
            <a:ext cx="9292735" cy="401594"/>
          </a:xfrm>
        </p:spPr>
        <p:txBody>
          <a:bodyPr>
            <a:normAutofit/>
          </a:bodyPr>
          <a:lstStyle/>
          <a:p>
            <a:r>
              <a:rPr lang="tr-TR" dirty="0"/>
              <a:t>Def</a:t>
            </a:r>
            <a:r>
              <a:rPr lang="en-GB" dirty="0" err="1"/>
              <a:t>i</a:t>
            </a:r>
            <a:r>
              <a:rPr lang="tr-TR" dirty="0"/>
              <a:t>n</a:t>
            </a:r>
            <a:r>
              <a:rPr lang="en-GB" dirty="0" err="1"/>
              <a:t>i</a:t>
            </a:r>
            <a:r>
              <a:rPr lang="tr-TR" dirty="0"/>
              <a:t>t</a:t>
            </a:r>
            <a:r>
              <a:rPr lang="en-GB" dirty="0" err="1"/>
              <a:t>i</a:t>
            </a:r>
            <a:r>
              <a:rPr lang="tr-TR" dirty="0"/>
              <a:t>on of </a:t>
            </a:r>
            <a:r>
              <a:rPr lang="tr-TR" dirty="0" err="1"/>
              <a:t>terms</a:t>
            </a:r>
            <a:endParaRPr lang="en-US" dirty="0"/>
          </a:p>
        </p:txBody>
      </p:sp>
      <p:sp>
        <p:nvSpPr>
          <p:cNvPr id="6" name="Text Placeholder 3">
            <a:extLst>
              <a:ext uri="{FF2B5EF4-FFF2-40B4-BE49-F238E27FC236}">
                <a16:creationId xmlns:a16="http://schemas.microsoft.com/office/drawing/2014/main" id="{6B2551A1-F783-7ECB-94CE-4492E0A51074}"/>
              </a:ext>
            </a:extLst>
          </p:cNvPr>
          <p:cNvSpPr txBox="1">
            <a:spLocks/>
          </p:cNvSpPr>
          <p:nvPr/>
        </p:nvSpPr>
        <p:spPr>
          <a:xfrm>
            <a:off x="599450" y="1612679"/>
            <a:ext cx="4638088" cy="3402941"/>
          </a:xfrm>
          <a:prstGeom prst="rect">
            <a:avLst/>
          </a:prstGeom>
        </p:spPr>
        <p:txBody>
          <a:bodyPr vert="horz" lIns="0" tIns="0" rIns="0" bIns="0" rtlCol="0" anchor="t">
            <a:noAutofit/>
          </a:bodyPr>
          <a:lstStyle>
            <a:lvl1pPr marL="342000" indent="-252000" algn="l" defTabSz="914400" rtl="0" eaLnBrk="1" latinLnBrk="0" hangingPunct="1">
              <a:lnSpc>
                <a:spcPct val="120000"/>
              </a:lnSpc>
              <a:spcBef>
                <a:spcPts val="800"/>
              </a:spcBef>
              <a:spcAft>
                <a:spcPts val="300"/>
              </a:spcAft>
              <a:buSzPct val="120000"/>
              <a:buFont typeface="Arial" panose="020B0604020202020204" pitchFamily="34" charset="0"/>
              <a:buChar char="•"/>
              <a:defRPr sz="20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1pPr>
            <a:lvl2pPr marL="720000" indent="-216000" algn="l" defTabSz="914400" rtl="0" eaLnBrk="1" latinLnBrk="0" hangingPunct="1">
              <a:lnSpc>
                <a:spcPct val="120000"/>
              </a:lnSpc>
              <a:spcBef>
                <a:spcPts val="200"/>
              </a:spcBef>
              <a:spcAft>
                <a:spcPts val="0"/>
              </a:spcAft>
              <a:buClr>
                <a:schemeClr val="tx2"/>
              </a:buClr>
              <a:buSzPct val="110000"/>
              <a:buFont typeface="Arial" panose="020B0604020202020204" pitchFamily="34" charset="0"/>
              <a:buChar char="•"/>
              <a:defRPr sz="18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2pPr>
            <a:lvl3pPr marL="1152000" indent="-180000" algn="l" defTabSz="914400" rtl="0" eaLnBrk="1" latinLnBrk="0" hangingPunct="1">
              <a:lnSpc>
                <a:spcPct val="120000"/>
              </a:lnSpc>
              <a:spcBef>
                <a:spcPts val="100"/>
              </a:spcBef>
              <a:spcAft>
                <a:spcPts val="0"/>
              </a:spcAft>
              <a:buClr>
                <a:schemeClr val="tx1">
                  <a:lumMod val="75000"/>
                  <a:lumOff val="25000"/>
                </a:schemeClr>
              </a:buClr>
              <a:buSzPct val="130000"/>
              <a:buFont typeface="Open Sans" panose="020B0606030504020204" pitchFamily="34" charset="0"/>
              <a:buChar char="›"/>
              <a:defRPr sz="16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3pPr>
            <a:lvl4pPr marL="1512000" indent="-144000" algn="l" defTabSz="914400" rtl="0" eaLnBrk="1" latinLnBrk="0" hangingPunct="1">
              <a:lnSpc>
                <a:spcPct val="120000"/>
              </a:lnSpc>
              <a:spcBef>
                <a:spcPts val="100"/>
              </a:spcBef>
              <a:spcAft>
                <a:spcPts val="0"/>
              </a:spcAft>
              <a:buClr>
                <a:schemeClr val="tx2"/>
              </a:buClr>
              <a:buSzPct val="120000"/>
              <a:buFont typeface="Open Sans" panose="020B0606030504020204" pitchFamily="34" charset="0"/>
              <a:buChar char="›"/>
              <a:defRPr sz="14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4pPr>
            <a:lvl5pPr marL="1872000" indent="-108000" algn="l" defTabSz="914400" rtl="0" eaLnBrk="1" latinLnBrk="0" hangingPunct="1">
              <a:lnSpc>
                <a:spcPct val="120000"/>
              </a:lnSpc>
              <a:spcBef>
                <a:spcPts val="100"/>
              </a:spcBef>
              <a:spcAft>
                <a:spcPts val="0"/>
              </a:spcAft>
              <a:buClr>
                <a:schemeClr val="tx1">
                  <a:lumMod val="50000"/>
                  <a:lumOff val="50000"/>
                </a:schemeClr>
              </a:buClr>
              <a:buFont typeface="Open Sans" panose="020B0606030504020204" pitchFamily="34" charset="0"/>
              <a:buChar char="›"/>
              <a:defRPr sz="1200" kern="1200">
                <a:solidFill>
                  <a:schemeClr val="tx1">
                    <a:lumMod val="75000"/>
                    <a:lumOff val="25000"/>
                  </a:schemeClr>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90170" indent="0">
              <a:spcAft>
                <a:spcPts val="800"/>
              </a:spcAft>
              <a:buNone/>
            </a:pPr>
            <a:r>
              <a:rPr lang="en-GB" sz="2800" b="1" dirty="0">
                <a:solidFill>
                  <a:srgbClr val="FF6600"/>
                </a:solidFill>
                <a:latin typeface="Open Sans"/>
                <a:ea typeface="Open Sans"/>
                <a:cs typeface="Open Sans"/>
              </a:rPr>
              <a:t>The key phrases used in this proposal are outlined here for reference</a:t>
            </a:r>
            <a:endParaRPr lang="en-GB" sz="2800" b="1" dirty="0">
              <a:solidFill>
                <a:srgbClr val="FF6600"/>
              </a:solidFill>
            </a:endParaRPr>
          </a:p>
        </p:txBody>
      </p:sp>
      <p:sp>
        <p:nvSpPr>
          <p:cNvPr id="7" name="TextBox 6">
            <a:extLst>
              <a:ext uri="{FF2B5EF4-FFF2-40B4-BE49-F238E27FC236}">
                <a16:creationId xmlns:a16="http://schemas.microsoft.com/office/drawing/2014/main" id="{3582BB3E-BDED-0937-862C-B206BD0877B8}"/>
              </a:ext>
            </a:extLst>
          </p:cNvPr>
          <p:cNvSpPr txBox="1"/>
          <p:nvPr/>
        </p:nvSpPr>
        <p:spPr>
          <a:xfrm>
            <a:off x="599450" y="5231781"/>
            <a:ext cx="4638088" cy="1072088"/>
          </a:xfrm>
          <a:prstGeom prst="rect">
            <a:avLst/>
          </a:prstGeom>
          <a:noFill/>
        </p:spPr>
        <p:txBody>
          <a:bodyPr wrap="square">
            <a:spAutoFit/>
          </a:bodyPr>
          <a:lstStyle/>
          <a:p>
            <a:pPr marL="90170">
              <a:spcAft>
                <a:spcPts val="800"/>
              </a:spcAft>
            </a:pPr>
            <a:r>
              <a:rPr lang="en-GB" sz="900" b="1" dirty="0">
                <a:solidFill>
                  <a:srgbClr val="FF6600"/>
                </a:solidFill>
                <a:latin typeface="Open Sans"/>
                <a:ea typeface="Open Sans"/>
                <a:cs typeface="Open Sans"/>
              </a:rPr>
              <a:t>Clarification</a:t>
            </a:r>
          </a:p>
          <a:p>
            <a:pPr marL="90170">
              <a:spcAft>
                <a:spcPts val="800"/>
              </a:spcAft>
            </a:pPr>
            <a:r>
              <a:rPr lang="en-GB" sz="1200" b="1" dirty="0">
                <a:latin typeface="Open Sans"/>
                <a:ea typeface="Open Sans"/>
                <a:cs typeface="Open Sans"/>
              </a:rPr>
              <a:t>These estimates are intended to support purchasing decisions and highlight potential value opportunities. The information provided is given in good faith and should be considered as a general guide, offered “as is.”</a:t>
            </a:r>
            <a:endParaRPr lang="en-GB" sz="1200" dirty="0"/>
          </a:p>
        </p:txBody>
      </p:sp>
      <p:sp>
        <p:nvSpPr>
          <p:cNvPr id="9" name="Text Placeholder 3">
            <a:extLst>
              <a:ext uri="{FF2B5EF4-FFF2-40B4-BE49-F238E27FC236}">
                <a16:creationId xmlns:a16="http://schemas.microsoft.com/office/drawing/2014/main" id="{FE9A52EA-2450-17E3-9B10-640AC1F685D7}"/>
              </a:ext>
            </a:extLst>
          </p:cNvPr>
          <p:cNvSpPr>
            <a:spLocks noGrp="1"/>
          </p:cNvSpPr>
          <p:nvPr>
            <p:ph type="body" sz="quarter" idx="14"/>
          </p:nvPr>
        </p:nvSpPr>
        <p:spPr>
          <a:xfrm>
            <a:off x="6017270" y="1717608"/>
            <a:ext cx="4638088" cy="4638742"/>
          </a:xfrm>
        </p:spPr>
        <p:txBody>
          <a:bodyPr vert="horz" lIns="0" tIns="0" rIns="0" bIns="0" rtlCol="0" anchor="t">
            <a:noAutofit/>
          </a:bodyPr>
          <a:lstStyle/>
          <a:p>
            <a:pPr marL="341630" indent="-251460">
              <a:spcAft>
                <a:spcPts val="800"/>
              </a:spcAft>
              <a:buClr>
                <a:srgbClr val="E23F13"/>
              </a:buClr>
            </a:pPr>
            <a:r>
              <a:rPr lang="en-GB" sz="1200" b="1" dirty="0">
                <a:solidFill>
                  <a:srgbClr val="FF6600"/>
                </a:solidFill>
                <a:effectLst/>
                <a:latin typeface="Open Sans"/>
                <a:ea typeface="Open Sans"/>
                <a:cs typeface="Open Sans"/>
              </a:rPr>
              <a:t>Payback Period: </a:t>
            </a:r>
            <a:r>
              <a:rPr lang="en-GB" sz="1200" dirty="0">
                <a:solidFill>
                  <a:schemeClr val="tx1">
                    <a:lumMod val="50000"/>
                    <a:lumOff val="50000"/>
                  </a:schemeClr>
                </a:solidFill>
                <a:effectLst/>
                <a:latin typeface="Open Sans"/>
                <a:ea typeface="Open Sans"/>
                <a:cs typeface="Open Sans"/>
              </a:rPr>
              <a:t>time at which benefits achieved outweigh amount invested. If you invest £12 and receive £1 per month, your payback period is 1 year, equal to the "break-even point”. This calculation does not consider the time value of money (see NPV)</a:t>
            </a:r>
          </a:p>
          <a:p>
            <a:pPr marL="341630" indent="-251460">
              <a:spcAft>
                <a:spcPts val="800"/>
              </a:spcAft>
            </a:pPr>
            <a:r>
              <a:rPr lang="en-GB" sz="1200" b="1" dirty="0">
                <a:solidFill>
                  <a:srgbClr val="FF6600"/>
                </a:solidFill>
                <a:effectLst/>
                <a:latin typeface="Open Sans"/>
                <a:ea typeface="Open Sans"/>
                <a:cs typeface="Open Sans"/>
              </a:rPr>
              <a:t>Net Present Value (NPV): </a:t>
            </a:r>
            <a:r>
              <a:rPr lang="en-GB" sz="1200" dirty="0">
                <a:solidFill>
                  <a:schemeClr val="tx1">
                    <a:lumMod val="50000"/>
                    <a:lumOff val="50000"/>
                  </a:schemeClr>
                </a:solidFill>
                <a:effectLst/>
                <a:latin typeface="Open Sans"/>
                <a:ea typeface="Open Sans"/>
                <a:cs typeface="Open Sans"/>
              </a:rPr>
              <a:t>the present value of future net Cashflows (cash in minus cash out). “Present Value” refers to the time value of money where a pound today is worth more than a pound five years from now. This is due to inflation, future uncertainty and other factors. The NPV here is calculated assuming a default 8% cost of capital.</a:t>
            </a:r>
          </a:p>
          <a:p>
            <a:pPr marL="341630" indent="-251460">
              <a:spcAft>
                <a:spcPts val="800"/>
              </a:spcAft>
            </a:pPr>
            <a:r>
              <a:rPr lang="en-GB" sz="1200" b="1" dirty="0">
                <a:solidFill>
                  <a:srgbClr val="FF6600"/>
                </a:solidFill>
                <a:effectLst/>
                <a:latin typeface="Open Sans"/>
                <a:ea typeface="Open Sans"/>
                <a:cs typeface="Open Sans"/>
              </a:rPr>
              <a:t>Return on Investment (ROI): </a:t>
            </a:r>
            <a:r>
              <a:rPr lang="en-GB" sz="1200" dirty="0">
                <a:solidFill>
                  <a:schemeClr val="tx1">
                    <a:lumMod val="50000"/>
                    <a:lumOff val="50000"/>
                  </a:schemeClr>
                </a:solidFill>
                <a:effectLst/>
                <a:latin typeface="Open Sans"/>
                <a:ea typeface="Open Sans"/>
                <a:cs typeface="Open Sans"/>
              </a:rPr>
              <a:t>The ratio of benefits vs its total costs. If you invest £12 and get £24 back, the ROI is 24/12 = 200% (i.e. you receive double what you contributed)</a:t>
            </a:r>
          </a:p>
          <a:p>
            <a:pPr marL="341630" indent="-251460">
              <a:spcAft>
                <a:spcPts val="800"/>
              </a:spcAft>
            </a:pPr>
            <a:r>
              <a:rPr lang="en-GB" sz="1200" b="1" dirty="0">
                <a:solidFill>
                  <a:srgbClr val="FF6600"/>
                </a:solidFill>
                <a:effectLst/>
                <a:latin typeface="Open Sans"/>
                <a:ea typeface="Open Sans"/>
                <a:cs typeface="Open Sans"/>
              </a:rPr>
              <a:t>Adoption rate: </a:t>
            </a:r>
            <a:r>
              <a:rPr lang="en-GB" sz="1200" dirty="0">
                <a:solidFill>
                  <a:schemeClr val="tx1">
                    <a:lumMod val="50000"/>
                    <a:lumOff val="50000"/>
                  </a:schemeClr>
                </a:solidFill>
                <a:effectLst/>
                <a:latin typeface="Open Sans"/>
                <a:ea typeface="Open Sans"/>
                <a:cs typeface="Open Sans"/>
              </a:rPr>
              <a:t>We have integrated software adoption rate factors into our value return calculations. These reflect reductions in value returns from factors such as staggered releases, ramp up times and more. </a:t>
            </a:r>
          </a:p>
        </p:txBody>
      </p:sp>
    </p:spTree>
    <p:extLst>
      <p:ext uri="{BB962C8B-B14F-4D97-AF65-F5344CB8AC3E}">
        <p14:creationId xmlns:p14="http://schemas.microsoft.com/office/powerpoint/2010/main" val="2189734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AE785E-F828-4B72-DC9A-BE799690915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F6B992C-E9D2-AC69-B187-87D2F1FFD2FF}"/>
              </a:ext>
            </a:extLst>
          </p:cNvPr>
          <p:cNvSpPr>
            <a:spLocks noGrp="1"/>
          </p:cNvSpPr>
          <p:nvPr>
            <p:ph type="sldNum" sz="quarter" idx="12"/>
          </p:nvPr>
        </p:nvSpPr>
        <p:spPr/>
        <p:txBody>
          <a:bodyPr/>
          <a:lstStyle/>
          <a:p>
            <a:fld id="{3531A8E9-B4CF-5643-AF96-CB4C768DAD63}" type="slidenum">
              <a:rPr lang="en-US" smtClean="0"/>
              <a:t>11</a:t>
            </a:fld>
            <a:endParaRPr lang="en-US"/>
          </a:p>
        </p:txBody>
      </p:sp>
      <p:sp>
        <p:nvSpPr>
          <p:cNvPr id="3" name="Title 2">
            <a:extLst>
              <a:ext uri="{FF2B5EF4-FFF2-40B4-BE49-F238E27FC236}">
                <a16:creationId xmlns:a16="http://schemas.microsoft.com/office/drawing/2014/main" id="{B6FE7873-5FE3-B4CB-A3DF-16BD42FB7E52}"/>
              </a:ext>
            </a:extLst>
          </p:cNvPr>
          <p:cNvSpPr>
            <a:spLocks noGrp="1"/>
          </p:cNvSpPr>
          <p:nvPr>
            <p:ph type="title"/>
          </p:nvPr>
        </p:nvSpPr>
        <p:spPr>
          <a:xfrm>
            <a:off x="695326" y="428400"/>
            <a:ext cx="10801349" cy="388773"/>
          </a:xfrm>
        </p:spPr>
        <p:txBody>
          <a:bodyPr/>
          <a:lstStyle/>
          <a:p>
            <a:r>
              <a:rPr lang="en-GB" dirty="0"/>
              <a:t>Summary of your inputs</a:t>
            </a:r>
          </a:p>
        </p:txBody>
      </p:sp>
      <p:graphicFrame>
        <p:nvGraphicFramePr>
          <p:cNvPr id="7" name="Table 6">
            <a:extLst>
              <a:ext uri="{FF2B5EF4-FFF2-40B4-BE49-F238E27FC236}">
                <a16:creationId xmlns:a16="http://schemas.microsoft.com/office/drawing/2014/main" id="{53C5CDA4-7668-B86A-A4BA-6721AB7418C6}"/>
              </a:ext>
            </a:extLst>
          </p:cNvPr>
          <p:cNvGraphicFramePr>
            <a:graphicFrameLocks noGrp="1"/>
          </p:cNvGraphicFramePr>
          <p:nvPr>
            <p:extLst>
              <p:ext uri="{D42A27DB-BD31-4B8C-83A1-F6EECF244321}">
                <p14:modId xmlns:p14="http://schemas.microsoft.com/office/powerpoint/2010/main" val="3452064434"/>
              </p:ext>
            </p:extLst>
          </p:nvPr>
        </p:nvGraphicFramePr>
        <p:xfrm>
          <a:off x="695326" y="1020779"/>
          <a:ext cx="4981197" cy="5540890"/>
        </p:xfrm>
        <a:graphic>
          <a:graphicData uri="http://schemas.openxmlformats.org/drawingml/2006/table">
            <a:tbl>
              <a:tblPr/>
              <a:tblGrid>
                <a:gridCol w="3514535">
                  <a:extLst>
                    <a:ext uri="{9D8B030D-6E8A-4147-A177-3AD203B41FA5}">
                      <a16:colId xmlns:a16="http://schemas.microsoft.com/office/drawing/2014/main" val="1936593662"/>
                    </a:ext>
                  </a:extLst>
                </a:gridCol>
                <a:gridCol w="164835">
                  <a:extLst>
                    <a:ext uri="{9D8B030D-6E8A-4147-A177-3AD203B41FA5}">
                      <a16:colId xmlns:a16="http://schemas.microsoft.com/office/drawing/2014/main" val="4046512273"/>
                    </a:ext>
                  </a:extLst>
                </a:gridCol>
                <a:gridCol w="1301827">
                  <a:extLst>
                    <a:ext uri="{9D8B030D-6E8A-4147-A177-3AD203B41FA5}">
                      <a16:colId xmlns:a16="http://schemas.microsoft.com/office/drawing/2014/main" val="4132532014"/>
                    </a:ext>
                  </a:extLst>
                </a:gridCol>
              </a:tblGrid>
              <a:tr h="160984">
                <a:tc>
                  <a:txBody>
                    <a:bodyPr/>
                    <a:lstStyle/>
                    <a:p>
                      <a:pPr algn="l" fontAlgn="ctr"/>
                      <a:r>
                        <a:rPr lang="en-GB" sz="800" b="1" i="0" u="none" strike="noStrike" dirty="0">
                          <a:solidFill>
                            <a:schemeClr val="tx1"/>
                          </a:solidFill>
                          <a:effectLst/>
                          <a:latin typeface="Open Sans" panose="020B0606030504020204" pitchFamily="34" charset="0"/>
                        </a:rPr>
                        <a:t>IT finance systems </a:t>
                      </a:r>
                    </a:p>
                  </a:txBody>
                  <a:tcPr marL="0" marR="0" marT="0" marB="0" anchor="ctr">
                    <a:lnL>
                      <a:noFill/>
                    </a:lnL>
                    <a:lnR>
                      <a:noFill/>
                    </a:lnR>
                    <a:lnT>
                      <a:noFill/>
                    </a:lnT>
                    <a:lnB>
                      <a:noFill/>
                    </a:lnB>
                    <a:solidFill>
                      <a:srgbClr val="C5C5CE"/>
                    </a:solid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r"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3146613624"/>
                  </a:ext>
                </a:extLst>
              </a:tr>
              <a:tr h="160984">
                <a:tc>
                  <a:txBody>
                    <a:bodyPr/>
                    <a:lstStyle/>
                    <a:p>
                      <a:pPr algn="l" fontAlgn="ctr"/>
                      <a:r>
                        <a:rPr lang="en-GB" sz="800" b="0" i="0" u="none" strike="noStrike" dirty="0">
                          <a:solidFill>
                            <a:srgbClr val="595959"/>
                          </a:solidFill>
                          <a:effectLst/>
                          <a:latin typeface="Open Sans" panose="020B0606030504020204" pitchFamily="34" charset="0"/>
                        </a:rPr>
                        <a:t>Are your IT finance systems currently on prem, hosted or on cloud?</a:t>
                      </a:r>
                    </a:p>
                  </a:txBody>
                  <a:tcPr marL="0" marR="0" marT="0" marB="0" anchor="ctr">
                    <a:lnL>
                      <a:noFill/>
                    </a:lnL>
                    <a:lnR>
                      <a:noFill/>
                    </a:lnR>
                    <a:lnT>
                      <a:noFill/>
                    </a:lnT>
                    <a:lnB>
                      <a:noFill/>
                    </a:lnB>
                    <a:no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q0itfinance</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011111"/>
                    </a:solidFill>
                  </a:tcPr>
                </a:tc>
                <a:extLst>
                  <a:ext uri="{0D108BD9-81ED-4DB2-BD59-A6C34878D82A}">
                    <a16:rowId xmlns:a16="http://schemas.microsoft.com/office/drawing/2014/main" val="1716828448"/>
                  </a:ext>
                </a:extLst>
              </a:tr>
              <a:tr h="273674">
                <a:tc>
                  <a:txBody>
                    <a:bodyPr/>
                    <a:lstStyle/>
                    <a:p>
                      <a:pPr algn="l" fontAlgn="ctr"/>
                      <a:r>
                        <a:rPr lang="en-GB" sz="800" b="0" i="0" u="none" strike="noStrike" dirty="0">
                          <a:solidFill>
                            <a:srgbClr val="595959"/>
                          </a:solidFill>
                          <a:effectLst/>
                          <a:latin typeface="Open Sans" panose="020B0606030504020204" pitchFamily="34" charset="0"/>
                        </a:rPr>
                        <a:t>What are your current annual IT infrastructure costs associated with your finance systems (including hosting, VPN, data management, back up and maintenance costs )</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q1itfinance</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1316356832"/>
                  </a:ext>
                </a:extLst>
              </a:tr>
              <a:tr h="160984">
                <a:tc>
                  <a:txBody>
                    <a:bodyPr/>
                    <a:lstStyle/>
                    <a:p>
                      <a:pPr algn="l" fontAlgn="ctr"/>
                      <a:endParaRPr lang="en-GB" sz="800" b="0" i="0" u="none" strike="noStrike" dirty="0">
                        <a:solidFill>
                          <a:srgbClr val="D42E12"/>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r"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302927672"/>
                  </a:ext>
                </a:extLst>
              </a:tr>
              <a:tr h="160984">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Raising Purchase Orders</a:t>
                      </a:r>
                    </a:p>
                  </a:txBody>
                  <a:tcPr marL="0" marR="0" marT="0" marB="0" anchor="ctr">
                    <a:lnL>
                      <a:noFill/>
                    </a:lnL>
                    <a:lnR>
                      <a:noFill/>
                    </a:lnR>
                    <a:lnT>
                      <a:noFill/>
                    </a:lnT>
                    <a:lnB>
                      <a:noFill/>
                    </a:lnB>
                    <a:solidFill>
                      <a:srgbClr val="C5C5CE"/>
                    </a:solidFill>
                  </a:tcPr>
                </a:tc>
                <a:tc>
                  <a:txBody>
                    <a:bodyPr/>
                    <a:lstStyle/>
                    <a:p>
                      <a:pPr algn="l" fontAlgn="b"/>
                      <a:endParaRPr lang="en-GB" sz="800" b="1"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r" fontAlgn="b"/>
                      <a:endParaRPr lang="en-GB" sz="800" b="0" i="0" u="none" strike="noStrike" dirty="0">
                        <a:solidFill>
                          <a:srgbClr val="595959"/>
                        </a:solidFill>
                        <a:effectLst/>
                        <a:latin typeface="Open Sans" panose="020B0606030504020204" pitchFamily="34" charset="0"/>
                      </a:endParaRPr>
                    </a:p>
                  </a:txBody>
                  <a:tcPr marL="0" marR="71413"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4057326503"/>
                  </a:ext>
                </a:extLst>
              </a:tr>
              <a:tr h="160984">
                <a:tc>
                  <a:txBody>
                    <a:bodyPr/>
                    <a:lstStyle/>
                    <a:p>
                      <a:pPr algn="l" fontAlgn="ctr"/>
                      <a:r>
                        <a:rPr lang="en-GB" sz="800" b="0" i="0" u="none" strike="noStrike" dirty="0">
                          <a:solidFill>
                            <a:srgbClr val="595959"/>
                          </a:solidFill>
                          <a:effectLst/>
                          <a:latin typeface="Open Sans" panose="020B0606030504020204" pitchFamily="34" charset="0"/>
                        </a:rPr>
                        <a:t>How efficient is your Purchase Order management process when raising purchase orders?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q0rpo</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111111"/>
                    </a:solidFill>
                  </a:tcPr>
                </a:tc>
                <a:extLst>
                  <a:ext uri="{0D108BD9-81ED-4DB2-BD59-A6C34878D82A}">
                    <a16:rowId xmlns:a16="http://schemas.microsoft.com/office/drawing/2014/main" val="3379089737"/>
                  </a:ext>
                </a:extLst>
              </a:tr>
              <a:tr h="160984">
                <a:tc>
                  <a:txBody>
                    <a:bodyPr/>
                    <a:lstStyle/>
                    <a:p>
                      <a:pPr algn="l" fontAlgn="ctr"/>
                      <a:r>
                        <a:rPr lang="en-GB" sz="800" b="0" i="0" u="none" strike="noStrike" dirty="0">
                          <a:solidFill>
                            <a:srgbClr val="595959"/>
                          </a:solidFill>
                          <a:effectLst/>
                          <a:latin typeface="Open Sans" panose="020B0606030504020204" pitchFamily="34" charset="0"/>
                        </a:rPr>
                        <a:t>How many Purchase Orders are raised per year?</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q1rpo</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043917848"/>
                  </a:ext>
                </a:extLst>
              </a:tr>
              <a:tr h="160984">
                <a:tc>
                  <a:txBody>
                    <a:bodyPr/>
                    <a:lstStyle/>
                    <a:p>
                      <a:pPr algn="l" fontAlgn="ctr"/>
                      <a:r>
                        <a:rPr lang="en-GB" sz="800" b="0" i="0" u="none" strike="noStrike" dirty="0">
                          <a:solidFill>
                            <a:srgbClr val="595959"/>
                          </a:solidFill>
                          <a:effectLst/>
                          <a:latin typeface="Open Sans" panose="020B0606030504020204" pitchFamily="34" charset="0"/>
                        </a:rPr>
                        <a:t>How many minutes does it take to raise a Purchase Order on average?</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q2rpo</a:t>
                      </a:r>
                      <a:endParaRPr lang="en-GB" sz="800" b="0" i="0" u="none" strike="noStrike" dirty="0">
                        <a:solidFill>
                          <a:srgbClr val="0000FF"/>
                        </a:solidFill>
                        <a:effectLst/>
                        <a:latin typeface="Open Sans" panose="020B0606030504020204" pitchFamily="34" charset="0"/>
                      </a:endParaRP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1187219385"/>
                  </a:ext>
                </a:extLst>
              </a:tr>
              <a:tr h="160984">
                <a:tc>
                  <a:txBody>
                    <a:bodyPr/>
                    <a:lstStyle/>
                    <a:p>
                      <a:pPr algn="l" fontAlgn="ctr"/>
                      <a:r>
                        <a:rPr lang="en-GB" sz="800" b="0" i="0" u="none" strike="noStrike" dirty="0">
                          <a:solidFill>
                            <a:srgbClr val="595959"/>
                          </a:solidFill>
                          <a:effectLst/>
                          <a:latin typeface="Open Sans" panose="020B0606030504020204" pitchFamily="34" charset="0"/>
                        </a:rPr>
                        <a:t>What is the average annual salary of your finance staff (Accounts Payable/Procurement)?</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q3rpo</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530743138"/>
                  </a:ext>
                </a:extLst>
              </a:tr>
              <a:tr h="160984">
                <a:tc>
                  <a:txBody>
                    <a:bodyPr/>
                    <a:lstStyle/>
                    <a:p>
                      <a:pPr algn="l" fontAlgn="ctr"/>
                      <a:endParaRPr lang="en-GB" sz="800" b="0" i="0" u="none" strike="noStrike">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r"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218669547"/>
                  </a:ext>
                </a:extLst>
              </a:tr>
              <a:tr h="160984">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Purchase Order approvals</a:t>
                      </a:r>
                    </a:p>
                  </a:txBody>
                  <a:tcPr marL="0" marR="0" marT="0" marB="0" anchor="ctr">
                    <a:lnL>
                      <a:noFill/>
                    </a:lnL>
                    <a:lnR>
                      <a:noFill/>
                    </a:lnR>
                    <a:lnT>
                      <a:noFill/>
                    </a:lnT>
                    <a:lnB>
                      <a:noFill/>
                    </a:lnB>
                    <a:solidFill>
                      <a:srgbClr val="C5C5CE"/>
                    </a:solid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3805666435"/>
                  </a:ext>
                </a:extLst>
              </a:tr>
              <a:tr h="160984">
                <a:tc>
                  <a:txBody>
                    <a:bodyPr/>
                    <a:lstStyle/>
                    <a:p>
                      <a:pPr algn="l" fontAlgn="ctr"/>
                      <a:r>
                        <a:rPr lang="en-GB" sz="800" b="0" i="0" u="none" strike="noStrike" dirty="0">
                          <a:solidFill>
                            <a:srgbClr val="595959"/>
                          </a:solidFill>
                          <a:effectLst/>
                          <a:latin typeface="Open Sans" panose="020B0606030504020204" pitchFamily="34" charset="0"/>
                        </a:rPr>
                        <a:t>How efficient are your Purchase Order approval processes?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q0poa</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211111"/>
                    </a:solidFill>
                  </a:tcPr>
                </a:tc>
                <a:extLst>
                  <a:ext uri="{0D108BD9-81ED-4DB2-BD59-A6C34878D82A}">
                    <a16:rowId xmlns:a16="http://schemas.microsoft.com/office/drawing/2014/main" val="897734692"/>
                  </a:ext>
                </a:extLst>
              </a:tr>
              <a:tr h="160984">
                <a:tc>
                  <a:txBody>
                    <a:bodyPr/>
                    <a:lstStyle/>
                    <a:p>
                      <a:pPr algn="l" fontAlgn="ctr"/>
                      <a:r>
                        <a:rPr lang="en-GB" sz="800" b="0" i="0" u="none" strike="noStrike">
                          <a:solidFill>
                            <a:srgbClr val="595959"/>
                          </a:solidFill>
                          <a:effectLst/>
                          <a:latin typeface="Open Sans" panose="020B0606030504020204" pitchFamily="34" charset="0"/>
                        </a:rPr>
                        <a:t>How many minutes does it take you to approve a Purchase Order?</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q1poa</a:t>
                      </a:r>
                      <a:endParaRPr lang="en-GB" sz="800" b="0" i="0" u="none" strike="noStrike" dirty="0">
                        <a:solidFill>
                          <a:srgbClr val="0000FF"/>
                        </a:solidFill>
                        <a:effectLst/>
                        <a:latin typeface="Open Sans" panose="020B0606030504020204" pitchFamily="34" charset="0"/>
                      </a:endParaRP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910806635"/>
                  </a:ext>
                </a:extLst>
              </a:tr>
              <a:tr h="160984">
                <a:tc>
                  <a:txBody>
                    <a:bodyPr/>
                    <a:lstStyle/>
                    <a:p>
                      <a:pPr algn="l" fontAlgn="ctr"/>
                      <a:r>
                        <a:rPr lang="en-GB" sz="800" b="0" i="0" u="none" strike="noStrike" dirty="0">
                          <a:solidFill>
                            <a:srgbClr val="595959"/>
                          </a:solidFill>
                          <a:effectLst/>
                          <a:latin typeface="Open Sans" panose="020B0606030504020204" pitchFamily="34" charset="0"/>
                        </a:rPr>
                        <a:t>How many Purchase Orders are approved a year?</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q2poa</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768719216"/>
                  </a:ext>
                </a:extLst>
              </a:tr>
              <a:tr h="160984">
                <a:tc>
                  <a:txBody>
                    <a:bodyPr/>
                    <a:lstStyle/>
                    <a:p>
                      <a:pPr algn="l" fontAlgn="ctr"/>
                      <a:r>
                        <a:rPr lang="en-GB" sz="800" b="0" i="0" u="none" strike="noStrike">
                          <a:solidFill>
                            <a:srgbClr val="595959"/>
                          </a:solidFill>
                          <a:effectLst/>
                          <a:latin typeface="Open Sans" panose="020B0606030504020204" pitchFamily="34" charset="0"/>
                        </a:rPr>
                        <a:t>What is the average annual salary of your Accounts Payable/Procurement team?</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a:solidFill>
                            <a:srgbClr val="0000FF"/>
                          </a:solidFill>
                          <a:effectLst/>
                          <a:latin typeface="Open Sans" panose="020B0606030504020204" pitchFamily="34" charset="0"/>
                        </a:rPr>
                        <a:t>q3poa</a:t>
                      </a:r>
                      <a:endParaRPr lang="en-GB" sz="800" b="0" i="0" u="none" strike="noStrike" dirty="0">
                        <a:solidFill>
                          <a:srgbClr val="0000FF"/>
                        </a:solidFill>
                        <a:effectLst/>
                        <a:latin typeface="Open Sans" panose="020B0606030504020204" pitchFamily="34" charset="0"/>
                      </a:endParaRP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2430567223"/>
                  </a:ext>
                </a:extLst>
              </a:tr>
              <a:tr h="160984">
                <a:tc>
                  <a:txBody>
                    <a:bodyPr/>
                    <a:lstStyle/>
                    <a:p>
                      <a:pPr algn="l" fontAlgn="ctr"/>
                      <a:endParaRPr lang="en-GB" sz="800" b="0" i="0" u="none" strike="noStrike" dirty="0">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r"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673381832"/>
                  </a:ext>
                </a:extLst>
              </a:tr>
              <a:tr h="160984">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Coding invoice processes</a:t>
                      </a:r>
                    </a:p>
                  </a:txBody>
                  <a:tcPr marL="0" marR="0" marT="0" marB="0" anchor="ctr">
                    <a:lnL>
                      <a:noFill/>
                    </a:lnL>
                    <a:lnR>
                      <a:noFill/>
                    </a:lnR>
                    <a:lnT>
                      <a:noFill/>
                    </a:lnT>
                    <a:lnB>
                      <a:noFill/>
                    </a:lnB>
                    <a:solidFill>
                      <a:srgbClr val="C5C5CE"/>
                    </a:solidFill>
                  </a:tcPr>
                </a:tc>
                <a:tc>
                  <a:txBody>
                    <a:bodyPr/>
                    <a:lstStyle/>
                    <a:p>
                      <a:pPr algn="l" fontAlgn="b"/>
                      <a:endParaRPr lang="en-GB" sz="800" b="1"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r" fontAlgn="b"/>
                      <a:endParaRPr lang="en-GB" sz="800" b="0" i="0" u="none" strike="noStrike" dirty="0">
                        <a:solidFill>
                          <a:srgbClr val="595959"/>
                        </a:solidFill>
                        <a:effectLst/>
                        <a:latin typeface="Open Sans" panose="020B0606030504020204" pitchFamily="34" charset="0"/>
                      </a:endParaRPr>
                    </a:p>
                  </a:txBody>
                  <a:tcPr marL="0" marR="71413"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1320294596"/>
                  </a:ext>
                </a:extLst>
              </a:tr>
              <a:tr h="160984">
                <a:tc>
                  <a:txBody>
                    <a:bodyPr/>
                    <a:lstStyle/>
                    <a:p>
                      <a:pPr algn="l" fontAlgn="ctr"/>
                      <a:r>
                        <a:rPr lang="en-GB" sz="800" b="0" i="0" u="none" strike="noStrike">
                          <a:solidFill>
                            <a:srgbClr val="595959"/>
                          </a:solidFill>
                          <a:effectLst/>
                          <a:latin typeface="Open Sans" panose="020B0606030504020204" pitchFamily="34" charset="0"/>
                        </a:rPr>
                        <a:t>How many minutes does it take to code an invoice?</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q1cip</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606002197"/>
                  </a:ext>
                </a:extLst>
              </a:tr>
              <a:tr h="160984">
                <a:tc>
                  <a:txBody>
                    <a:bodyPr/>
                    <a:lstStyle/>
                    <a:p>
                      <a:pPr algn="l" fontAlgn="ctr"/>
                      <a:r>
                        <a:rPr lang="en-GB" sz="800" b="0" i="0" u="none" strike="noStrike" dirty="0">
                          <a:solidFill>
                            <a:srgbClr val="595959"/>
                          </a:solidFill>
                          <a:effectLst/>
                          <a:latin typeface="Open Sans" panose="020B0606030504020204" pitchFamily="34" charset="0"/>
                        </a:rPr>
                        <a:t>How many invoices does the team code every year?</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q2cip</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72937766"/>
                  </a:ext>
                </a:extLst>
              </a:tr>
              <a:tr h="160984">
                <a:tc>
                  <a:txBody>
                    <a:bodyPr/>
                    <a:lstStyle/>
                    <a:p>
                      <a:pPr algn="l" fontAlgn="ctr"/>
                      <a:r>
                        <a:rPr lang="en-GB" sz="800" b="0" i="0" u="none" strike="noStrike">
                          <a:solidFill>
                            <a:srgbClr val="595959"/>
                          </a:solidFill>
                          <a:effectLst/>
                          <a:latin typeface="Open Sans" panose="020B0606030504020204" pitchFamily="34" charset="0"/>
                        </a:rPr>
                        <a:t>What % of invoice coding could be reduced by use of Purchase Orders?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q3cip</a:t>
                      </a:r>
                      <a:r>
                        <a:rPr lang="en-GB" sz="800" b="0" i="0" u="none" strike="noStrike" dirty="0">
                          <a:solidFill>
                            <a:srgbClr val="0000FF"/>
                          </a:solidFill>
                          <a:effectLst/>
                          <a:latin typeface="Open Sans" panose="020B0606030504020204" pitchFamily="34" charset="0"/>
                        </a:rPr>
                        <a:t>%</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2303950455"/>
                  </a:ext>
                </a:extLst>
              </a:tr>
              <a:tr h="160984">
                <a:tc>
                  <a:txBody>
                    <a:bodyPr/>
                    <a:lstStyle/>
                    <a:p>
                      <a:pPr algn="l" fontAlgn="ctr"/>
                      <a:r>
                        <a:rPr lang="en-GB" sz="800" b="0" i="0" u="none" strike="noStrike">
                          <a:solidFill>
                            <a:srgbClr val="595959"/>
                          </a:solidFill>
                          <a:effectLst/>
                          <a:latin typeface="Open Sans" panose="020B0606030504020204" pitchFamily="34" charset="0"/>
                        </a:rPr>
                        <a:t>What is the average annual salary Accounts Payable Team?</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q4cip</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520355715"/>
                  </a:ext>
                </a:extLst>
              </a:tr>
              <a:tr h="160984">
                <a:tc>
                  <a:txBody>
                    <a:bodyPr/>
                    <a:lstStyle/>
                    <a:p>
                      <a:pPr algn="l" fontAlgn="ctr"/>
                      <a:endParaRPr lang="en-GB" sz="800" b="0" i="0" u="none" strike="noStrike" dirty="0">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r"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59683220"/>
                  </a:ext>
                </a:extLst>
              </a:tr>
              <a:tr h="241477">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Management of supplier and purchase invoices</a:t>
                      </a:r>
                    </a:p>
                  </a:txBody>
                  <a:tcPr marL="0" marR="0" marT="0" marB="0" anchor="ctr">
                    <a:lnL>
                      <a:noFill/>
                    </a:lnL>
                    <a:lnR>
                      <a:noFill/>
                    </a:lnR>
                    <a:lnT>
                      <a:noFill/>
                    </a:lnT>
                    <a:lnB>
                      <a:noFill/>
                    </a:lnB>
                    <a:solidFill>
                      <a:srgbClr val="C5C5CE"/>
                    </a:solidFill>
                  </a:tcPr>
                </a:tc>
                <a:tc>
                  <a:txBody>
                    <a:bodyPr/>
                    <a:lstStyle/>
                    <a:p>
                      <a:pPr algn="l" fontAlgn="b"/>
                      <a:r>
                        <a:rPr lang="en-GB" sz="800" b="1" i="0" u="none" strike="noStrike">
                          <a:solidFill>
                            <a:srgbClr val="595959"/>
                          </a:solidFill>
                          <a:effectLst/>
                          <a:latin typeface="Open Sans" panose="020B0606030504020204" pitchFamily="34" charset="0"/>
                        </a:rPr>
                        <a:t> </a:t>
                      </a:r>
                    </a:p>
                  </a:txBody>
                  <a:tcPr marL="0" marR="0" marT="0" marB="0" anchor="b">
                    <a:lnL>
                      <a:noFill/>
                    </a:lnL>
                    <a:lnR>
                      <a:noFill/>
                    </a:lnR>
                    <a:lnT>
                      <a:noFill/>
                    </a:lnT>
                    <a:lnB>
                      <a:noFill/>
                    </a:lnB>
                    <a:solidFill>
                      <a:srgbClr val="C5C5CE"/>
                    </a:solidFill>
                  </a:tcPr>
                </a:tc>
                <a:tc>
                  <a:txBody>
                    <a:bodyPr/>
                    <a:lstStyle/>
                    <a:p>
                      <a:pPr algn="r" fontAlgn="b"/>
                      <a:r>
                        <a:rPr lang="en-GB" sz="800" b="0" i="0" u="none" strike="noStrike" dirty="0">
                          <a:solidFill>
                            <a:srgbClr val="595959"/>
                          </a:solidFill>
                          <a:effectLst/>
                          <a:latin typeface="Open Sans" panose="020B0606030504020204" pitchFamily="34" charset="0"/>
                        </a:rPr>
                        <a:t> </a:t>
                      </a:r>
                    </a:p>
                  </a:txBody>
                  <a:tcPr marL="0" marR="71413"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30456855"/>
                  </a:ext>
                </a:extLst>
              </a:tr>
              <a:tr h="241477">
                <a:tc>
                  <a:txBody>
                    <a:bodyPr/>
                    <a:lstStyle/>
                    <a:p>
                      <a:pPr algn="l" fontAlgn="ctr"/>
                      <a:r>
                        <a:rPr lang="en-GB" sz="800" b="0" i="0" u="none" strike="noStrike" dirty="0">
                          <a:solidFill>
                            <a:srgbClr val="595959"/>
                          </a:solidFill>
                          <a:effectLst/>
                          <a:latin typeface="Open Sans" panose="020B0606030504020204" pitchFamily="34" charset="0"/>
                        </a:rPr>
                        <a:t>How do you register your purchase invoices today?</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q0mspi</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411111"/>
                    </a:solidFill>
                  </a:tcPr>
                </a:tc>
                <a:extLst>
                  <a:ext uri="{0D108BD9-81ED-4DB2-BD59-A6C34878D82A}">
                    <a16:rowId xmlns:a16="http://schemas.microsoft.com/office/drawing/2014/main" val="3009481297"/>
                  </a:ext>
                </a:extLst>
              </a:tr>
              <a:tr h="241477">
                <a:tc>
                  <a:txBody>
                    <a:bodyPr/>
                    <a:lstStyle/>
                    <a:p>
                      <a:pPr algn="l" fontAlgn="ctr"/>
                      <a:r>
                        <a:rPr lang="en-GB" sz="800" b="0" i="0" u="none" strike="noStrike" dirty="0">
                          <a:solidFill>
                            <a:srgbClr val="595959"/>
                          </a:solidFill>
                          <a:effectLst/>
                          <a:latin typeface="Open Sans" panose="020B0606030504020204" pitchFamily="34" charset="0"/>
                        </a:rPr>
                        <a:t>How many minutes does it take you to manage one supplier purchase invoice?</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q1mspi</a:t>
                      </a:r>
                      <a:endParaRPr lang="en-GB" sz="800" b="0" i="0" u="none" strike="noStrike" dirty="0">
                        <a:solidFill>
                          <a:srgbClr val="0000FF"/>
                        </a:solidFill>
                        <a:effectLst/>
                        <a:latin typeface="Open Sans" panose="020B0606030504020204" pitchFamily="34" charset="0"/>
                      </a:endParaRP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139869310"/>
                  </a:ext>
                </a:extLst>
              </a:tr>
              <a:tr h="241477">
                <a:tc>
                  <a:txBody>
                    <a:bodyPr/>
                    <a:lstStyle/>
                    <a:p>
                      <a:pPr algn="l" fontAlgn="ctr"/>
                      <a:r>
                        <a:rPr lang="en-GB" sz="800" b="0" i="0" u="none" strike="noStrike">
                          <a:solidFill>
                            <a:srgbClr val="595959"/>
                          </a:solidFill>
                          <a:effectLst/>
                          <a:latin typeface="Open Sans" panose="020B0606030504020204" pitchFamily="34" charset="0"/>
                        </a:rPr>
                        <a:t>How many purchase invoices do you manage every year?</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q2mspi</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319117673"/>
                  </a:ext>
                </a:extLst>
              </a:tr>
              <a:tr h="152936">
                <a:tc>
                  <a:txBody>
                    <a:bodyPr/>
                    <a:lstStyle/>
                    <a:p>
                      <a:pPr algn="l" fontAlgn="ctr"/>
                      <a:r>
                        <a:rPr lang="en-GB" sz="800" b="0" i="0" u="none" strike="noStrike" dirty="0">
                          <a:solidFill>
                            <a:srgbClr val="595959"/>
                          </a:solidFill>
                          <a:effectLst/>
                          <a:latin typeface="Open Sans" panose="020B0606030504020204" pitchFamily="34" charset="0"/>
                        </a:rPr>
                        <a:t>What is the average annual salary of your Procurement team?</a:t>
                      </a:r>
                    </a:p>
                  </a:txBody>
                  <a:tcPr marL="0" marR="0" marT="0" marB="0" anchor="ctr">
                    <a:lnL>
                      <a:noFill/>
                    </a:lnL>
                    <a:lnR>
                      <a:noFill/>
                    </a:lnR>
                    <a:lnT>
                      <a:noFill/>
                    </a:lnT>
                    <a:lnB>
                      <a:noFill/>
                    </a:lnB>
                    <a:no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q3mspi</a:t>
                      </a:r>
                      <a:r>
                        <a:rPr lang="en-GB" sz="800" b="0" i="0" u="none" strike="noStrike" dirty="0">
                          <a:solidFill>
                            <a:srgbClr val="0000FF"/>
                          </a:solidFill>
                          <a:effectLst/>
                          <a:latin typeface="Open Sans" panose="020B0606030504020204" pitchFamily="34" charset="0"/>
                        </a:rPr>
                        <a:t> </a:t>
                      </a:r>
                    </a:p>
                  </a:txBody>
                  <a:tcPr marL="0" marR="71413"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407107985"/>
                  </a:ext>
                </a:extLst>
              </a:tr>
            </a:tbl>
          </a:graphicData>
        </a:graphic>
      </p:graphicFrame>
      <p:graphicFrame>
        <p:nvGraphicFramePr>
          <p:cNvPr id="8" name="Table 7">
            <a:extLst>
              <a:ext uri="{FF2B5EF4-FFF2-40B4-BE49-F238E27FC236}">
                <a16:creationId xmlns:a16="http://schemas.microsoft.com/office/drawing/2014/main" id="{797E203B-CFD4-44B3-911C-A09E6231DBCB}"/>
              </a:ext>
            </a:extLst>
          </p:cNvPr>
          <p:cNvGraphicFramePr>
            <a:graphicFrameLocks noGrp="1"/>
          </p:cNvGraphicFramePr>
          <p:nvPr>
            <p:extLst>
              <p:ext uri="{D42A27DB-BD31-4B8C-83A1-F6EECF244321}">
                <p14:modId xmlns:p14="http://schemas.microsoft.com/office/powerpoint/2010/main" val="4147843149"/>
              </p:ext>
            </p:extLst>
          </p:nvPr>
        </p:nvGraphicFramePr>
        <p:xfrm>
          <a:off x="5939074" y="1020779"/>
          <a:ext cx="5210551" cy="5664922"/>
        </p:xfrm>
        <a:graphic>
          <a:graphicData uri="http://schemas.openxmlformats.org/drawingml/2006/table">
            <a:tbl>
              <a:tblPr/>
              <a:tblGrid>
                <a:gridCol w="3712058">
                  <a:extLst>
                    <a:ext uri="{9D8B030D-6E8A-4147-A177-3AD203B41FA5}">
                      <a16:colId xmlns:a16="http://schemas.microsoft.com/office/drawing/2014/main" val="229702491"/>
                    </a:ext>
                  </a:extLst>
                </a:gridCol>
                <a:gridCol w="204425">
                  <a:extLst>
                    <a:ext uri="{9D8B030D-6E8A-4147-A177-3AD203B41FA5}">
                      <a16:colId xmlns:a16="http://schemas.microsoft.com/office/drawing/2014/main" val="2015949863"/>
                    </a:ext>
                  </a:extLst>
                </a:gridCol>
                <a:gridCol w="1294068">
                  <a:extLst>
                    <a:ext uri="{9D8B030D-6E8A-4147-A177-3AD203B41FA5}">
                      <a16:colId xmlns:a16="http://schemas.microsoft.com/office/drawing/2014/main" val="2658432193"/>
                    </a:ext>
                  </a:extLst>
                </a:gridCol>
              </a:tblGrid>
              <a:tr h="164522">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Managing Spend leakage </a:t>
                      </a:r>
                    </a:p>
                  </a:txBody>
                  <a:tcPr marL="0" marR="0" marT="0" marB="0" anchor="ctr">
                    <a:lnL>
                      <a:noFill/>
                    </a:lnL>
                    <a:lnR>
                      <a:noFill/>
                    </a:lnR>
                    <a:lnT>
                      <a:noFill/>
                    </a:lnT>
                    <a:lnB>
                      <a:noFill/>
                    </a:lnB>
                    <a:solidFill>
                      <a:srgbClr val="C5C5CE"/>
                    </a:solid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3278976892"/>
                  </a:ext>
                </a:extLst>
              </a:tr>
              <a:tr h="279613">
                <a:tc>
                  <a:txBody>
                    <a:bodyPr/>
                    <a:lstStyle/>
                    <a:p>
                      <a:pPr algn="l" fontAlgn="ctr"/>
                      <a:r>
                        <a:rPr lang="en-GB" sz="800" b="0" i="0" u="none" strike="noStrike" dirty="0">
                          <a:solidFill>
                            <a:srgbClr val="595959"/>
                          </a:solidFill>
                          <a:effectLst/>
                          <a:latin typeface="Open Sans" panose="020B0606030504020204" pitchFamily="34" charset="0"/>
                        </a:rPr>
                        <a:t>When you raise a PO, do you have the controls in place to check if your spends are meeting budget </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q0msl</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511111"/>
                    </a:solidFill>
                  </a:tcPr>
                </a:tc>
                <a:extLst>
                  <a:ext uri="{0D108BD9-81ED-4DB2-BD59-A6C34878D82A}">
                    <a16:rowId xmlns:a16="http://schemas.microsoft.com/office/drawing/2014/main" val="2278376785"/>
                  </a:ext>
                </a:extLst>
              </a:tr>
              <a:tr h="279613">
                <a:tc>
                  <a:txBody>
                    <a:bodyPr/>
                    <a:lstStyle/>
                    <a:p>
                      <a:pPr algn="l" fontAlgn="ctr"/>
                      <a:r>
                        <a:rPr lang="en-GB" sz="800" b="0" i="0" u="none" strike="noStrike" dirty="0">
                          <a:solidFill>
                            <a:srgbClr val="595959"/>
                          </a:solidFill>
                          <a:effectLst/>
                          <a:latin typeface="Open Sans" panose="020B0606030504020204" pitchFamily="34" charset="0"/>
                        </a:rPr>
                        <a:t>Current annual expenditure through Purchase Orders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a:solidFill>
                            <a:srgbClr val="0000FF"/>
                          </a:solidFill>
                          <a:effectLst/>
                          <a:latin typeface="Open Sans" panose="020B0606030504020204" pitchFamily="34" charset="0"/>
                        </a:rPr>
                        <a:t>                                            </a:t>
                      </a:r>
                      <a:r>
                        <a:rPr lang="tr-TR" sz="800" b="0" i="0" u="none" strike="noStrike">
                          <a:solidFill>
                            <a:srgbClr val="0000FF"/>
                          </a:solidFill>
                          <a:effectLst/>
                          <a:latin typeface="Open Sans" panose="020B0606030504020204" pitchFamily="34" charset="0"/>
                        </a:rPr>
                        <a:t>q1msl</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961822277"/>
                  </a:ext>
                </a:extLst>
              </a:tr>
              <a:tr h="164522">
                <a:tc>
                  <a:txBody>
                    <a:bodyPr/>
                    <a:lstStyle/>
                    <a:p>
                      <a:pPr algn="l" fontAlgn="ctr"/>
                      <a:r>
                        <a:rPr lang="en-GB" sz="800" b="0" i="0" u="none" strike="noStrike" dirty="0">
                          <a:solidFill>
                            <a:srgbClr val="595959"/>
                          </a:solidFill>
                          <a:effectLst/>
                          <a:latin typeface="Open Sans" panose="020B0606030504020204" pitchFamily="34" charset="0"/>
                        </a:rPr>
                        <a:t>% of spend monitored through approvals and budget checks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q2msl</a:t>
                      </a:r>
                      <a:r>
                        <a:rPr lang="en-GB" sz="800" b="0" i="0" u="none" strike="noStrike" dirty="0">
                          <a:solidFill>
                            <a:srgbClr val="0000FF"/>
                          </a:solidFill>
                          <a:effectLst/>
                          <a:latin typeface="Open Sans" panose="020B0606030504020204" pitchFamily="34" charset="0"/>
                        </a:rPr>
                        <a:t>%</a:t>
                      </a: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4227312870"/>
                  </a:ext>
                </a:extLst>
              </a:tr>
              <a:tr h="164522">
                <a:tc>
                  <a:txBody>
                    <a:bodyPr/>
                    <a:lstStyle/>
                    <a:p>
                      <a:pPr algn="l" fontAlgn="ctr"/>
                      <a:endParaRPr lang="en-GB" sz="800" b="0" i="0" u="none" strike="noStrike">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r"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887705528"/>
                  </a:ext>
                </a:extLst>
              </a:tr>
              <a:tr h="164522">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Finance query management &amp; reporting</a:t>
                      </a:r>
                    </a:p>
                  </a:txBody>
                  <a:tcPr marL="0" marR="0" marT="0" marB="0" anchor="ctr">
                    <a:lnL>
                      <a:noFill/>
                    </a:lnL>
                    <a:lnR>
                      <a:noFill/>
                    </a:lnR>
                    <a:lnT>
                      <a:noFill/>
                    </a:lnT>
                    <a:lnB>
                      <a:noFill/>
                    </a:lnB>
                    <a:solidFill>
                      <a:srgbClr val="C5C5CE"/>
                    </a:solidFill>
                  </a:tcPr>
                </a:tc>
                <a:tc>
                  <a:txBody>
                    <a:bodyPr/>
                    <a:lstStyle/>
                    <a:p>
                      <a:pPr algn="l" fontAlgn="b"/>
                      <a:endParaRPr lang="en-GB" sz="800" b="1"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r" fontAlgn="b"/>
                      <a:endParaRPr lang="en-GB" sz="800" b="0" i="0" u="none" strike="noStrike" dirty="0">
                        <a:solidFill>
                          <a:srgbClr val="595959"/>
                        </a:solidFill>
                        <a:effectLst/>
                        <a:latin typeface="Open Sans" panose="020B0606030504020204" pitchFamily="34" charset="0"/>
                      </a:endParaRPr>
                    </a:p>
                  </a:txBody>
                  <a:tcPr marL="0" marR="60880"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2458819718"/>
                  </a:ext>
                </a:extLst>
              </a:tr>
              <a:tr h="329043">
                <a:tc>
                  <a:txBody>
                    <a:bodyPr/>
                    <a:lstStyle/>
                    <a:p>
                      <a:pPr algn="l" fontAlgn="ctr"/>
                      <a:r>
                        <a:rPr lang="en-GB" sz="800" b="0" i="0" u="none" strike="noStrike" dirty="0">
                          <a:solidFill>
                            <a:srgbClr val="595959"/>
                          </a:solidFill>
                          <a:effectLst/>
                          <a:latin typeface="Open Sans" panose="020B0606030504020204" pitchFamily="34" charset="0"/>
                        </a:rPr>
                        <a:t>How self efficient are your financial query management processes? Would you like to implement self serve processes?</a:t>
                      </a:r>
                    </a:p>
                  </a:txBody>
                  <a:tcPr marL="0" marR="0" marT="0" marB="0" anchor="ctr">
                    <a:lnL>
                      <a:noFill/>
                    </a:lnL>
                    <a:lnR>
                      <a:noFill/>
                    </a:lnR>
                    <a:lnT>
                      <a:noFill/>
                    </a:lnT>
                    <a:lnB>
                      <a:noFill/>
                    </a:lnB>
                    <a:noFill/>
                  </a:tcPr>
                </a:tc>
                <a:tc>
                  <a:txBody>
                    <a:bodyPr/>
                    <a:lstStyle/>
                    <a:p>
                      <a:pPr algn="l" fontAlgn="b"/>
                      <a:r>
                        <a:rPr lang="en-GB" sz="800" b="0" i="0" u="none" strike="noStrike">
                          <a:solidFill>
                            <a:srgbClr val="595959"/>
                          </a:solidFill>
                          <a:effectLst/>
                          <a:latin typeface="Open Sans" panose="020B0606030504020204" pitchFamily="34" charset="0"/>
                        </a:rPr>
                        <a:t> </a:t>
                      </a: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q0fqmr</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a:noFill/>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611111"/>
                    </a:solidFill>
                  </a:tcPr>
                </a:tc>
                <a:extLst>
                  <a:ext uri="{0D108BD9-81ED-4DB2-BD59-A6C34878D82A}">
                    <a16:rowId xmlns:a16="http://schemas.microsoft.com/office/drawing/2014/main" val="1125924802"/>
                  </a:ext>
                </a:extLst>
              </a:tr>
              <a:tr h="279613">
                <a:tc>
                  <a:txBody>
                    <a:bodyPr/>
                    <a:lstStyle/>
                    <a:p>
                      <a:pPr algn="l" fontAlgn="ctr"/>
                      <a:r>
                        <a:rPr lang="en-GB" sz="800" b="0" i="0" u="none" strike="noStrike" dirty="0">
                          <a:solidFill>
                            <a:srgbClr val="595959"/>
                          </a:solidFill>
                          <a:effectLst/>
                          <a:latin typeface="Open Sans" panose="020B0606030504020204" pitchFamily="34" charset="0"/>
                        </a:rPr>
                        <a:t>How many staff handle ad hoc internal finance queries for the rest of the business?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q1fqmr</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750626087"/>
                  </a:ext>
                </a:extLst>
              </a:tr>
              <a:tr h="419420">
                <a:tc>
                  <a:txBody>
                    <a:bodyPr/>
                    <a:lstStyle/>
                    <a:p>
                      <a:pPr algn="l" fontAlgn="ctr"/>
                      <a:r>
                        <a:rPr lang="en-GB" sz="800" b="0" i="0" u="none" strike="noStrike" dirty="0">
                          <a:solidFill>
                            <a:srgbClr val="595959"/>
                          </a:solidFill>
                          <a:effectLst/>
                          <a:latin typeface="Open Sans" panose="020B0606030504020204" pitchFamily="34" charset="0"/>
                        </a:rPr>
                        <a:t>How many hours a week does a team member spend answering internal queries for the rest of the business (which could be better managed using self serve systems)?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q2fqmr</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761876232"/>
                  </a:ext>
                </a:extLst>
              </a:tr>
              <a:tr h="419420">
                <a:tc>
                  <a:txBody>
                    <a:bodyPr/>
                    <a:lstStyle/>
                    <a:p>
                      <a:pPr algn="l" fontAlgn="ctr"/>
                      <a:r>
                        <a:rPr lang="en-GB" sz="800" b="0" i="0" u="none" strike="noStrike" dirty="0">
                          <a:solidFill>
                            <a:srgbClr val="595959"/>
                          </a:solidFill>
                          <a:effectLst/>
                          <a:latin typeface="Open Sans" panose="020B0606030504020204" pitchFamily="34" charset="0"/>
                        </a:rPr>
                        <a:t>How many hours a week does a finance team member spend creating ad hoc dashboards and reports for internal queries for the rest of the business (which could be better managed using self serve systems)?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q3fqmr</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3594027925"/>
                  </a:ext>
                </a:extLst>
              </a:tr>
              <a:tr h="279613">
                <a:tc>
                  <a:txBody>
                    <a:bodyPr/>
                    <a:lstStyle/>
                    <a:p>
                      <a:pPr algn="l" fontAlgn="ctr"/>
                      <a:r>
                        <a:rPr lang="en-GB" sz="800" b="0" i="0" u="none" strike="noStrike" dirty="0">
                          <a:solidFill>
                            <a:srgbClr val="595959"/>
                          </a:solidFill>
                          <a:effectLst/>
                          <a:latin typeface="Open Sans" panose="020B0606030504020204" pitchFamily="34" charset="0"/>
                        </a:rPr>
                        <a:t>What is the average annual salary of your finance staff?</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808080"/>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q4fqmr</a:t>
                      </a:r>
                      <a:r>
                        <a:rPr lang="en-GB" sz="800" b="0" i="0" u="none" strike="noStrike" dirty="0">
                          <a:solidFill>
                            <a:srgbClr val="0000FF"/>
                          </a:solidFill>
                          <a:effectLst/>
                          <a:latin typeface="Open Sans" panose="020B0606030504020204" pitchFamily="34" charset="0"/>
                        </a:rPr>
                        <a:t> </a:t>
                      </a: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2701152904"/>
                  </a:ext>
                </a:extLst>
              </a:tr>
              <a:tr h="164522">
                <a:tc>
                  <a:txBody>
                    <a:bodyPr/>
                    <a:lstStyle/>
                    <a:p>
                      <a:pPr algn="l" fontAlgn="ctr"/>
                      <a:endParaRPr lang="en-GB" sz="800" b="0" i="0" u="none" strike="noStrike">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r" fontAlgn="b"/>
                      <a:endParaRPr lang="en-GB" sz="800" b="0" i="0" u="none" strike="noStrike">
                        <a:solidFill>
                          <a:srgbClr val="595959"/>
                        </a:solidFill>
                        <a:effectLst/>
                        <a:latin typeface="Open Sans" panose="020B0606030504020204" pitchFamily="34" charset="0"/>
                      </a:endParaRPr>
                    </a:p>
                  </a:txBody>
                  <a:tcPr marL="0" marR="6088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2661882807"/>
                  </a:ext>
                </a:extLst>
              </a:tr>
              <a:tr h="181838">
                <a:tc>
                  <a:txBody>
                    <a:bodyPr/>
                    <a:lstStyle/>
                    <a:p>
                      <a:pPr algn="l" fontAlgn="ctr"/>
                      <a:r>
                        <a:rPr lang="en-GB" sz="800" b="1" i="0" u="none" strike="noStrike" kern="1200" dirty="0">
                          <a:solidFill>
                            <a:schemeClr val="tx1"/>
                          </a:solidFill>
                          <a:effectLst/>
                          <a:latin typeface="Open Sans" panose="020B0606030504020204" pitchFamily="34" charset="0"/>
                          <a:ea typeface="+mn-ea"/>
                          <a:cs typeface="+mn-cs"/>
                        </a:rPr>
                        <a:t>Debt collection administration processes</a:t>
                      </a:r>
                    </a:p>
                  </a:txBody>
                  <a:tcPr marL="0" marR="0" marT="0" marB="0" anchor="ctr">
                    <a:lnL>
                      <a:noFill/>
                    </a:lnL>
                    <a:lnR>
                      <a:noFill/>
                    </a:lnR>
                    <a:lnT>
                      <a:noFill/>
                    </a:lnT>
                    <a:lnB>
                      <a:noFill/>
                    </a:lnB>
                    <a:solidFill>
                      <a:srgbClr val="C5C5CE"/>
                    </a:solid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1495603517"/>
                  </a:ext>
                </a:extLst>
              </a:tr>
              <a:tr h="164522">
                <a:tc>
                  <a:txBody>
                    <a:bodyPr/>
                    <a:lstStyle/>
                    <a:p>
                      <a:pPr algn="l" fontAlgn="ctr"/>
                      <a:r>
                        <a:rPr lang="en-GB" sz="800" b="0" i="0" u="none" strike="noStrike">
                          <a:solidFill>
                            <a:srgbClr val="595959"/>
                          </a:solidFill>
                          <a:effectLst/>
                          <a:latin typeface="Open Sans" panose="020B0606030504020204" pitchFamily="34" charset="0"/>
                        </a:rPr>
                        <a:t>How efficient and automated is your debt management?</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q0dcap</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E7E6E6"/>
                      </a:solidFill>
                      <a:prstDash val="solid"/>
                      <a:round/>
                      <a:headEnd type="none" w="med" len="med"/>
                      <a:tailEnd type="none" w="med" len="med"/>
                    </a:lnB>
                    <a:solidFill>
                      <a:srgbClr val="711111"/>
                    </a:solidFill>
                  </a:tcPr>
                </a:tc>
                <a:extLst>
                  <a:ext uri="{0D108BD9-81ED-4DB2-BD59-A6C34878D82A}">
                    <a16:rowId xmlns:a16="http://schemas.microsoft.com/office/drawing/2014/main" val="3521707361"/>
                  </a:ext>
                </a:extLst>
              </a:tr>
              <a:tr h="279613">
                <a:tc>
                  <a:txBody>
                    <a:bodyPr/>
                    <a:lstStyle/>
                    <a:p>
                      <a:pPr algn="l" fontAlgn="ctr"/>
                      <a:r>
                        <a:rPr lang="en-GB" sz="800" b="0" i="0" u="none" strike="noStrike" dirty="0">
                          <a:solidFill>
                            <a:srgbClr val="595959"/>
                          </a:solidFill>
                          <a:effectLst/>
                          <a:latin typeface="Open Sans" panose="020B0606030504020204" pitchFamily="34" charset="0"/>
                        </a:rPr>
                        <a:t>How many hours a day does a credit control employee spend chasing aged debt?</a:t>
                      </a:r>
                    </a:p>
                  </a:txBody>
                  <a:tcPr marL="0" marR="0" marT="0" marB="0" anchor="ctr">
                    <a:lnL>
                      <a:noFill/>
                    </a:lnL>
                    <a:lnR>
                      <a:noFill/>
                    </a:lnR>
                    <a:lnT>
                      <a:noFill/>
                    </a:lnT>
                    <a:lnB>
                      <a:noFill/>
                    </a:lnB>
                    <a:no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q1dcap</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859009493"/>
                  </a:ext>
                </a:extLst>
              </a:tr>
              <a:tr h="164522">
                <a:tc>
                  <a:txBody>
                    <a:bodyPr/>
                    <a:lstStyle/>
                    <a:p>
                      <a:pPr algn="l" fontAlgn="ctr"/>
                      <a:r>
                        <a:rPr lang="en-GB" sz="800" b="0" i="0" u="none" strike="noStrike" dirty="0">
                          <a:solidFill>
                            <a:srgbClr val="595959"/>
                          </a:solidFill>
                          <a:effectLst/>
                          <a:latin typeface="Open Sans" panose="020B0606030504020204" pitchFamily="34" charset="0"/>
                        </a:rPr>
                        <a:t>How many credit control employees work on this process?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q2dcap</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1850895715"/>
                  </a:ext>
                </a:extLst>
              </a:tr>
              <a:tr h="279613">
                <a:tc>
                  <a:txBody>
                    <a:bodyPr/>
                    <a:lstStyle/>
                    <a:p>
                      <a:pPr algn="l" fontAlgn="ctr"/>
                      <a:r>
                        <a:rPr lang="en-GB" sz="800" b="0" i="0" u="none" strike="noStrike" dirty="0">
                          <a:solidFill>
                            <a:srgbClr val="595959"/>
                          </a:solidFill>
                          <a:effectLst/>
                          <a:latin typeface="Open Sans" panose="020B0606030504020204" pitchFamily="34" charset="0"/>
                        </a:rPr>
                        <a:t>What is the average annual salary of your credit controller/Accounts Receivable?</a:t>
                      </a:r>
                    </a:p>
                  </a:txBody>
                  <a:tcPr marL="0" marR="0" marT="0" marB="0" anchor="ctr">
                    <a:lnL>
                      <a:noFill/>
                    </a:lnL>
                    <a:lnR>
                      <a:noFill/>
                    </a:lnR>
                    <a:lnT>
                      <a:noFill/>
                    </a:lnT>
                    <a:lnB>
                      <a:noFill/>
                    </a:lnB>
                    <a:no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0000FF"/>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q3dcap</a:t>
                      </a:r>
                      <a:r>
                        <a:rPr lang="en-GB" sz="800" b="0" i="0" u="none" strike="noStrike" dirty="0">
                          <a:solidFill>
                            <a:srgbClr val="0000FF"/>
                          </a:solidFill>
                          <a:effectLst/>
                          <a:latin typeface="Open Sans" panose="020B0606030504020204" pitchFamily="34" charset="0"/>
                        </a:rPr>
                        <a:t> </a:t>
                      </a: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1988802222"/>
                  </a:ext>
                </a:extLst>
              </a:tr>
              <a:tr h="164522">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no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1074435688"/>
                  </a:ext>
                </a:extLst>
              </a:tr>
              <a:tr h="164522">
                <a:tc>
                  <a:txBody>
                    <a:bodyPr/>
                    <a:lstStyle/>
                    <a:p>
                      <a:pPr algn="l" fontAlgn="b"/>
                      <a:r>
                        <a:rPr lang="en-GB" sz="800" b="1" i="0" u="none" strike="noStrike" kern="1200" dirty="0">
                          <a:solidFill>
                            <a:schemeClr val="tx1"/>
                          </a:solidFill>
                          <a:effectLst/>
                          <a:latin typeface="Open Sans" panose="020B0606030504020204" pitchFamily="34" charset="0"/>
                          <a:ea typeface="+mn-ea"/>
                          <a:cs typeface="+mn-cs"/>
                        </a:rPr>
                        <a:t>Customer Invoicing &amp; Finance Workflow</a:t>
                      </a:r>
                    </a:p>
                  </a:txBody>
                  <a:tcPr marL="0" marR="0" marT="0" marB="0" anchor="b">
                    <a:lnL>
                      <a:noFill/>
                    </a:lnL>
                    <a:lnR>
                      <a:noFill/>
                    </a:lnR>
                    <a:lnT>
                      <a:noFill/>
                    </a:lnT>
                    <a:lnB>
                      <a:noFill/>
                    </a:lnB>
                    <a:solidFill>
                      <a:srgbClr val="C5C5CE"/>
                    </a:solid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a:noFill/>
                    </a:lnR>
                    <a:lnT>
                      <a:noFill/>
                    </a:lnT>
                    <a:lnB>
                      <a:noFill/>
                    </a:lnB>
                    <a:solidFill>
                      <a:srgbClr val="C5C5CE"/>
                    </a:solidFill>
                  </a:tcPr>
                </a:tc>
                <a:tc>
                  <a:txBody>
                    <a:bodyPr/>
                    <a:lstStyle/>
                    <a:p>
                      <a:pPr algn="l" fontAlgn="b"/>
                      <a:endParaRPr lang="en-GB" sz="800" b="0" i="0" u="none" strike="noStrike" dirty="0">
                        <a:solidFill>
                          <a:srgbClr val="595959"/>
                        </a:solidFill>
                        <a:effectLst/>
                        <a:latin typeface="Open Sans" panose="020B0606030504020204" pitchFamily="34" charset="0"/>
                      </a:endParaRPr>
                    </a:p>
                  </a:txBody>
                  <a:tcPr marL="0" marR="0" marT="0" marB="0" anchor="b">
                    <a:lnL>
                      <a:noFill/>
                    </a:lnL>
                    <a:lnR>
                      <a:noFill/>
                    </a:lnR>
                    <a:lnT>
                      <a:noFill/>
                    </a:lnT>
                    <a:lnB w="6350" cap="flat" cmpd="sng" algn="ctr">
                      <a:solidFill>
                        <a:srgbClr val="E7E6E6"/>
                      </a:solidFill>
                      <a:prstDash val="solid"/>
                      <a:round/>
                      <a:headEnd type="none" w="med" len="med"/>
                      <a:tailEnd type="none" w="med" len="med"/>
                    </a:lnB>
                    <a:solidFill>
                      <a:srgbClr val="C5C5CE"/>
                    </a:solidFill>
                  </a:tcPr>
                </a:tc>
                <a:extLst>
                  <a:ext uri="{0D108BD9-81ED-4DB2-BD59-A6C34878D82A}">
                    <a16:rowId xmlns:a16="http://schemas.microsoft.com/office/drawing/2014/main" val="2047428804"/>
                  </a:ext>
                </a:extLst>
              </a:tr>
              <a:tr h="419420">
                <a:tc>
                  <a:txBody>
                    <a:bodyPr/>
                    <a:lstStyle/>
                    <a:p>
                      <a:pPr algn="l" fontAlgn="ctr"/>
                      <a:r>
                        <a:rPr lang="en-GB" sz="800" b="0" i="0" u="none" strike="noStrike" dirty="0">
                          <a:solidFill>
                            <a:srgbClr val="595959"/>
                          </a:solidFill>
                          <a:effectLst/>
                          <a:latin typeface="Open Sans" panose="020B0606030504020204" pitchFamily="34" charset="0"/>
                        </a:rPr>
                        <a:t>Is there a process in place for light user requests such as requesting a new supplier or customer, sales invoice or credit note, new general ledger codes?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E7E6E6"/>
                      </a:solidFill>
                      <a:prstDash val="solid"/>
                      <a:round/>
                      <a:headEnd type="none" w="med" len="med"/>
                      <a:tailEnd type="none" w="med" len="med"/>
                    </a:lnR>
                    <a:lnT>
                      <a:noFill/>
                    </a:lnT>
                    <a:lnB>
                      <a:noFill/>
                    </a:lnB>
                    <a:noFill/>
                  </a:tcPr>
                </a:tc>
                <a:tc>
                  <a:txBody>
                    <a:bodyPr/>
                    <a:lstStyle/>
                    <a:p>
                      <a:pPr algn="ctr" fontAlgn="ctr"/>
                      <a:r>
                        <a:rPr lang="tr-TR" sz="800" b="0" i="0" u="none" strike="noStrike" dirty="0">
                          <a:solidFill>
                            <a:srgbClr val="FFFFFF"/>
                          </a:solidFill>
                          <a:effectLst/>
                          <a:latin typeface="Open Sans" panose="020B0606030504020204" pitchFamily="34" charset="0"/>
                        </a:rPr>
                        <a:t>q0cifw</a:t>
                      </a:r>
                      <a:endParaRPr lang="en-GB" sz="800" b="0" i="0" u="none" strike="noStrike" dirty="0">
                        <a:solidFill>
                          <a:srgbClr val="FFFFFF"/>
                        </a:solidFill>
                        <a:effectLst/>
                        <a:latin typeface="Open Sans" panose="020B0606030504020204" pitchFamily="34" charset="0"/>
                      </a:endParaRPr>
                    </a:p>
                  </a:txBody>
                  <a:tcPr marL="0" marR="0" marT="0" marB="0" anchor="ctr">
                    <a:lnL w="6350" cap="flat" cmpd="sng" algn="ctr">
                      <a:solidFill>
                        <a:srgbClr val="E7E6E6"/>
                      </a:solidFill>
                      <a:prstDash val="solid"/>
                      <a:round/>
                      <a:headEnd type="none" w="med" len="med"/>
                      <a:tailEnd type="none" w="med" len="med"/>
                    </a:lnL>
                    <a:lnR w="6350" cap="flat" cmpd="sng" algn="ctr">
                      <a:solidFill>
                        <a:srgbClr val="E7E6E6"/>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E7E6E6"/>
                      </a:solidFill>
                      <a:prstDash val="solid"/>
                      <a:round/>
                      <a:headEnd type="none" w="med" len="med"/>
                      <a:tailEnd type="none" w="med" len="med"/>
                    </a:lnB>
                    <a:solidFill>
                      <a:srgbClr val="811111"/>
                    </a:solidFill>
                  </a:tcPr>
                </a:tc>
                <a:extLst>
                  <a:ext uri="{0D108BD9-81ED-4DB2-BD59-A6C34878D82A}">
                    <a16:rowId xmlns:a16="http://schemas.microsoft.com/office/drawing/2014/main" val="3229590296"/>
                  </a:ext>
                </a:extLst>
              </a:tr>
              <a:tr h="329043">
                <a:tc>
                  <a:txBody>
                    <a:bodyPr/>
                    <a:lstStyle/>
                    <a:p>
                      <a:pPr algn="l" fontAlgn="ctr"/>
                      <a:r>
                        <a:rPr lang="en-GB" sz="800" b="0" i="0" u="none" strike="noStrike" dirty="0">
                          <a:solidFill>
                            <a:srgbClr val="595959"/>
                          </a:solidFill>
                          <a:effectLst/>
                          <a:latin typeface="Open Sans" panose="020B0606030504020204" pitchFamily="34" charset="0"/>
                        </a:rPr>
                        <a:t>How many hours a week does the finance team spend answering queries relating to the creation of such items?</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tr-TR" sz="800" b="0" i="0" u="none" strike="noStrike" dirty="0">
                          <a:solidFill>
                            <a:srgbClr val="0000FF"/>
                          </a:solidFill>
                          <a:effectLst/>
                          <a:latin typeface="Open Sans" panose="020B0606030504020204" pitchFamily="34" charset="0"/>
                        </a:rPr>
                        <a:t>q1cifw</a:t>
                      </a:r>
                      <a:endParaRPr lang="en-GB" sz="800" b="0" i="0" u="none" strike="noStrike" dirty="0">
                        <a:solidFill>
                          <a:srgbClr val="0000FF"/>
                        </a:solidFill>
                        <a:effectLst/>
                        <a:latin typeface="Open Sans" panose="020B0606030504020204" pitchFamily="34" charset="0"/>
                      </a:endParaRP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E7E6E6"/>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1047323610"/>
                  </a:ext>
                </a:extLst>
              </a:tr>
              <a:tr h="204942">
                <a:tc>
                  <a:txBody>
                    <a:bodyPr/>
                    <a:lstStyle/>
                    <a:p>
                      <a:pPr algn="l" fontAlgn="ctr"/>
                      <a:r>
                        <a:rPr lang="en-GB" sz="800" b="0" i="0" u="none" strike="noStrike" dirty="0">
                          <a:solidFill>
                            <a:srgbClr val="595959"/>
                          </a:solidFill>
                          <a:effectLst/>
                          <a:latin typeface="Open Sans" panose="020B0606030504020204" pitchFamily="34" charset="0"/>
                        </a:rPr>
                        <a:t>What is the average annual salary of your finance staff?</a:t>
                      </a:r>
                    </a:p>
                  </a:txBody>
                  <a:tcPr marL="0" marR="0" marT="0" marB="0" anchor="ctr">
                    <a:lnL>
                      <a:noFill/>
                    </a:lnL>
                    <a:lnR>
                      <a:noFill/>
                    </a:lnR>
                    <a:lnT>
                      <a:noFill/>
                    </a:lnT>
                    <a:lnB>
                      <a:noFill/>
                    </a:lnB>
                    <a:noFill/>
                  </a:tcPr>
                </a:tc>
                <a:tc>
                  <a:txBody>
                    <a:bodyPr/>
                    <a:lstStyle/>
                    <a:p>
                      <a:pPr algn="l" fontAlgn="b"/>
                      <a:endParaRPr lang="en-GB" sz="800" b="0" i="0" u="none" strike="noStrike">
                        <a:solidFill>
                          <a:srgbClr val="595959"/>
                        </a:solidFill>
                        <a:effectLst/>
                        <a:latin typeface="Open Sans" panose="020B0606030504020204" pitchFamily="34" charset="0"/>
                      </a:endParaRPr>
                    </a:p>
                  </a:txBody>
                  <a:tcPr marL="0" marR="0" marT="0" marB="0" anchor="b">
                    <a:lnL>
                      <a:noFill/>
                    </a:lnL>
                    <a:lnR w="6350" cap="flat" cmpd="sng" algn="ctr">
                      <a:solidFill>
                        <a:srgbClr val="FFFFFF"/>
                      </a:solidFill>
                      <a:prstDash val="solid"/>
                      <a:round/>
                      <a:headEnd type="none" w="med" len="med"/>
                      <a:tailEnd type="none" w="med" len="med"/>
                    </a:lnR>
                    <a:lnT>
                      <a:noFill/>
                    </a:lnT>
                    <a:lnB>
                      <a:noFill/>
                    </a:lnB>
                    <a:noFill/>
                  </a:tcPr>
                </a:tc>
                <a:tc>
                  <a:txBody>
                    <a:bodyPr/>
                    <a:lstStyle/>
                    <a:p>
                      <a:pPr algn="r" fontAlgn="b"/>
                      <a:r>
                        <a:rPr lang="en-GB" sz="800" b="0" i="0" u="none" strike="noStrike" dirty="0">
                          <a:solidFill>
                            <a:srgbClr val="808080"/>
                          </a:solidFill>
                          <a:effectLst/>
                          <a:latin typeface="Open Sans" panose="020B0606030504020204" pitchFamily="34" charset="0"/>
                        </a:rPr>
                        <a:t>                                              </a:t>
                      </a:r>
                      <a:r>
                        <a:rPr lang="tr-TR" sz="800" b="0" i="0" u="none" strike="noStrike" dirty="0">
                          <a:solidFill>
                            <a:srgbClr val="0000FF"/>
                          </a:solidFill>
                          <a:effectLst/>
                          <a:latin typeface="Open Sans" panose="020B0606030504020204" pitchFamily="34" charset="0"/>
                        </a:rPr>
                        <a:t>q2cifw</a:t>
                      </a:r>
                      <a:r>
                        <a:rPr lang="en-GB" sz="800" b="0" i="0" u="none" strike="noStrike" dirty="0">
                          <a:solidFill>
                            <a:srgbClr val="0000FF"/>
                          </a:solidFill>
                          <a:effectLst/>
                          <a:latin typeface="Open Sans" panose="020B0606030504020204" pitchFamily="34" charset="0"/>
                        </a:rPr>
                        <a:t> </a:t>
                      </a:r>
                    </a:p>
                  </a:txBody>
                  <a:tcPr marL="0" marR="60880" marT="0" marB="0" anchor="b">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7E6E6"/>
                    </a:solidFill>
                  </a:tcPr>
                </a:tc>
                <a:extLst>
                  <a:ext uri="{0D108BD9-81ED-4DB2-BD59-A6C34878D82A}">
                    <a16:rowId xmlns:a16="http://schemas.microsoft.com/office/drawing/2014/main" val="772793849"/>
                  </a:ext>
                </a:extLst>
              </a:tr>
              <a:tr h="164522">
                <a:tc>
                  <a:txBody>
                    <a:bodyPr/>
                    <a:lstStyle/>
                    <a:p>
                      <a:pPr algn="l" fontAlgn="ctr"/>
                      <a:endParaRPr lang="en-GB" sz="800" b="0" i="0" u="none" strike="noStrike">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ctr"/>
                      <a:endParaRPr lang="en-GB" sz="800" b="0" i="0" u="none" strike="noStrike">
                        <a:solidFill>
                          <a:srgbClr val="595959"/>
                        </a:solidFill>
                        <a:effectLst/>
                        <a:latin typeface="Open Sans" panose="020B0606030504020204" pitchFamily="34" charset="0"/>
                      </a:endParaRPr>
                    </a:p>
                  </a:txBody>
                  <a:tcPr marL="0" marR="0" marT="0" marB="0" anchor="ctr">
                    <a:lnL>
                      <a:noFill/>
                    </a:lnL>
                    <a:lnR>
                      <a:noFill/>
                    </a:lnR>
                    <a:lnT>
                      <a:noFill/>
                    </a:lnT>
                    <a:lnB>
                      <a:noFill/>
                    </a:lnB>
                    <a:noFill/>
                  </a:tcPr>
                </a:tc>
                <a:tc>
                  <a:txBody>
                    <a:bodyPr/>
                    <a:lstStyle/>
                    <a:p>
                      <a:pPr algn="l" fontAlgn="ctr"/>
                      <a:endParaRPr lang="en-GB" sz="800" b="0" i="0" u="none" strike="noStrike" dirty="0">
                        <a:solidFill>
                          <a:srgbClr val="595959"/>
                        </a:solidFill>
                        <a:effectLst/>
                        <a:latin typeface="Open Sans" panose="020B0606030504020204" pitchFamily="34" charset="0"/>
                      </a:endParaRPr>
                    </a:p>
                  </a:txBody>
                  <a:tcPr marL="0" marR="0" marT="0" marB="0" anchor="ctr">
                    <a:lnL>
                      <a:noFill/>
                    </a:lnL>
                    <a:lnR>
                      <a:noFill/>
                    </a:lnR>
                    <a:lnT w="6350" cap="flat" cmpd="sng" algn="ctr">
                      <a:solidFill>
                        <a:srgbClr val="FFFFFF"/>
                      </a:solidFill>
                      <a:prstDash val="solid"/>
                      <a:round/>
                      <a:headEnd type="none" w="med" len="med"/>
                      <a:tailEnd type="none" w="med" len="med"/>
                    </a:lnT>
                    <a:lnB>
                      <a:noFill/>
                    </a:lnB>
                    <a:noFill/>
                  </a:tcPr>
                </a:tc>
                <a:extLst>
                  <a:ext uri="{0D108BD9-81ED-4DB2-BD59-A6C34878D82A}">
                    <a16:rowId xmlns:a16="http://schemas.microsoft.com/office/drawing/2014/main" val="3076449369"/>
                  </a:ext>
                </a:extLst>
              </a:tr>
            </a:tbl>
          </a:graphicData>
        </a:graphic>
      </p:graphicFrame>
      <p:sp>
        <p:nvSpPr>
          <p:cNvPr id="18" name="Rectangle 1">
            <a:extLst>
              <a:ext uri="{FF2B5EF4-FFF2-40B4-BE49-F238E27FC236}">
                <a16:creationId xmlns:a16="http://schemas.microsoft.com/office/drawing/2014/main" id="{C29226F1-7C7B-6778-A848-9E7FBFC854FD}"/>
              </a:ext>
            </a:extLst>
          </p:cNvPr>
          <p:cNvSpPr>
            <a:spLocks noChangeArrowheads="1"/>
          </p:cNvSpPr>
          <p:nvPr/>
        </p:nvSpPr>
        <p:spPr bwMode="auto">
          <a:xfrm>
            <a:off x="11691700" y="71418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rgbClr val="000000"/>
                </a:solidFill>
                <a:effectLst/>
                <a:latin typeface="Times New Roman" panose="02020603050405020304" pitchFamily="18" charset="0"/>
                <a:cs typeface="Times New Roman" panose="02020603050405020304" pitchFamily="18" charset="0"/>
              </a:rPr>
              <a:t> </a:t>
            </a:r>
            <a:endParaRPr kumimoji="0" lang="en-US" altLang="en-U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9048526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31256D3-B27A-D9C6-DA8A-CF2A4073A004}"/>
              </a:ext>
            </a:extLst>
          </p:cNvPr>
          <p:cNvSpPr>
            <a:spLocks noGrp="1"/>
          </p:cNvSpPr>
          <p:nvPr>
            <p:ph type="sldNum" sz="quarter" idx="12"/>
          </p:nvPr>
        </p:nvSpPr>
        <p:spPr/>
        <p:txBody>
          <a:bodyPr/>
          <a:lstStyle/>
          <a:p>
            <a:fld id="{3531A8E9-B4CF-5643-AF96-CB4C768DAD63}" type="slidenum">
              <a:rPr lang="en-US" smtClean="0"/>
              <a:t>12</a:t>
            </a:fld>
            <a:endParaRPr lang="en-US"/>
          </a:p>
        </p:txBody>
      </p:sp>
      <p:sp>
        <p:nvSpPr>
          <p:cNvPr id="22" name="Title 1">
            <a:extLst>
              <a:ext uri="{FF2B5EF4-FFF2-40B4-BE49-F238E27FC236}">
                <a16:creationId xmlns:a16="http://schemas.microsoft.com/office/drawing/2014/main" id="{58357287-C1DF-758E-C692-66B6339E43F1}"/>
              </a:ext>
            </a:extLst>
          </p:cNvPr>
          <p:cNvSpPr txBox="1">
            <a:spLocks/>
          </p:cNvSpPr>
          <p:nvPr/>
        </p:nvSpPr>
        <p:spPr>
          <a:xfrm>
            <a:off x="2532063" y="2328182"/>
            <a:ext cx="7127875" cy="494318"/>
          </a:xfrm>
          <a:prstGeom prst="rect">
            <a:avLst/>
          </a:prstGeom>
        </p:spPr>
        <p:txBody>
          <a:bodyPr lIns="0" tIns="0" rIns="0" bIns="0"/>
          <a:lstStyle>
            <a:lvl1pPr algn="l" defTabSz="914400" rtl="0" eaLnBrk="1" latinLnBrk="0" hangingPunct="1">
              <a:lnSpc>
                <a:spcPct val="90000"/>
              </a:lnSpc>
              <a:spcBef>
                <a:spcPct val="0"/>
              </a:spcBef>
              <a:buNone/>
              <a:defRPr sz="2800" b="1" i="0" kern="1200">
                <a:solidFill>
                  <a:schemeClr val="tx1"/>
                </a:solidFill>
                <a:latin typeface="Montserrat SemiBold" pitchFamily="2" charset="77"/>
                <a:ea typeface="+mj-ea"/>
                <a:cs typeface="+mj-cs"/>
              </a:defRPr>
            </a:lvl1pPr>
          </a:lstStyle>
          <a:p>
            <a:pPr algn="ctr"/>
            <a:r>
              <a:rPr lang="en-US" sz="4000"/>
              <a:t>Connect with us</a:t>
            </a:r>
          </a:p>
        </p:txBody>
      </p:sp>
    </p:spTree>
    <p:extLst>
      <p:ext uri="{BB962C8B-B14F-4D97-AF65-F5344CB8AC3E}">
        <p14:creationId xmlns:p14="http://schemas.microsoft.com/office/powerpoint/2010/main" val="3532745639"/>
      </p:ext>
    </p:extLst>
  </p:cSld>
  <p:clrMapOvr>
    <a:masterClrMapping/>
  </p:clrMapOvr>
</p:sld>
</file>

<file path=ppt/theme/theme1.xml><?xml version="1.0" encoding="utf-8"?>
<a:theme xmlns:a="http://schemas.openxmlformats.org/drawingml/2006/main" name="Advanced Theme">
  <a:themeElements>
    <a:clrScheme name="Özel 1">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7295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OneAdvanced-Powerpoint" id="{F8C38506-A58B-420B-8FBB-E3229D059A60}" vid="{B09805F1-EDBB-4199-ACB7-00BD7022686B}"/>
    </a:ext>
  </a:extLst>
</a:theme>
</file>

<file path=ppt/theme/theme2.xml><?xml version="1.0" encoding="utf-8"?>
<a:theme xmlns:a="http://schemas.openxmlformats.org/drawingml/2006/main" name="1_Advanced Theme">
  <a:themeElements>
    <a:clrScheme name="Medyan">
      <a:dk1>
        <a:sysClr val="windowText" lastClr="000000"/>
      </a:dk1>
      <a:lt1>
        <a:sysClr val="window" lastClr="FFFFFF"/>
      </a:lt1>
      <a:dk2>
        <a:srgbClr val="775F55"/>
      </a:dk2>
      <a:lt2>
        <a:srgbClr val="EBDDC3"/>
      </a:lt2>
      <a:accent1>
        <a:srgbClr val="94B6D2"/>
      </a:accent1>
      <a:accent2>
        <a:srgbClr val="DD8047"/>
      </a:accent2>
      <a:accent3>
        <a:srgbClr val="A5AB81"/>
      </a:accent3>
      <a:accent4>
        <a:srgbClr val="D8B25C"/>
      </a:accent4>
      <a:accent5>
        <a:srgbClr val="7BA79D"/>
      </a:accent5>
      <a:accent6>
        <a:srgbClr val="968C8C"/>
      </a:accent6>
      <a:hlink>
        <a:srgbClr val="F7B615"/>
      </a:hlink>
      <a:folHlink>
        <a:srgbClr val="704404"/>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Sales calculator power point template_Digiblu" id="{F8A4BC13-4ABA-47B2-BBD2-F236607B1F8D}" vid="{60824ED8-93D0-4FA8-8757-A038DD0BD55F}"/>
    </a:ext>
  </a:extLst>
</a:theme>
</file>

<file path=ppt/theme/theme3.xml><?xml version="1.0" encoding="utf-8"?>
<a:theme xmlns:a="http://schemas.openxmlformats.org/drawingml/2006/main" name="theme">
  <a:themeElements>
    <a:clrScheme name="Custom 2">
      <a:dk1>
        <a:srgbClr val="25252C"/>
      </a:dk1>
      <a:lt1>
        <a:srgbClr val="FFFFFF"/>
      </a:lt1>
      <a:dk2>
        <a:srgbClr val="F15D22"/>
      </a:dk2>
      <a:lt2>
        <a:srgbClr val="FFFFFF"/>
      </a:lt2>
      <a:accent1>
        <a:srgbClr val="F37720"/>
      </a:accent1>
      <a:accent2>
        <a:srgbClr val="F6911E"/>
      </a:accent2>
      <a:accent3>
        <a:srgbClr val="FCC54C"/>
      </a:accent3>
      <a:accent4>
        <a:srgbClr val="FFDB9B"/>
      </a:accent4>
      <a:accent5>
        <a:srgbClr val="2D4FB2"/>
      </a:accent5>
      <a:accent6>
        <a:srgbClr val="19191F"/>
      </a:accent6>
      <a:hlink>
        <a:srgbClr val="2D4FB2"/>
      </a:hlink>
      <a:folHlink>
        <a:srgbClr val="1F377D"/>
      </a:folHlink>
    </a:clrScheme>
    <a:fontScheme name="Advanced Fonts">
      <a:majorFont>
        <a:latin typeface="Montserrat"/>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bodyPr lIns="0" tIns="0" rIns="0" bIns="0"/>
      <a:lstStyle>
        <a:defPPr algn="l">
          <a:defRPr dirty="0" smtClean="0"/>
        </a:defPPr>
      </a:lstStyle>
    </a:txDef>
  </a:objectDefaults>
  <a:extraClrSchemeLst/>
  <a:extLst>
    <a:ext uri="{05A4C25C-085E-4340-85A3-A5531E510DB2}">
      <thm15:themeFamily xmlns:thm15="http://schemas.microsoft.com/office/thememl/2012/main" name="theme" id="{B1C8EFA5-E4EC-4C07-8DBD-0CB7124425DE}" vid="{C3DE6B69-DCAB-4BC9-8468-0C4D14CD3071}"/>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8a969d1d-647f-4e4c-97f9-a5143e71e435">
      <Terms xmlns="http://schemas.microsoft.com/office/infopath/2007/PartnerControls"/>
    </lcf76f155ced4ddcb4097134ff3c332f>
    <TaxCatchAll xmlns="eb37a4e0-bf89-419d-8b31-963a97458fb1"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C2ADAF580B8A648AEA7FF4A5F3D65E6" ma:contentTypeVersion="11" ma:contentTypeDescription="Create a new document." ma:contentTypeScope="" ma:versionID="f2db5c34f6348a370055c14b94ddc919">
  <xsd:schema xmlns:xsd="http://www.w3.org/2001/XMLSchema" xmlns:xs="http://www.w3.org/2001/XMLSchema" xmlns:p="http://schemas.microsoft.com/office/2006/metadata/properties" xmlns:ns2="8a969d1d-647f-4e4c-97f9-a5143e71e435" xmlns:ns3="eb37a4e0-bf89-419d-8b31-963a97458fb1" targetNamespace="http://schemas.microsoft.com/office/2006/metadata/properties" ma:root="true" ma:fieldsID="42bedbc2e246c6b2e71d78ed3d4618fc" ns2:_="" ns3:_="">
    <xsd:import namespace="8a969d1d-647f-4e4c-97f9-a5143e71e435"/>
    <xsd:import namespace="eb37a4e0-bf89-419d-8b31-963a97458fb1"/>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a969d1d-647f-4e4c-97f9-a5143e71e43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d26eeb5-9ee9-4397-9b3e-f1e80249f735"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b37a4e0-bf89-419d-8b31-963a97458fb1"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2c47415d-69f8-47d4-a17a-a3b33913b4bf}" ma:internalName="TaxCatchAll" ma:showField="CatchAllData" ma:web="eb37a4e0-bf89-419d-8b31-963a97458fb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40E5F8-1399-4596-AA73-4BD79D26AFFD}">
  <ds:schemaRefs>
    <ds:schemaRef ds:uri="http://schemas.microsoft.com/office/2006/metadata/properties"/>
    <ds:schemaRef ds:uri="http://www.w3.org/XML/1998/namespace"/>
    <ds:schemaRef ds:uri="8e78c812-0be8-4f61-8186-a9387d596735"/>
    <ds:schemaRef ds:uri="http://purl.org/dc/elements/1.1/"/>
    <ds:schemaRef ds:uri="http://schemas.openxmlformats.org/package/2006/metadata/core-properties"/>
    <ds:schemaRef ds:uri="http://schemas.microsoft.com/office/2006/documentManagement/types"/>
    <ds:schemaRef ds:uri="http://purl.org/dc/dcmitype/"/>
    <ds:schemaRef ds:uri="http://purl.org/dc/terms/"/>
    <ds:schemaRef ds:uri="http://schemas.microsoft.com/office/infopath/2007/PartnerControls"/>
    <ds:schemaRef ds:uri="8a969d1d-647f-4e4c-97f9-a5143e71e435"/>
    <ds:schemaRef ds:uri="eb37a4e0-bf89-419d-8b31-963a97458fb1"/>
  </ds:schemaRefs>
</ds:datastoreItem>
</file>

<file path=customXml/itemProps2.xml><?xml version="1.0" encoding="utf-8"?>
<ds:datastoreItem xmlns:ds="http://schemas.openxmlformats.org/officeDocument/2006/customXml" ds:itemID="{953B4D23-82FF-4812-9F4E-BB600331C634}">
  <ds:schemaRefs>
    <ds:schemaRef ds:uri="http://schemas.microsoft.com/sharepoint/v3/contenttype/forms"/>
  </ds:schemaRefs>
</ds:datastoreItem>
</file>

<file path=customXml/itemProps3.xml><?xml version="1.0" encoding="utf-8"?>
<ds:datastoreItem xmlns:ds="http://schemas.openxmlformats.org/officeDocument/2006/customXml" ds:itemID="{2042E9DC-885B-4A24-9C3C-039F8335CDE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a969d1d-647f-4e4c-97f9-a5143e71e435"/>
    <ds:schemaRef ds:uri="eb37a4e0-bf89-419d-8b31-963a97458fb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2b5a89e7-01bf-42ed-9da1-669d82eec17a}" enabled="0" method="" siteId="{2b5a89e7-01bf-42ed-9da1-669d82eec17a}" removed="1"/>
</clbl:labelList>
</file>

<file path=docProps/app.xml><?xml version="1.0" encoding="utf-8"?>
<Properties xmlns="http://schemas.openxmlformats.org/officeDocument/2006/extended-properties" xmlns:vt="http://schemas.openxmlformats.org/officeDocument/2006/docPropsVTypes">
  <Template/>
  <TotalTime>2674</TotalTime>
  <Words>2460</Words>
  <Application>Microsoft Office PowerPoint</Application>
  <PresentationFormat>Geniş ekran</PresentationFormat>
  <Paragraphs>346</Paragraphs>
  <Slides>12</Slides>
  <Notes>6</Notes>
  <HiddenSlides>0</HiddenSlides>
  <MMClips>0</MMClips>
  <ScaleCrop>false</ScaleCrop>
  <HeadingPairs>
    <vt:vector size="6" baseType="variant">
      <vt:variant>
        <vt:lpstr>Kullanılan Yazı Tipleri</vt:lpstr>
      </vt:variant>
      <vt:variant>
        <vt:i4>9</vt:i4>
      </vt:variant>
      <vt:variant>
        <vt:lpstr>Tema</vt:lpstr>
      </vt:variant>
      <vt:variant>
        <vt:i4>3</vt:i4>
      </vt:variant>
      <vt:variant>
        <vt:lpstr>Slayt Başlıkları</vt:lpstr>
      </vt:variant>
      <vt:variant>
        <vt:i4>12</vt:i4>
      </vt:variant>
    </vt:vector>
  </HeadingPairs>
  <TitlesOfParts>
    <vt:vector size="24" baseType="lpstr">
      <vt:lpstr>Aptos</vt:lpstr>
      <vt:lpstr>Arial</vt:lpstr>
      <vt:lpstr>Calibri</vt:lpstr>
      <vt:lpstr>Montserrat</vt:lpstr>
      <vt:lpstr>Montserrat Medium</vt:lpstr>
      <vt:lpstr>Montserrat SemiBold</vt:lpstr>
      <vt:lpstr>Open Sans</vt:lpstr>
      <vt:lpstr>Times New Roman</vt:lpstr>
      <vt:lpstr>Wingdings</vt:lpstr>
      <vt:lpstr>Advanced Theme</vt:lpstr>
      <vt:lpstr>1_Advanced Theme</vt:lpstr>
      <vt:lpstr>theme</vt:lpstr>
      <vt:lpstr>User guide &amp; note to sales: Please delete this slide after use</vt:lpstr>
      <vt:lpstr>PowerPoint Sunusu</vt:lpstr>
      <vt:lpstr>Understanding our estimated savings</vt:lpstr>
      <vt:lpstr>The estimated cost of your current processes</vt:lpstr>
      <vt:lpstr>The estimated cost of your current processes</vt:lpstr>
      <vt:lpstr>Estimated savings and benefits from our solution</vt:lpstr>
      <vt:lpstr>Breakdown of potential savings</vt:lpstr>
      <vt:lpstr>Summary of possible value</vt:lpstr>
      <vt:lpstr>Potential value and ROI offering for the contract</vt:lpstr>
      <vt:lpstr>Definition of terms</vt:lpstr>
      <vt:lpstr>Summary of your inputs</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Board Pack template</dc:title>
  <dc:creator>Angela Dcruz</dc:creator>
  <cp:lastModifiedBy>Murat Özdemir</cp:lastModifiedBy>
  <cp:revision>104</cp:revision>
  <dcterms:created xsi:type="dcterms:W3CDTF">2024-07-05T15:05:35Z</dcterms:created>
  <dcterms:modified xsi:type="dcterms:W3CDTF">2024-12-19T14:23:41Z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0x010100FC2ADAF580B8A648AEA7FF4A5F3D65E6</vt:lpwstr>
  </property>
  <property fmtid="{D5CDD505-2E9C-101B-9397-08002B2CF9AE}" pid="3" name="MediaServiceImageTags">
    <vt:lpwstr/>
  </property>
</Properties>
</file>